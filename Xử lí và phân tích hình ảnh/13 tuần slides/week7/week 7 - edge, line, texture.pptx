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notesSlides/notesSlide2.xml" ContentType="application/vnd.openxmlformats-officedocument.presentationml.notesSlide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7" r:id="rId2"/>
    <p:sldId id="523" r:id="rId3"/>
    <p:sldId id="524" r:id="rId4"/>
    <p:sldId id="443" r:id="rId5"/>
    <p:sldId id="444" r:id="rId6"/>
    <p:sldId id="445" r:id="rId7"/>
    <p:sldId id="525" r:id="rId8"/>
    <p:sldId id="274" r:id="rId9"/>
    <p:sldId id="310" r:id="rId10"/>
    <p:sldId id="328" r:id="rId11"/>
    <p:sldId id="300" r:id="rId12"/>
    <p:sldId id="527" r:id="rId13"/>
    <p:sldId id="301" r:id="rId14"/>
    <p:sldId id="273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1" r:id="rId24"/>
    <p:sldId id="312" r:id="rId25"/>
    <p:sldId id="313" r:id="rId26"/>
    <p:sldId id="315" r:id="rId27"/>
    <p:sldId id="316" r:id="rId28"/>
    <p:sldId id="314" r:id="rId29"/>
    <p:sldId id="317" r:id="rId30"/>
    <p:sldId id="318" r:id="rId31"/>
    <p:sldId id="320" r:id="rId32"/>
    <p:sldId id="327" r:id="rId33"/>
    <p:sldId id="326" r:id="rId34"/>
    <p:sldId id="319" r:id="rId35"/>
    <p:sldId id="324" r:id="rId36"/>
    <p:sldId id="263" r:id="rId37"/>
    <p:sldId id="446" r:id="rId38"/>
    <p:sldId id="447" r:id="rId39"/>
    <p:sldId id="343" r:id="rId40"/>
    <p:sldId id="345" r:id="rId41"/>
    <p:sldId id="344" r:id="rId42"/>
    <p:sldId id="336" r:id="rId43"/>
    <p:sldId id="337" r:id="rId44"/>
    <p:sldId id="338" r:id="rId45"/>
    <p:sldId id="339" r:id="rId46"/>
    <p:sldId id="340" r:id="rId47"/>
    <p:sldId id="346" r:id="rId48"/>
    <p:sldId id="347" r:id="rId49"/>
    <p:sldId id="348" r:id="rId50"/>
    <p:sldId id="349" r:id="rId51"/>
    <p:sldId id="448" r:id="rId52"/>
    <p:sldId id="449" r:id="rId53"/>
    <p:sldId id="487" r:id="rId54"/>
    <p:sldId id="489" r:id="rId55"/>
    <p:sldId id="490" r:id="rId56"/>
    <p:sldId id="491" r:id="rId57"/>
    <p:sldId id="492" r:id="rId58"/>
    <p:sldId id="493" r:id="rId59"/>
    <p:sldId id="494" r:id="rId60"/>
    <p:sldId id="495" r:id="rId61"/>
    <p:sldId id="496" r:id="rId62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8"/>
    <p:restoredTop sz="94694"/>
  </p:normalViewPr>
  <p:slideViewPr>
    <p:cSldViewPr snapToGrid="0" snapToObjects="1">
      <p:cViewPr varScale="1">
        <p:scale>
          <a:sx n="224" d="100"/>
          <a:sy n="224" d="100"/>
        </p:scale>
        <p:origin x="10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pd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14T10:48:36.7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1602 0 24575,'0'6'0,"0"-1"0,0 1 0,0-2 0,-2 8 0,2-2 0,-4 5 0,2 10 0,-3-4 0,1 8 0,-10 11 0,-12 14 0,-6 2 0,-15 16 0,16-35 0,-24 19 0,26-32-6784,-42 24 6784,40-32-10,-14 4 0,-2 0 10,8-6 0,-50 10 0,56-16 0,-25-1 0,4 0 6775,-32 0-6775,15-2 29,-2 1-29,31-6 0,14 0 0,3 0 0,9-2 0,8 2 0,-8 0 0,1 0 0,-6-2 0,1 1 0,-7-2 0,9 2 0,-16 0 0,18 1 0,-18 0 0,19 0 0,-18 5 0,17-2 0,-11 11 0,17-7 0,-5 6 0,12-4 0,-8 8 0,6-5 0,-8 18 0,5-12 0,-4 14 0,9-15 0,-4 15 0,4-15 0,-2 19 0,1-21 0,4 27 0,-4-21 0,3 23 0,-1-23 0,2 14 0,0-20 0,0 12 0,0-19 0,0 6 0,0-10 0,0 1 0,0-4 0,-1-5 0,0 0 0,-1-5 0,2 4 0,-1-4 0,-1 5 0,-2-9 0,0 6 0,0-7 0,0 7 0,-1-11 0,0 10 0,-3-10 0,4 9 0,-6-6 0,7 9 0,-6-7 0,5 8 0,-3-5 0,-1 5 0,-2-7 0,2 8 0,0-5 0,3 8 0,-2-4 0,3 4 0,-1 0 0,3 2 0,0 1 0,2 2 0,0 0 0,0-1 0,2 8 0,-1-4 0,3 7 0,-2-3 0,11 15 0,-6-7 0,13 11 0,-12-15 0,7 1 0,-6-7 0,8 10 0,-7-13 0,10 12 0,-13-15 0,2 0 0,-8-5 0,1-4 0,-2 1 0,6-10 0,-5 3 0,4-12 0,-4 12 0,4-13 0,-4 14 0,5-9 0,-4 8 0,0 0 0,5-7 0,-2 2 0,2-1 0,0 3 0,-2 7 0,2 0 0,-3 2 0,10-1 0,-10 3 0,13 1 0,-14 1 0,18 0 0,-13 2 0,12-2 0,-13 2 0,2-2 0,-5 2 0,-2-2 0,-1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14T10:49:06.3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24575,'3'9'0,"1"-1"0,0 2 0,0 0 0,2 1 0,-1 2 0,6 13 0,-4-7 0,14 38 0,-6-22 0,5 35 0,-9-28 0,-2 20 0,-3-27 0,2 56 0,-6-54 0,1 43 0,-3-59 0,-2 7 0,1-16 0,0-1 0,1-7 0,0-3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14T10:49:06.9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24575,'0'11'0,"0"2"0,2 0 0,-2 8 0,2-5 0,0 12 0,-1-12 0,4 13 0,-5-6 0,2 8 0,-2-6 0,0 33 0,0 23 0,0-14 0,0 26 0,0-67 0,-2 25 0,0-29 0,-1 4 0,1 5 0,0-11 0,2 7 0,-2-16 0,2-7 0,0-3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14T10:49:07.7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 24575,'4'-2'0,"0"4"0,-1-2 0,6 13 0,-2-9 0,7 14 0,-5-11 0,4 9 0,27 15 0,-14-9 0,47 37 0,-34-26 0,30 30 0,-31-27 0,25 20 0,-31-28 0,18 17 0,-30-23 0,12 15 0,-22-22 0,6 4 0,-15-19 0,-1 0 0,2-12 0,0 4 0,2-13 0,0 13 0,1-9 0,0 3 0,2-3 0,5-9 0,-4 8 0,18-22 0,-14 17 0,24-24 0,-19 23 0,20-22 0,-19 22 0,19-20 0,-21 23 0,33-30 0,-27 30 0,24-21 0,-31 32 0,2 0 0,-11 5 0,-2 3 0,-3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0:15.975"/>
    </inkml:context>
    <inkml:brush xml:id="br0">
      <inkml:brushProperty name="width" value="0.1" units="cm"/>
      <inkml:brushProperty name="height" value="0.6" units="cm"/>
      <inkml:brushProperty name="color" value="#FF0066"/>
      <inkml:brushProperty name="inkEffects" value="pencil"/>
    </inkml:brush>
  </inkml:definitions>
  <inkml:trace contextRef="#ctx0" brushRef="#br0">0 1 16383,'9'3'0,"9"2"0,43 20 0,11 5 0,-2-5 0,0-1 0,14 4 0,-13-7 0,3-4 0,-7-5 0,15 1 0,-5-3 0,8-5 0,-2-1 0,8 3 0,-3 0 0,-16-5 0,-11-1 0,-20-1 0,37-14 0,-49 8 0,26-8 0,-55 12 0,-2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0:22.659"/>
    </inkml:context>
    <inkml:brush xml:id="br0">
      <inkml:brushProperty name="width" value="0.1" units="cm"/>
      <inkml:brushProperty name="height" value="0.6" units="cm"/>
      <inkml:brushProperty name="color" value="#E71224"/>
      <inkml:brushProperty name="inkEffects" value="pencil"/>
    </inkml:brush>
  </inkml:definitions>
  <inkml:trace contextRef="#ctx0" brushRef="#br0">1 38 16383,'8'-4'0,"12"-6"0,-5 7 0,7-6 0,-1 5 0,-2 2 0,4-2 0,28 3 0,-3 1 0,33 3 0,-32 2 0,6-1 0,8-1 0,6 0 0,0 1 0,22 4 0,7-1 0,-11-4 0,12-2 0,0 0 0,-12-1 0,11 1 0,-7-1 0,-12 0 0,1-2 0,-14-1 0,2-6 0,-60 7 0,-4 0 0,-19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0:23.207"/>
    </inkml:context>
    <inkml:brush xml:id="br0">
      <inkml:brushProperty name="width" value="0.1" units="cm"/>
      <inkml:brushProperty name="height" value="0.6" units="cm"/>
      <inkml:brushProperty name="color" value="#E71224"/>
      <inkml:brushProperty name="inkEffects" value="pencil"/>
    </inkml:brush>
  </inkml:definitions>
  <inkml:trace contextRef="#ctx0" brushRef="#br0">62 1 16383,'0'10'0,"0"3"0,0-2 0,2 11 0,-2-1 0,2 5 0,3 57 0,-1-36 0,2 50 0,-1-44 0,-4-3 0,5 7 0,-5 11 0,-1 6 0,0-23 0,0 0 0,0 22 0,-1-3 0,-4 1 0,-18 19 0,11-49 0,-13 32 0,13-55 0,8-7 0,-5 1 0,9-10 0,-2-3 0,2-1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0:23.754"/>
    </inkml:context>
    <inkml:brush xml:id="br0">
      <inkml:brushProperty name="width" value="0.1" units="cm"/>
      <inkml:brushProperty name="height" value="0.6" units="cm"/>
      <inkml:brushProperty name="color" value="#E71224"/>
      <inkml:brushProperty name="inkEffects" value="pencil"/>
    </inkml:brush>
  </inkml:definitions>
  <inkml:trace contextRef="#ctx0" brushRef="#br0">0 11 16383,'9'0'0,"2"-2"0,-2 1 0,3-1 0,10 0 0,0 1 0,5-1 0,5 2 0,-9 0 0,31 0 0,-16 0 0,26 2 0,7 2 0,20 0 0,-17 1 0,20 1 0,1 1 0,-17-2 0,-15-1 0,-3-1 0,31 3 0,12 1 0,-23-4 0,-25-5 0,-7 2 0,-16-4 0,-26 4 0,-6-2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12.9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24575,'2'13'0,"2"-1"0,-2 1 0,5-1 0,-2 4 0,8 9 0,-1 0 0,14 25 0,-8-19 0,18 35 0,-20-36 0,23 47 0,-25-48 0,14 28 0,-20-38 0,6 5 0,-11-12 0,10 5 0,-11-9 0,9 3 0,-9-8 0,4-2 0,-2-3 0,2-2 0,-2-4 0,13-17 0,-5 3 0,21-32 0,-17 25 0,12-20 0,-1-1 0,-10 19 0,25-47 0,-34 63 0,8-15 0,-12 11 0,8-12 0,-11 16 0,3-2 0,-4 12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13.8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276 13 24575,'-8'-4'0,"0"2"0,2 0 0,2 0 0,-4 2 0,4-2 0,-10 2 0,8 0 0,-15 3 0,10 0 0,-29 25 0,18-11 0,-13 15 0,18-12 0,-4 12 0,6-8 0,-5 11 0,14-16 0,-3 24 0,8-23 0,5 26 0,7-32 0,13 14 0,-5-15 0,11 6 0,-14-11 0,6 0 0,17-1 0,2-6 0,4 1 0,-7-10 0,-26 2 0,6-12 0,-11 8 0,5-24 0,-9 16 0,2-14 0,-4 19 0,1-11 0,-2 13 0,0-9 0,-2 13 0,0 0 0,0 6 0,0 9 0,2 0 0,0 8 0,0-7 0,0 4 0,0 3 0,0 9 0,2-3 0,2 8 0,-1-14 0,7 6 0,-7-10 0,8 5 0,-6-7 0,8 5 0,-7-10 0,3 1 0,-7-8 0,0 0 0,-2-2 0,0 0 0,0 0 0,3-7 0,-2 5 0,5-6 0,-6 9 0,2-1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14.3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 21828,'0'36'0,"0"-8"-9210,-2 7 9210,1-8 2893,-4 14-2893,5 5 1796,-2-5-1796,2 3 484,4 8-484,-3-10 6784,7 29-6784,-8-34 0,7 35 0,-6-42 0,6 41 0,-7-43 0,2 22 0,0-25 0,-1 16 0,3-21 0,2 24 0,0-29 0,4 14 0,-8-21 0,5 2 0,-6-9 0,3-2 0,-2-13 0,-2 5 0,2-7 0,-2-1 0,0 8 0,0-4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15.1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6 24575,'0'15'0,"0"3"0,0-2 0,0 4 0,0-1 0,-2 9 0,1 0 0,-3 17 0,1-10 0,1 6 0,0-16 0,4 6 0,-2-18 0,14 22 0,-8-25 0,12 11 0,-10-16 0,4-3 0,-3 0 0,6-8 0,-5 1 0,10-18 0,-10 7 0,17-40 0,-12 29 0,13-42 0,-11 41 0,4-22 0,-13 28 0,4-9 0,-11 18 0,5-10 0,-6 15 0,2-11 0,0 14 0,-2-5 0,2 7 0,-2 2 0,0 7 0,2 4 0,1 8 0,5 20 0,3 4 0,1 1 0,16 19 0,-12-38 0,12 20 0,-16-30 0,2 1 0,-9-10 0,4 3 0,-9-8 0,2-1 0,-2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15.9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0 218 24575,'11'0'0,"0"2"0,-2-2 0,1 2 0,1 0 0,1-1 0,5 1 0,-6-2 0,4-2 0,-1-3 0,-3 1 0,8-8 0,-14 7 0,4-12 0,-5 7 0,-1-14 0,-1 8 0,-2-7 0,0 9 0,0-8 0,0 11 0,-2-10 0,0 14 0,-1-3 0,0 4 0,-1 1 0,1 0 0,-2 0 0,3 2 0,0 3 0,-4 5 0,3 1 0,-3 7 0,-4 8 0,1 6 0,-3 3 0,6-9 0,2-2 0,4-8 0,-3 8 0,3-6 0,0 11 0,0-15 0,12 21 0,-8-21 0,21 27 0,-13-21 0,17 10 0,-10-10 0,19 3 0,16 4 0,2-4 0,12-13 0,-1-4 0,-21-1 0,44-8 0,-90 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21.4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55 24575,'6'4'0,"2"0"0,-4-4 0,2 0 0,-2 0 0,2-2 0,-2 1 0,6-2 0,-4 0 0,14-3 0,-10 3 0,13-4 0,-11 4 0,8-4 0,-7 2 0,6-3 0,-11 5 0,7-2 0,-9 4 0,6-2 0,-6 3 0,1-2 0,-3 2 0,0 0 0,0 0 0,-1 0 0,1 0 0,3 0 0,-2 0 0,11 0 0,-12 0 0,6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22.4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 24575,'10'-2'0,"-1"2"0,-3-2 0,1 0 0,1 2 0,8-4 0,-3 1 0,13-2 0,-10 3 0,16-3 0,-12 4 0,0-3 0,-6 2 0,-6 2 0,1-2 0,7 2 0,-9 0 0,14-2 0,-15 1 0,17 0 0,-15 1 0,7 0 0,-9 0 0,0 0 0,-2 0 0,-2 1 0,1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26.7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13 24575,'-13'-6'0,"4"2"0,1 2 0,4 2 0,-2 0 0,0 2 0,1-2 0,-7 4 0,5-2 0,-11 4 0,9-3 0,-3 2 0,8-2 0,2 0 0,4 1 0,2 2 0,3 3 0,3 0 0,3 7 0,33 12 0,-12-6 0,23 9 0,12 0 0,12-4 0,1-2-666,-16 0 1,0-1 665,23 0 0,-9-7 0,-34-11 0,43 9 0,-59-8 0,13 2 0,-49-5 0,-15-2 0,-24 4 1331,1 0-1331,-21 0 0,-3 2 0,-9 3 0,18-3 0,2-1 0,-7 2 0,-18-1 0,63-8 0,-3 0 0,16-1 0,2-1 0,4-2 0,2-2 0,2 2 0,0-2 0,6 0 0,-3 0 0,3-1 0,-2 1 0,13-2 0,-7 2 0,5 0 0,-13 4 0,-4 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27.1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24575,'0'16'0,"2"8"0,-1-8 0,1 14 0,0-9 0,-1 8 0,3 12 0,-3-15 0,1 28 0,-4-30 0,0 16 0,-1-27 0,2 0 0,-1-13 0,0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27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28.6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45 24575,'13'4'0,"-3"2"0,6-6 0,-4 2 0,6-2 0,2 0 0,3 0 0,14-2 0,-8 1 0,69-6 0,-57 5 0,58-5 0,-78 7 0,7-3 0,-24 5 0,-2 2 0,-5 3 0,-3 1 0,0 3 0,-10 6 0,6-1 0,-20 24 0,8-8 0,-21 28 0,17-22 0,-22 21 0,29-35 0,-25 25 0,29-34 0,-11 15 0,20-22 0,0 3 0,8-10 0,6-1 0,19 0 0,4 0 0,46 0 0,-29 0 0,2-2 0,1-1-6784,9-2 6784,2-3 0,6-3 0,-5 1 0,3-3-711,26-4 1,0-1 710,-27 3 0,-5 0 0,0 2 0,-3-1 0,21-16 0,-8-5 0,-3 2 0,-26-4 0,-32 26 6080,-5-10-6080,-2 13 0,-8-14 0,1 10 2125,-18-19-2125,9 19 0,-27-24 0,25 28 0,-19-12 0,25 16 0,-20 2 0,11 2 0,-39 20 0,29-9 0,-23 27 0,33-20 0,-5 27 0,15-21 0,3 21 0,8-26 0,14 20 0,-1-20 0,13 10 0,-3-12 0,10 3 0,-10-7 0,10-1 0,-15-4 0,16-4 0,23 1 0,-13-3 0,33-4 0,-44-10 0,5 5 0,-20-9 0,-15 13 0,-2-1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29.5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24575,'0'16'0,"0"7"-9831,0 15 8341,0-2-665,0 28 2155,3-15 1077,-3 1 1,0 6-1078,3 14 0,0 2 0,-1-1 0,0 0-196,0-1 1,0-2 195,0-9 0,1-6 0,1 8 4342,-1 28-4342,-1-54 6494,-2 4-6494,0-26 0,0 1 0,0-8 876,-1-2-876,-1-4 0,-1-6 0,0-1 0,2-5 0,-1 1 0,1-12 0,0 13 0,-1-5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30.6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0 130 24575,'2'-7'0,"-2"0"0,4 5 0,-2 0 0,0-2 0,5 0 0,-2 0 0,11-6 0,-4 2 0,33-9 0,-13 5 0,38-6-6784,-30 8 6784,4 1-4537,11 1 4537,-31 5 0,22-1 0,-31 5 0,-4 1 0,-2 12 4537,-4-1-4537,0 39 6784,-3-20-6784,1 63 0,-3-59 0,-2 33 0,1-54 0,-2 3 0,1-13 0,-4 0 0,2-5 0,-2 2 0,-5-2 0,0-2 0,-4 0 0,-3 0 0,8 0 0,-10 2 0,10-2 0,-15 1 0,14 0 0,-13 1 0,17 0 0,-4 1 0,7 0 0,-2 0 0,2 1 0,2 0 0,-1 0 0,2 2 0,-2-2 0,1 2 0,-2 0 0,0-1 0,-2 1 0,2 0 0,-2 0 0,2-2 0,2 1 0,-1-2 0,1 0 0,-2-1 0,-2 0 0,2 0 0,-4 0 0,4 0 0,-6 0 0,5 2 0,-4-1 0,5 0 0,-2-1 0,4 0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31.7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 4 24575,'-9'-2'0,"2"0"0,3 2 0,0 0 0,-2 2 0,2 0 0,-14 10 0,7-4 0,-16 13 0,11-8 0,-26 27 0,25-20 0,-19 23 0,30-28 0,-4 8 0,10-12 0,0 9 0,2-10 0,6 16 0,-3-18 0,8 13 0,-8-16 0,5 4 0,-6-6 0,-1-2 0,3-3 0,-3 0 0,2 0 0,1-9 0,-1 7 0,11-22 0,-7 14 0,8-16 0,-9 13 0,2-8 0,0-5-6784,2-10 6784,-1 11 0,0-7 0,-9 26 0,2-8 0,-4 12 0,4 6 0,-3 6 0,7 9 0,0 5 0,2-2 0,13 22 6784,-11-21-6784,19 31 0,-22-38 0,13 18 0,-17-28 0,3 5 0,-6-9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32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323 588 24575,'-19'-2'0,"7"-1"0,-2-1 0,4 1 0,3 2 0,-4 1 0,3-2 0,-11 1 0,3-1 0,-9 1 0,11 0 0,-2-1 0,7 2 0,-14 11 0,8-2 0,-14 17 0,16-12 0,-8 15 0,11-16 0,-8 22 0,12-16 0,-2 14 0,8-15 0,0 17 0,2-20 0,4 16 0,-1-21 0,7 10 0,-7-11 0,4 1 0,-2-5 0,0-4 0,0-1 0,10-24 0,-7 3 0,16-39 0,-11 23 0,10-24 0,-10 28 0,14-30 0,-16 28 0,16-55 0,-22 53 0,5-43-6784,-15 21 6784,0 10 0,-5-30 0,2 36 0,-2-3 0,3 2 0,1 27 0,1-5 6784,1 16-6784,2 3 0,0 20 0,0 3 0,0 16 0,0 34 0,0-31 0,0 24 0,0 2 0,3-17 0,-3 7 0,1 0 0,1-11 0,-2 34 0,3-35 0,-1 25 0,1-39 0,3 16 0,-3-28 0,3 13 0,-2-18 0,0 2 0,-1-6 0,-2 1 0,-1-4 0,2 5 0,-1-5 0,0 2 0,1-3 0,-2-2 0,2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33.4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262 857 24575,'-8'-6'0,"2"3"0,0 1 0,0 0 0,-5 1 0,2 0 0,-11 4 0,8 0 0,-13 9 0,10-4 0,-24 24 0,23-16 0,-20 30 0,24-24 0,-7 18 0,10-16 0,1 14 0,5-18 0,1 14 0,2-19 0,2 30 0,-1-30 0,2 20 0,-1-31 0,2 0 0,0-2 0,2-6 0,0-3 0,28-38 0,-16 17 0,36-50 0,-17 17 0,-1 4 0,4-7 0,-28 39 0,13-18 0,-8-12 0,4-27 0,-11 1 0,-3-3 0,-3 27 0,-3 1-476,-3-30 1,-3 6 475,-6 16 0,-16-19 0,13 50 0,-7-9 0,13 31 0,-3-8 0,4 12 0,1 0 0,5 14 0,1 41 0,0-6 0,0 11 0,0 3 951,0 10-951,0 18 0,0 1 0,0-7-616,0 9 1,0-2 615,0-22 0,2-9 0,0-2 0,-1-13 0,10 33 0,-7-52 0,4 19 0,-5-32 0,0-1 0,-2-5 0,0-1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33.8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24575,'9'28'0,"0"-4"0,-3-5 0,0-2 0,1 2 0,-2 3 0,-1-4 0,1 3 0,4 16 0,-6-20 0,5 17 0,-6-29 0,0 2 0,2-5 0,-4-2 0,2-6 0,-2 3 0,0-3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34.1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24575,'-3'10'0,"1"1"0,2-4 0,0-1 0,0 1 0,0 0 0,0 1 0,0-3 0,0-1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34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67 235 24575,'-8'-2'0,"2"2"0,3 2 0,0 4 0,0-2 0,0 2 0,-2 4 0,2-3 0,-5 11 0,3-10 0,-1 10 0,4-13 0,-2 8 0,2-8 0,0 4 0,0-5 0,2 2 0,-2-4 0,11-32 0,-7 13 0,14-28 0,0 10 0,0 9 0,14-23 0,-15 28 0,36-37 0,-33 39 0,34-22 0,-38 35 0,7-2 0,-15 8 0,0 3 0,-2 2 0,6 17 0,3-4 0,9 25 0,-3-13 0,25 50 0,-23-43 0,23 34 0,-32-54 0,5 7 0,-12-16 0,5 5 0,-6-11 0,2 4 0,-1-8 0,-2 1 0,1-1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35.3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588 17 24575,'-20'-3'0,"4"1"0,-1 2 0,4 0 0,-4 0 0,3 2 0,-2 2 0,-1 5 0,4 0 0,-7 22 0,11-15 0,-3 30 0,9-23 0,3 19 0,3-20 0,5 16 0,-4-22 0,9 15 0,-9-21 0,27 0 0,-19-14 0,16-4 0,-18-7 0,-2 3 0,4-7-6784,9-13 6784,4-10 0,11-31 0,-7 22-4537,-7 2 4537,-12 33 0,-6 18 0,-2 3 4537,3 9-4537,13 45 0,1 2-609,4 8 0,3 5 609,-8-24 0,2 2 1265,8 16 0,4 8 1,-2-8-1266,-6-16 0,2-1 0,11 22 0,6 10 0,-7-12 0,6 11 0,-3 8 0,-7-3-5391,-20-33 5391,-1 25 1062,-17-59-1062,-22-1 1751,-29-10-1751,-18-14 0,-21-7 0,2-4 0,16 1 0,2-3 0,-3 0-533,-19-2 0,-3 0 0,9 0 533,-3-9 0,18 6 0,27 12 0,0-5 0,31 9 0,0-3 0,10-6 0,5 3 0,15-29-2938,4 18 2938,15-15 0,-15 28 0,-4 4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36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0 486 24575,'67'-38'0,"-11"7"0,12-3-2653,-6 8 2653,-4 5 0,1 1 0,22-11 0,0 8 0,1 1-1726,13-1 1726,-13 5 0,5 0-718,-14 10 1,0 1 717,12-8 0,12-1 0,-22 8 0,10 1 0,5 1 0,-2 0 0,-9-1 0,3-2 0,-7 0 0,11-1-810,-1 4 0,13-1 1,7 1-1,0-1 0,-7 2 1,-14-1 809,0 0 0,-12 1 0,8 1 0,-1 0 0,8 1 0,3 0 0,-5 1 0,-11 0-339,19-1 0,-5 0 339,-3 3 0,3 0 0,-12 0 1072,14 1-1072,-19 3 0,-5 0 1693,-19-2-1693,8 3 5892,-47-5-5892,-15 0 2693,0 0-2693,-16 0 0,-10 0 0,-15 0 0,15 0 0,7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36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24575,'40'11'0,"-1"-3"-9831,23 7 8341,2-1 1490,-7-4 0,4 1 1999,33 12-1999,-27-12 0,0 0 0,28 11 0,1-6 0,-15 0 0,0 0 0,-31-6 0,1 1 0,41 8 0,-5 0 0,-23 2 1830,8 1-1830,-46 5 0,-23-8 0,-4 12 0,-14-13 6433,-16 9-6433,7-7 1059,-27 16-1059,17-12 0,-31 24 0,18-16 0,-24 29 0,21-26 0,3 4 0,-1 0 0,-5-3 0,4 0 0,2-2-443,5-7 443,-10 6 0,-1 1 0,5-2 0,-4 4 0,3-2 0,20-11 0,-21 23 0,32-22 0,-12 16 0,21-18 0,1 2 0,8-14 110,0-1 1,0-7 0,0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45.8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541 681 16803,'-44'-5'0,"11"2"0,2 0 0,13 3 0,-8 0 0,4 0 3425,-1 0-3425,-14 2 1335,8 1-1335,-29 7 709,21-4-709,-21 12 2303,29-9-2303,-6 13 0,22-10 0,-12 30 0,16-16 0,-2 25 0,8-28 0,10 17 0,-4-25 0,9 16 0,-4-19 0,10 9 0,-5-11 0,25 6 0,-19-12 0,23 2 0,-27-8 0,23-12 0,-16 5 0,19-22 0,-21 16 0,17-38 0,-24 29 0,19-46 0,-22 39 0,9-33 0,-13 33 0,5-26 0,-8 33 0,4-19-6784,-7 20 6784,2-1 0,-2-19 0,0-5 0,-2-14 0,0 7-4537,-3 19 4537,2 15 4537,1 6-4537,-2-1 0,4 9 0,-6 3 0,6 15 0,-2 10 6784,2-1-6784,-3 17 0,3-14 0,-2 43 0,2-32 0,2 46 0,-1-42 0,6 15 0,1 1 0,0-11 0,6 17 0,2-1 0,-3-27 0,18 35 0,-19-46 0,21 12 0,-15-17 0,19 9 0,-18-17 0,7 0 0,0-6 0,12-10 0,-4 2 0,5-17 0,-21 8 0,1-12 0,-7 11 0,13-28 0,-14 24 0,13-24 0,-20 29 0,5-7 0,-8 10 0,2-6 0,-3 11 0,0-5 0,0 4 0,-2-1 0,-2-5 0,-6-2 0,-4 1 0,-9-3 0,5 10 0,-13 0 0,15 4 0,-31 3 0,25 2 0,-34 6 0,30-2 0,-20 10 0,18-2 0,-7 11 0,17-10 0,0 9 0,15-13 0,-3 20 0,5-15 0,5 18 0,2-20 0,9 12 0,1-3 0,-2-2 0,6 3 0,27 5 0,-22-15 0,29 11 0,-39-23 0,19 1 0,-14-2 0,29-5 0,-25 2 0,47-15 0,-40 8 0,53-27 0,-48 20 0,39-33-6784,-40 26 6784,11-14 0,-19 13 0,15-24 0,-15 15 0,5-8 0,1-6 0,16-35 0,-24 38 0,-1 1 0,16-29 0,-32 36 0,1 14 6784,0-38-6784,-2 27-6784,1-30 6784,-14 23 0,-5 5 0,1 3 0,-8 13 0,10 13 0,-7 1 0,5 4 6784,-5 2-6784,3 0 0,-28 21 0,17-7 0,-23 28 0,29-20 0,-4 19 0,15-12 0,-5 52 0,9-17 0,2 15 0,0 4 0,5 5-647,0-21 1,1 10 0,0-10 646,3 15 0,1 10 0,0 0 0,-1-9-391,-2-22 1,1-1 390,0 8 0,1 18 0,-6-49 0,0 23 0,-3-40 1857,-2 11-1857,-1-18 863,-1 4-863,0-10 0,0 2 0,0-41-1696,2-1 0,0-9 0,2 15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46.3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1 208 24575,'10'-5'0,"0"2"0,1 3 0,0-2 0,6 1 0,5-3 0,20-3 0,-6 0 0,32-7 0,-33 5 0,25-6 0,-31 2 0,26-9-6784,-24 2 6784,7 2 0,-5-6 0,-20 17 0,12-10 0,-11 10 0,-4 3 0,11-2 6784,-13 6-6784,26-2 0,-18 2 0,27 2 0,-33-2 0,8 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48.2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283 976 19817,'-31'-5'0,"5"3"0,3 0 0,6 2 0,-4 0 0,6 0 0,-10 2 0,12-2 2222,-11 7-2222,4 0 808,1 5-808,-7 9 418,18-6-418,-4 18 1310,10-11-1310,2 13 0,0-12 0,1 9 0,2-14 0,11 24 0,0-18 0,25 22-6784,-18-24 6784,11-1 0,-18-12 0,5-4 0,-4-1 0,15-2 0,-11-4 0,21-18 6784,-20 9-6784,13-23 0,-18 21 0,13-20-6784,-13 18 6784,19-25 0,-19 22 0,14-16 0,-15 15 0,7-11 0,-13 14 0,7-19 0,-12 21 6784,1-14-6784,-4 21 0,0-10 0,-2 13 0,0-5 0,0 7 0,-1 2 0,0 0 0,1 6 0,-1 0 0,2 5 0,-3-2 0,2 42 0,0-27 0,4 40 0,1-43 0,6 16 0,-6-16 0,12 21 0,-8-19 0,16 17 0,-11-21 0,13 9 0,-12-16 0,29 6 0,-23-13 0,26-1 0,-29-8 0,20-11 0,-21 1 0,14-14 0,-18 12 0,5-9 0,-2-16 0,0-7 0,-3-1 0,2-3 0,-12 33 0,9-23 0,-8 18 0,8-31 0,-9 33 0,3-11 0,-4 25 0,0 8 0,-4 13 0,3 3 0,-3 6 0,2 2 0,1-8 0,-1 18 0,2-10 0,0 14 0,3 12-6784,17 23 6784,-9-21 0,32 20 0,-25-58 0,15 12 0,-18-24 0,7-2 0,-9-4 6784,18-16-6784,-20 6 0,17-33 0,-20 25 0,13-31 0,-13 34 0,7-20 0,-7 23 0,4-13 0,-6 16 0,7-21 0,-7 17 0,2-8 0,-6 19 0,-2 8 0,2 9 0,-2-2 0,2 14 0,3 11 0,-2-6 0,7 23 0,-5-30 0,8 23 0,-5-25 0,33 52 0,-20-46 0,37 45 0,-34-54 0,29 5 0,-30-16 0,23-5 0,-27-5 0,33-28 0,-33 16 0,36-64 0,-41 48 0,19-56 0,-20 44 0,2-30 0,0-5 0,-2 0-397,-1 12 0,-2 1 397,-4 3 0,-2 28 0,0-22 0,0-6 0,-2-27 0,1 32 0,-1-1 0,-3 5 0,0 7 0,0 0 0,-4-30 0,0 44 0,-6-13 0,1 29 0,-6-9 0,6 17 794,-2 1-794,6 7 0,1 2 0,-1 2 0,-9 8 0,5-2 0,-34 40 0,30-26 0,-25 42 0,32-39 0,-2 45 0,6-17 0,6-2 0,2 2-492,4 21 492,5-14 0,2-1 0,0 3 0,21 26 0,4 0 0,-8-22 0,1-1 0,0-6 0,-10-29 0,4-7 0,-6-8 0,8 8 0,-12-17 0,-1 4 0,20-1 0,20-1 492,-5-1-492,24 0 0,-43-7 0,51-7 0,-31-5-3392,4-11 0,-1-4 3392,-6-7 0,9-9 0,-49 28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48.6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0 24575,'-12'17'0,"1"2"0,2-2 0,-1 6 0,5-1 0,-5 19 0,4-1 0,-3 33 0,6-19 0,2-3 0,2-1 0,5 4 0,3 9 0,3 1 0,6-7 0,-4-4 0,0-3 0,1-10 0,-1-3 0,-6-16 0,1-7 0,-4 5 0,8 4 0,-7-5 0,14 14 0,-10-13 0,18 20 0,-16-19 0,18 16-6784,-11-16 6784,4 0 0,2-3 0,0-5 0,-1-4 0,10-4 0,-18-8 0,8-9 0,-18 7 0,2-4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49.1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1 147 24575,'12'-6'0,"0"0"0,-1 2 0,3-3 0,0 2 0,7-5 0,-3 5 0,7-5 0,28-4 0,-20 5 0,49-9 0,-50 9 0,55-7-6784,-58 7 6784,21-1 0,-42 8 0,-4-2 0,-2 4 0,0-2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3:52.2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213 0 24575,'-19'3'0,"-1"1"0,6 1 0,0 0 0,-5 7 0,7-8 0,-5 9 0,0 0 0,4 5 0,-10 20 0,14-15 0,-6 22 0,12-20 0,-3 11 0,4-14 0,-3 13 0,3-18 0,0 30 0,2-20 0,3 24 0,1-22 0,6 17 0,-4-23 0,7 17 0,-5-19 0,10 15 0,-3-8 0,16 20 0,-15-23 0,28 22-6784,-29-34 6784,14 10 0,-13-12 0,-2-2 0,13 0 0,2-3 0,0-4 0,4-8 0,-17 3 0,4-8 6784,-8 4-6784,31-36 0,-21 20 0,25-39 0,-35 37 0,7-25 0,-12 23 0,4-18 0,-6 23 0,-3-39 0,0 34 0,-12-40 0,2 41 0,-15-18 0,9 16 0,-26-27 0,17 23 0,-31-24 0,29 32 0,-33-13 0,34 24 0,-28-14-6784,40 22 6784,-12-4 0,20 7 0,-12 0 0,10 2 0,-11-2 0,12 2 0,-4 0 6784,5 2-6784,-2-2 0,4 2 0,0-2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15.1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47 24575,'8'-3'0,"7"0"0,-8 2 0,59-2 0,-26 2 0,40-1 0,-28 2 0,-2 0 0,43 3-454,-29-1 0,9 1 454,9-2 0,9-1 0,-5 0-1328,3 3 0,2-2 1328,4-1 0,8-1 0,-17 0 0,8 1 0,-11 0 0,-3 0-633,-10-3 633,-3 0 0,-1-1 0,-1 0 0,-3-1 0,-4-1 0,-13 3 0,37-5 0,-58 6 755,17-2-755,-37 3 0,-1-1 0,-7 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15.8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 0 24575,'-5'10'0,"0"1"0,2 20 0,-2-5 0,2 19 0,-2-4 0,1 9 0,1 2 0,0 5-1123,-1 34 1123,2-8 0,-1 0 0,-1 14 0,1-22 0,0-3 0,-1-3 0,2-16 0,1-3 0,1-10 0,-2 28 0,-1-9 0,-2-11 0,2-4 0,1-27 1123,0-2-1123,-1 5 0,1-6 0,0 4 0,2-12 0,0 2 0,-2-6 0,2 1 0,-2-1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16.4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1 240 24575,'10'-2'0,"0"0"0,0-3 0,4 1 0,3-3 0,2 2 0,10-5 0,53-10 0,-25 10 0,1-4 0,-1 1 0,-8 8 0,5-4 0,6-2 0,6 3 0,1 0 0,0 1 0,3 0 0,26-2 0,-6 1-1672,-6 1 1672,1 0 0,-3 1 0,-13-2 0,-2 3 0,-3 0-5960,-17 0 5960,6 1 0,-31 2 0,12-2 0,-14 0 0,10-3 848,-23 3-848,0 2 1696,-6-1 0,0 2 0,-1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16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0 24575,'-11'0'0,"0"4"0,3-1 0,1 5 0,-1-2 0,-8 28 0,9-19 0,-17 41 0,7 17 0,1-17 0,5-4 0,1-2 0,4-5 0,1 5 0,1 2-6784,0 11 6784,-1 19 0,4-53 0,-1-14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18.1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1 180 24575,'8'-6'0,"2"0"0,10-5 0,-2 5 0,29-15 0,12 4 0,3-1 0,-3 2 0,-19 11 0,25-3 0,19-7 0,-20 9 0,12 1 0,-9 0-1263,-14-1 0,1-1 1263,38 3 0,16 0 0,-19 2 0,-9-2 0,-15 3 0,11 0 0,-12-1-820,11-1 820,-2 3 0,3 0 0,-26 0 0,1 0 0,30 1 0,-4 1 0,-4-2 0,6 3 0,-60-3 0,4 0 0,-13 0 0,-3 0 2411,-2 0-2411,-2-2 0,-2 2 0,-1-2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18.7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1 240 24575,'8'0'0,"-1"0"0,-5-2 0,6 0 0,-5-2 0,7-2 0,2-1 0,10-9 0,6 4 0,33-16 0,-18 11 0,42-12 0,-35 15-886,19 0 0,6 2 886,17 2 0,-18 2 0,12 0 0,-10 1 0,-23 3 0,0 0 0,16 1 0,8 0 0,-13 0 0,4-4-300,1 6 1,-3-1 299,-20-3 0,25 2 0,-54-1 0,-3 1 0,-14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19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0 737 20252,'5'-30'0,"2"1"0,-7 3 0,5 3 0,-5-2 2033,5-11-2033,-4 4 734,3-28-734,-3 26 377,8-44-377,-5 45 1179,7-42-1179,-3 41 0,8-19 0,-4 25 0,19-15 0,-19 26-6784,30-18 6784,-25 25 0,47-12 0,-34 16 0,50-2 0,-44 9 0,28 6 0,-33 2 6784,29 17-6784,-34-13 0,33 36 0,3 8 0,-24-12-577,21 20 1,-1 3 576,-26-11 0,4 4 0,0 2 0,1 13 0,-7-2 0,-4-4 0,-10-16 0,-6 27 0,-18-59 0,-16 22 0,0-14 0,-26 25 0,23-22 1153,-25 15-1153,28-23 0,-23 21 0,7-1 0,3-1 0,-21 24 0,27-20 0,-9 4 0,20 10 0,14-36 0,2 40 0,7-36-6784,15 37 6784,-5-35 0,16 28 0,-12-36 0,12 18 0,-15-23 0,1-1 0,-11-12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20.3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33 24575,'7'4'0,"-1"4"0,-5-2 0,2 5 0,-2-3 0,3 0 0,-2 3 0,2 3 0,-1-4 0,1 2 0,-4-5 0,4 1 0,-3 0 0,1-1 0,-2-7 0,0-7 0,1-2 0,0-5 0,1 7 0,-2-10 0,0 7 0,0-15 0,0 14 0,0-12 0,-2 17 0,0-7 0,-2 9 0,0-4 0,2 7 0,0 7 0,2 1 0,2 3 0,2 13 0,-2-15 0,2 12 0,-4-17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4:02.4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987 7 24575,'-38'20'0,"11"-2"-9831,-19 10 8341,11-2-665,-4 1 2155,-4 4 2155,3 2-2155,-8 3 0,9 5 0,-15 16 0,-2 6 0,23-24 0,0 5 0,-6 13 0,-8 13 0,1 2 0,8-12 0,5-11 0,3 1 1059,-8 21 0,-4 10 0,9-13-1059,3 1 2416,6 6 1,3 1-2417,5-4-231,7-8 0,2-2 231,5-4 0,5 1 0,2 2 0,3 9 0,4 9 0,3 1-846,7-4 846,0 1 0,3-1 1749,8-7-1749,10 10 0,3 2 0,-18-35 0,1 0-124,20 28 1,0 1 123,-21-30 0,0 0 0,16 18 0,0 0 0,5 13-280,-6-13 1,1-2 279,0 2 0,-7-10 0,7 10 0,-3-7 0,-10-17 0,2 1-276,16 19 1,7 8 0,-7-12 275,12 2 0,-4-8 0,0-2-808,-1-3 808,7-3 0,3-1 0,-24-14 0,6-2 0,28 1 0,22 0 0,5-2 0,-12-3 0,-16-6 0,-7-2 0,7-1-1029,7 2 0,7 2 0,5-3 1,2-5 1028,1-7 0,7-5 0,0-3 0,-3-1 0,-11 2-856,1 1 0,-10-1 0,8 0 856,-1 0 0,10-2 0,2 0 0,-2 0 0,-11-1-188,7-2 0,-10-1 1,-8 1 187,-9 3 0,0-2 0,14-8 0,9-5 0,-7-2 0,1-6 0,-4-5 0,-9 1 0,3-4 0,-6 1 0,5-8 0,-7-3-166,-1-16 1,-10 1 165,-3-8 1502,-14 6 0,-1-1-1502,1-7 0,-1 1 0,6-16 0,-5 10 0,-11 25 0,-1-1 743,10-30 0,4-11 1,-7 15-744,-2 0 0,-11 9 0,-3 1 1556,1 2-1556,-5-7 0,-1-4 0,-7 30 0,-1-2-70,3-41 1,-2-1 69,-7 41 0,-3-2 0,-5-16 0,-5-9 0,1 9 0,1 16 0,-4-1-587,-13-25 0,-8-12 0,1 10 587,6 16 0,-9 1 0,-5 10 0,-14-8 0,-5-2 0,1 3 0,10 9 0,-7-14 0,-6 4 0,2 17 0,-15-5 0,-4-1 0,4 7 0,15 11 0,9 10 0,-1 5 0,-11 1 0,-15-2 0,-1 3 0,11 4 0,-3 3 0,0 5 0,-1 1 0,-11-1 0,-2 2 0,11 1 0,-12 0 0,1 2 0,15 1 0,-8-2 0,1 2 0,9-1 0,-5 2 0,-1-1 0,6 0 0,-11 0 0,0 0 0,7 0 0,-20 1 0,-2 0 0,10 1 0,-11-1 0,1 1 0,13 0 0,4 1 0,4 0 0,0-1 0,-5 1 0,18 1 1781,13 5-1781,-38 6 828,55 2-828,-23 5 1659,41-5-1659,-6 5 3729,14-10-3729,-1 4 0,6-10 0,1-1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0:59.8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23213,'24'3'0,"20"1"-9831,-6-3 9393,13 3-1566,-8 0 2004,-1-1 2158,11 2-2158,27 5 0,-11-2 156,16 4-156,-13-8 0,6-2 0,-1 1 0,1 0 1892,3-1 1,-1-1-1893,-4 0 0,-10 1 0,-17 0 0,2 0 0,-2-1 0,-12 2 0,50 0 0,-76-3 0,16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00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24575,'4'8'0,"1"1"0,-1 4 0,4 1 0,-1 4 0,4 12 0,-5-4 0,10 30 0,-9-19 0,7 42 0,-10-35 0,1 10 0,0 2 0,-4-1 0,1 23 0,1 1 0,-3-23 0,-1-3 0,-1-5 0,2-29 0,-5 15 0,5-13 0,-2 21 0,2-21 0,0 13 0,0-10 0,2 7 0,-2-15 0,2 4 0,-2-15 0,-1 3 0,0-7 0,-1-1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01.0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 21682,'36'0'0,"-8"0"-9099,10 0 9099,-13-2 2896,14 1-2896,13-3 1800,-3-3-1800,9 3 0,3-1 0,5-5 0,1 8 0,14 3 0,2 0 170,4 0 1,0 1 0,-2 1-171,16 4 0,-3 0 3392,19-4 0,-38 5-3392,-75-1 0,-4-3 0,0-1 0,0 1 0,2 0 0,-2 0 0,3 0 0,0-1 0,0 1 0,1 0 0,0 0 0,-2 0 0,4 0 0,-6 0 0,6-2 0,-6 0 0,2-2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02.8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419 166 24575,'-27'18'0,"4"1"-9831,-10 7 8341,7-1 4308,-8 1-2818,-11 16 1719,10-16-1719,-32 37 0,33-29 0,-18 24 0,31-32 6784,4 4-6784,12-20 0,11 3 0,-3-10 0,32 2 0,-12-4 0,48-6 0,-28-2 0,38-8 0,7-3 0,7-5-3392,-13 7 0,-4-1 3392,-11-1 0,3 4 0,-31 2 0,30-7-4537,-39 8 4537,4-4 0,-18 8 0,1-5 4537,-8 6-4537,0-4 0,-11 6 0,2 1 0,-4-1 0,2-4 6784,-2 3-6784,-10-13 0,5 10 0,-23-22 0,14 15 0,-54-37 0,31 26-234,-10-4 0,-2 0 234,7 2 0,-32-12 0,41 22 0,-32-5 0,30 13 0,-29-2 0,43 10 468,-7 15-468,27-1 0,4 15 0,4-6 0,6-3 0,-1 6 0,19 15 0,-7-7 0,27 32 0,-19-30 0,21 20 0,-21-21 0,21 14 0,-27-23 0,17 11 0,-26-22 0,18 17 0,-23-19 0,12 16 0,-20-22 0,3 6 0,-2-7 0,0 5 0,-1-4 0,-1 0 0,-2-12 0,1 1 0,-2-8 0,4 6 0,-6-3 0,1 0 0,-4-6 0,-15-23 0,2 11 0,-19-35 0,-3 16 0,7 2 0,-4-2 0,2 8 0,0 3 0,-26-35 0,14 36 0,43 32 0,-4 2 0,10 5 0,0 0 0,19 28 0,17 17 0,1 5 0,1-7 0,1 0 0,4 6 0,0-5 0,0-1 0,5 0 0,23 22-6784,-29-32 6784,1-3 0,-20-13 0,-9-14 0,-6-6 0,-1 0 0,-5-6 0,0-2 6784,2-1-6784,-2-13 0,0 5 0,-5-24 0,2 18 0,-5-20 0,6 13 0,-9-28 0,8 26 0,-10-21 0,9 37 0,-5-11 0,6 14 0,-5-9 0,3 12 0,-1-12 0,3 14 0,1-5 0,2 9 0,4-7 0,-1 5 0,4-6 0,-3 7 0,4-2 0,-2 4 0,-1 2 0,-1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04.4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0 848 24575,'6'-6'0,"0"0"0,-3 2 0,1 2 0,0-1 0,0 0 0,0-2 0,2-2 0,5-4 0,5-3 0,10-12 0,-3 8 0,11-21 0,-11 15 0,28-45 0,-22 27 0,21-43 0,-31 42 0,6-18 0,-16 29 0,3-31 0,-9 27-6784,-3-40 6784,-3 44 0,-14-26 0,5 38 0,-15-12 0,8 19 0,-8 0 0,9 9 6784,-6 5-6784,9 4 0,-18 20 0,13-7 0,-18 26 0,19-18 0,-14 33 0,20-27 0,-10 39 0,20-34 0,-1 31 0,2 8 0,5 20 0,-3-14 0,1 3 0,4-9 0,1-6-6784,-3 23 6784,2-34 0,1-4 0,-2 8 0,5 26 0,2 6 0,-4-39 0,0 1 0,1 10 0,0 5 0,-1-11 0,3 2 0,-2-3 0,-4-38 6784,-1 9-6784,-1-19 0,-2 3 0,2-10 0,-2 6 0,4-8 0,-4 0 0,2-3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04.9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1 372 24575,'3'-10'0,"2"1"0,3 0 0,3 5 0,-2-6 0,22-5 0,-10-1 0,29-8 0,0-1 0,1 5 0,4 0 0,-7 3 0,0 1-339,20-5 1,-3 4 338,9 1 0,22-1 0,-46 9 0,6-1 0,1-1 0,2 2-64,39-9 64,-39 8 0,21-5 0,-34 6 0,8-4 0,-46 8 0,1-1 0,-9 4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07.6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0 24575,'0'26'0,"0"1"-9831,0 14 8341,0-7 4308,3 34-2818,0-15 0,1 7 0,4 18 0,-4-27 0,5 46 0,-5-46 533,-1 15 0,0 0-533,-2-2 0,2 1 0,0-1 0,-2-10 0,-2 33 6461,1-47-6461,-5 41 0,4-48 0,-1 37 976,0-45-976,1 28 0,-1-38 0,2 14 0,0-23 0,0 6 0,0-8 0,0 6 0,0-10 0,-2-12 0,2 1 0,-2-13 0,0 12 0,1 2 0,-1-2 0,0 5 0,0-13 0,-2 10 0,-2-13 0,1 12 0,-7-12 0,5 13 0,-4-7 0,6 10 0,2 0 0,0 3 0,1-2 0,-2 4 0,0-5 0,0 4 0,2-3 0,0 3 0,1-1 0,0 0 0,-2 0 0,2 0 0,-2 2 0,2-2 0,-2 1 0,1 0 0,-2-6 0,0 8 0,0-11 0,2 9 0,0-7 0,2 10 0,2 12 0,1-3 0,4 23 0,-2-17 0,6 19 0,-6-15 0,2 8 0,-3-12 0,3 12 0,-4-13 0,2 5 0,0 1 0,-1-11 0,2 5 0,-3-12 0,1-4 0,6-8 0,1-6 0,16-16-6784,-8 5 6784,7-8 0,-7 11 0,24-34 0,-12 20 0,4-2 0,-1 0 0,-4 3 0,32-30 0,-25 27 0,18-16 0,-26 28 0,4-1 0,-26 22 0,5-2 0,-10 5 0,1 2 0,-1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1:09.1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1 24575,'3'15'0,"1"7"0,-3-4 0,4 17 0,-5-10 0,5 15 0,-2-7 0,1 11 0,0 12 0,0 3 0,-3 12-1245,3 22 1,0 1 1244,-3-12 0,1 6 0,-1-1 0,-1-6-111,-2-8 1,1-2 110,0-9-2944,0 9 1,-1-1 2943,2-22-1,-2 15 0,0-5 1,0-35 1212,-2 33-1212,2-40 600,1 16-600,-3-16 6783,4 7-6783,-2-14 4,0 2-4,1-10 0,0 2 0,2-10 0,0 2 0,1-3 0,-2 5 0,0-8 0,0-2 0,-2-1 0,-1-3 0,-3 5 0,-5-18 0,3 15 0,-5-17 0,7 24 0,-6-16 0,7 15 0,-3-14 0,4 15 0,0-9 0,0 12 0,2-4 0,-1 5 0,0-2 0,1 0 0,-5-9 0,5 8 0,-5-5 0,6 8 0,-1 3 0,2 8 0,0-2 0,0 12 0,0 1 0,0 3 0,5 27 0,-2-23 0,9 41 0,-6-35 0,12 27 0,-11-31 0,16 17 0,-18-31 0,10 10 0,-12-20 0,2 1 0,-1-6 0,2-2 0,-2-3 0,8-10 0,-4 5 0,28-52 0,-18 31 0,7-13 0,0 0 0,-8 13 0,20-31 0,-22 40 0,36-45 0,-27 44-6784,17-23 6784,-29 40 0,-5 2 0,1 1 0,-4 1 0,2 2 0,-4-1 0,3 2 6784,-2 0-6784,3 1 0,0 0 0,-4 1 0,2 1 0,-4 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4:04.9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2365 3101 20714,'-39'14'0,"-4"-1"-8368,-1 0 8368,8-5-1718,1 0 1718,8-3 2160,-6 0-2160,-25-2 0,12 3 0,-10-6 0,-3 0 466,-20 3-466,-18-10 0,-2-3 0,8 0 1899,1-7 0,6-2-1899,31 2 0,-2-3 0,0 0 6384,8-4-6384,-3 3 0,0 0 0,5-5 0,1 0 0,-1 0 0,0 0 0,-6-9 0,1 0 0,10 9 0,-8-11 0,0 0 0,7 5 0,-1-4 0,2 0 0,1-2 0,6 0 0,1-1 0,2-5 0,-13-40 0,-2-7 0,22 45 0,0-1-598,-6-20 1,-3-9-1,4 10 598,-6-17 0,7-10 0,2 1 0,6 20-371,2-14 1,5 5 370,8 42 958,0-59-958,4 66 32,2-55-32,-1 49 0,8-47 0,-2 35 0,21-41 0,-10 40 0,7-5 0,0 0 0,-4 8 0,5-6 0,0 2 0,-3 12 1818,23-35-1818,-24 40 865,19-22-865,-22 29 0,28-32 0,-17 23 0,6-9 0,29-7 0,-6 16 0,12-11 0,7 12 0,-41 20 0,17 2 0,3 0 0,-6 3 0,11 3 0,15 1 0,-10 2 0,13 1-693,10 2 1,-2 1 692,-22 4 0,-13 1 0,-2 0 0,10 6 0,-3-1 0,2 1 0,33 10-664,-27-6 0,-1-1 664,28 6 0,-36-5 0,-5-1 0,-8 1 0,29 16 1288,-43-15-1288,33 21 0,-27-11 0,29 20 0,-14-5 0,11 19 0,-13-16 0,7 39 1005,-22-31-1005,-9-6 0,-2 1 0,5 8 0,0 6 0,5 13 0,-4-10 0,7 19-919,-1-7 1,7 14 0,-7-13 918,8 11 0,-4-9 0,1 0 0,4 11 0,-14-24 0,3 9 0,-5-7 0,-7-10 0,-1-2-622,13 29 1,-3 2 621,-16-16 0,-4-6 0,1 11 0,-4 11 0,-1 1 0,-4-5 0,-5-2 0,-3-2 0,-2-1 0,-4 3 0,-2 3 0,-2 9 0,1-27 0,-3 10 0,1-11 0,-6 24 0,-1-12 0,-2-6 32,3-23-32,-1 2 0,-1 0 0,-4-1 0,0-2 0,0-2 0,0-8 2562,-35 27-2562,34-36 0,-37 26 0,39-30 1443,-24 8-1443,26-14 381,-18 1-381,26-10 0,-13-1 0,19-4 0,-3-2 0,8 1 0,3-2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15T07:14:49.6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3262 24575,'0'-26'0,"0"-29"0,40-24 0,-20 5 0,6-5-3715,25 3 1,6-5 3714,-15 3 0,-2-8 0,2 1 0,0 6 0,2 2 0,1-4 0,-1 5 0,2-5 0,0 1 0,-2 4 0,1-1 0,-3 5 0,2-2 0,7-12 0,2-2 0,-1 9-152,9 0 0,-2 6 152,-7-4 0,-2 3 765,-2 17 0,2 2-765,16-9 0,1 5 0,-18 19 0,1 3-462,18-15 0,2 5 462,-13 19 0,-1 4 0,-6 0 0,2-1 0,32-6 0,0 2 0,-35 11 0,0 1 0,25-7 0,0 1 0,-24 12 0,0 3 0,7-3 0,2 1 0,-1-1 0,1 1 0,4 0 0,2-2 0,2-4 0,1-1 0,0 5 0,0-1 0,7-9 0,2-1 836,-2 5 1,1 0-837,2 0 0,-1-1 0,-8-1 0,3-2 0,-4 3 0,6 0 0,-8 1 0,-7 0 0,-2 0 0,39-8 0,-1 0 393,-37 9 1,-1 4-394,9 5 0,1 1 0,-3-8 0,2 1 0,19 5 0,2 3 0,-17 0 0,1-1 0,24 0 0,0 2 0,-24 5 0,-4 0 0,1 0 0,0 0 0,-3 0 0,-1 0 0,-5 0 0,-1 0-352,9 0 0,-1 0 352,-7 4 0,-1 1 0,0-1 0,-3 3 964,30 11-964,-4 8 0,0 2 0,-10 6 557,-7-12 0,0 0-557,4 11 0,-5-13 0,0 2 0,10 21 0,-25-22 0,2 0 0,5 2 0,3 4 0,14 10 0,1 0 0,-10-12 0,-1 0 20,8 15 0,0 2-20,-8-8 0,-3 0 0,-4 3 0,-1 3 0,10 6 0,0 1 0,0-1 0,0 1 0,-4 6 0,1 0 0,5-5 0,-3 1 0,-15 1 0,-2 0 0,1-2 0,1 1 0,10 21 0,-2-1 0,-20-24 0,0 1 0,26 27 0,-3-1 0,-11 3 44,-12-24 1,0 2-45,12 31 0,-25-37 0,1 0 0,21 29-325,-6 6 325,-2-10 0,-5-5 0,-6 0 698,5-11-698,-6 9 1414,2-20-1414,-3 9 891,-2-12-891,2-7 486,-10-4-486,2-14 0,-6-1 0,-1-7 0,0 0 0,0 3 0,0-2 0,-4 3 0,3-4 0,-7 0 0,3 0 0,0-4 0,-3 3 0,-4-8 0,-9 4 0,-16-4 0,-6 0 0,-9 0 0,1 0 0,-1 0 0,-11 0 0,8-13 0,-19 3 0,20-18 0,-20 10 0,19-9 0,-19 1 0,19 3 0,-8-6 0,20 14 0,2-4 0,9 2 0,6 5 0,2 1 0,5 3 0,2 7 0,3-7 0,9 8 0,8-4 0,16 4 0,6 0 0,9 0 0,10 8 0,4 9 0,10 9 0,5 18 0,9 3-771,-1 12 771,-37-30 0,0 0 0,35 29 0,1 1 0,-6-12 0,-20-6 0,-2-18 0,-25-6 0,-1-5 0,-10-2 0,-6-5 771,0-1-771,-4-11 0,-1-5 0,-4-16 0,0 3 0,0-16 0,0 7 0,0-9 0,0 0 0,0 0 0,0 9 0,0-6 0,0 5 0,0-7 0,0-1 0,0 0 0,0 0 0,0 9 0,0 2 0,0 9 0,0 6 0,0-5 0,0 12 0,0-5 0,0 3 0,0 6 0,0-1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15T07:14:55.8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391 466 24575,'12'0'0,"5"10"0,-7-3 0,14 23 0,-7-11 0,-1 7 0,-1-5 0,-7 5 0,5 8 0,-5 8 0,-2 1 0,-6 11 0,0-9 0,0 20 0,0-20 0,0 9 0,0-12 0,0 1 0,0-9 0,0-9 0,0-3 0,0-12 0,0 6 0,-4-7 0,3 0 0,-7 0 0,3-1 0,-11 8 0,6-6 0,-12 7 0,5-7 0,-6 2 0,-1-1 0,1-4 0,0 3 0,-1-9 0,1 5 0,0-6 0,-1 0 0,7 0 0,-4 0 0,4-6 0,0 1 0,-5-12 0,10 0 0,-18-25 0,8 5 0,-4-7 0,7 12 0,6 0 0,1 7 0,-2-16 0,7 15 0,1-14 0,1 14 0,3-14 0,-3 5 0,5-7 0,0-1 0,0 9 0,0-7 0,0 15 0,0-6 0,0 0 0,0 7 0,0-7 0,0 0 0,5 6 0,3-14 0,9 14 0,4-15 0,12 14 0,3-8 0,23-7 0,-13 10 0,-2 3 0,1 1 0,16 1 0,26-18 0,-31 27 0,9-6 0,-20 10 0,9-2 0,-12 2 0,1 6 0,-9-3 0,-2 9 0,-9-3 0,-6 5 0,-2 0 0,-6 0 0,0 0 0,0 0 0,0 0 0,0 0 0,0 0 0,0 0 0,-1 0 0,1 0 0,0 0 0,0 0 0,-4 3 0,-2-2 0,-3 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15T07:14:57.3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24575,'49'0'0,"4"0"0,43 0-1238,-45 0 0,2 0 1238,13 0 0,2 0 0,-1 0 0,-1 0 0,-7 0 0,-1 0 184,0 0 1,-2 0-185,28 0 505,-14 0-505,-25 0 0,-13 0 0,-9 0 1256,-6 0-1256,-2 0 86,-13 0 1,2 0-1,-7 0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15T07:14:58.7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24575,'25'0'0,"32"0"0,7 0 0,33 0 0,-12 0 0,-5 0 0,-12 0 0,-12 0 0,-11 0 0,-13 0 0,-9 0 0,-6 0 0,-2 0 0,-6 4 0,0-3 0,0 3 0,0 0 0,0-3 0,0 3 0,0-4 0,0 0 0,6 0 0,-4 0 0,10 0 0,-10 0 0,4 0 0,-6 0 0,0 0 0,-4 3 0,-1 1 0,-4 1 0,0-2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15T07:15:04.2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1086 24575,'0'-58'0,"9"-24"0,1 24 0,3-2-2182,14-33 2182,-6 22 0,3 1 0,20-11 0,-20 15 0,-2 0 328,8-18-328,2 3 0,-22 25 447,12 11-447,-9 13 0,-2 8 0,0 7 1105,-5 2-1105,-2 6 302,0 0-302,-3 0 0,3 13 0,-4 39 0,0 7 0,0 3 0,0 4-528,0 17 528,0-12 0,0 2 0,0-11 0,0-2 0,0 8 0,0 0 0,0-2 0,0-1 0,0 42 0,0-14 0,0-14 0,0-25 0,0-13 0,0-15 0,0 4 0,0-10 0,0 4 132,0-7 0,0-3 0,0-2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15T07:15:05.2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15T07:15:06.8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113 1 24575,'-7'41'0,"-10"5"0,5 11 0,-9-3 0,13-12 0,-6 1 0,6 11 0,-7 15 0,13 2 0,-7 9 0,9-12 0,0-12 0,0-2 0,0-20 0,0-2 0,0-15 0,0-2 0,0-6 0,0 0 0,3-4 0,2-1 0,18-4 0,-4 0 0,22 0 0,4 0 0,0 0 0,20-8 0,-8 6 0,10-13 0,-10 7 0,7-9 0,-19-3 0,9 3 0,-20-3 0,-2 7 0,-9-4 0,-6 10 0,4-9 0,-10 11 0,4-2 0,-7 0 0,-3 6 0,-2-2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15T07:15:08.5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24575,'0'8'0,"0"0"0,0 1 0,0 0 0,0 15 0,0-8 0,0 16 0,0-11 0,0 11 0,0-7 0,0 26 0,0-22 0,0 33 0,0-25 0,0 8 0,0-4 0,0-16 0,0 7 0,0-15 0,0 5 0,0-12 0,0 5 0,0-6 0,0 0 0,0-1 0,0-1 0,0 1 0,0-1 0,0-2 0,0-2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06:44.991"/>
    </inkml:context>
    <inkml:brush xml:id="br0">
      <inkml:brushProperty name="width" value="0.1" units="cm"/>
      <inkml:brushProperty name="height" value="0.6" units="cm"/>
      <inkml:brushProperty name="color" value="#AB008B"/>
      <inkml:brushProperty name="inkEffects" value="pencil"/>
    </inkml:brush>
  </inkml:definitions>
  <inkml:trace contextRef="#ctx0" brushRef="#br0">0 248 16383,'13'-4'0,"1"0"0,-3-1 0,8-2 0,11-3 0,-5 2 0,42-10 0,27 5 0,-1-3 0,-32 9 0,-2 1 0,16-1 0,1 5 0,25 0 0,5 0 0,-16 1 0,-4-2 0,0 1 0,3 2 0,15-1 0,-2 1 0,-19 1 0,-23 1 0,-4 0 0,10 2 0,7 0 0,3 0 0,11 0 0,4 0 0,-1-1 0,-5 1 0,-1-1 0,4-1 0,-10 0 0,4 0 0,1-1 0,-1 0 0,-2 0 0,-1-1 0,1-1 0,3 1 0,12 0 0,2 0 0,3 1 0,1-2 0,-9 1 0,0-1 0,3 0 0,3-1 0,2 0 0,-12 0 0,5-1 0,2-1 0,1 1 0,-2-1 0,-6 0 0,-8 1 0,9 0 0,-9-1 0,-2 1 0,5-2 0,5 1 0,6-2 0,1 0 0,-8 1 0,-16 1 0,-3 0 0,-8 0 0,5-3 0,5-3 0,-3 3 0,6-1 0,-7 0 0,-3-2 0,-4 0 0,6 1 0,-12 1 0,-34 3 0,-13 5 0,3-4 0,-6 4 0,-2-4 0,-3 2 0,-1 0 0,0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39:52.6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1 123 24575,'6'4'0,"-1"-1"0,-3-2 0,1-1 0,3 0 0,0 0 0,1 1 0,-3 0 0,2 0 0,-4-1 0,5 0 0,-3 0 0,3 0 0,-2 0 0,-1 0 0,-2 0 0,0 0 0,1 0 0,-1 0 0,2 0 0,-1 0 0,0 0 0,0 0 0,0 0 0,-1 0 0,2 0 0,-2 0 0,1-1 0,0-1 0,-1 1 0,2 0 0,-2-1 0,0 2 0,1-3 0,-1 3 0,1-1 0,0 0 0,0 1 0,-1-1 0,1 1 0,-1-2 0,0 1 0,0-2 0,1 2 0,-1 0 0,1-1 0,-1 1 0,1-1 0,-1-1 0,1 1 0,-1 1 0,0-1 0,-1 0 0,0-1 0,-2-1 0,1 2 0,-2 0 0,2-1 0,-2 1 0,0-1 0,1 1 0,-1-1 0,1 0 0,-1-1 0,1 1 0,-2-1 0,1 1 0,-2-3 0,3 3 0,-2-2 0,3 3 0,-3-1 0,2 1 0,-1-1 0,1 0 0,1 1 0,-1-1 0,0 0 0,1 0 0,-1 0 0,1 0 0,0 0 0,1 0 0,-1 1 0,2 0 0,-1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38.76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54 24575,'2'-2'0,"-1"1"0,3 1 0,-1 0 0,3 0 0,-3 0 0,3 0 0,2 0 0,1-1 0,17 0 0,-12 0 0,16 1 0,-20 0 0,9 0 0,-10 0 0,8 0 0,-6 0 0,17 0 0,-16-1 0,9 0 0,-15 0 0,4 0 0,-1 0 0,8 0 0,-6-1 0,10 2 0,-12-3 0,14 3 0,-13-1 0,8 1 0,-11 0 0,5 0 0,-7 0 0,6 1 0,-6-1 0,7 1 0,-6-1 0,10 0 0,-9 0 0,18 0 0,-11 0 0,17 0 0,-16 0 0,11 0 0,-11 0 0,19 0 0,-17 0 0,16 0 0,-17 0 0,18-1 0,-20 0 0,11 0 0,-17 1 0,9-2 0,-5 2 0,11-1 0,-12 1 0,1 0 0,-3 0 0,8 0 0,1 0 0,16 0 0,-11 1 0,24 1 0,-25 0 0,23 0 0,-29-1 0,14 0 0,-14 0 0,18 1 0,-19-2 0,28 3 0,-28-2 0,18 1 0,-22-2 0,7 0 0,-8 0 0,6 0 0,-7 0 0,5 0 0,-6 0 0,22 0 0,-15 0 0,14 0 0,-19 0 0,4 1 0,-2-1 0,15 2 0,-8-2 0,10 0 0,-12 0 0,34 3 0,-28-2 0,40 3 0,-41-4 0,17 0 0,-19 0 0,31 0 0,-28 0 0,42 0 0,-41 0 0,23-1 0,-28 0 0,17 0 0,-19 1 0,13 0 0,-15 0 0,22 0 0,-22 0 0,35 0 0,-35 0 0,21 0 0,-21 0 0,28 0 0,-23 0 0,17 0 0,-17 0 0,7 0 0,-3 0 0,18 0 0,-20 0 0,22 0 0,-21 0 0,34 0 0,-28-2 0,47 1 0,-41 0 0,63-2 0,-56 1 0,56-3 0,-63 3 0,30-2 0,-41 4 0,29-2 0,-30 2 0,27-1 0,-33 0 0,7 0 0,-17 1 0,0 0 0,3 0 0,5 0 0,-2 0 0,10-1 0,-12 0 0,27 0 0,-24 1 0,15 0 0,-19 0 0,10 0 0,-6 0 0,19 0 0,-17 2 0,22-2 0,-21 1 0,18-1 0,-21 0 0,14 0 0,-16 0 0,20 0 0,-13 0 0,42 0 0,-33 0 0,32 0 0,-37 0 0,28 0 0,-18 0 0,30-1 0,-29 0 0,21-3 0,-26 4 0,8-2 0,27 4 0,9-2 0,-1 1 0,2-1 0,-48 0-6784,64-5 6784,-56 4 0,56-5 0,-68 6 0,33-3 0,-27 2 0,25-5 0,-28 6 6784,22-2-6784,-20 2 0,24-1 0,-31 0 0,11 0 0,-21 1 0,9 1 0,-9 0 0,7 0 0,-10-1 0,4 0 0,-3 0 0,17 1 0,-10 0 0,12 0 0,-15-1 0,5 0 0,-3-1 0,8-1 0,-5 0 0,9 0 0,-15 2 0,7 0 0,-15 0 0,1 0 0,-3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41.75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5880 185 24575,'-16'-5'0,"-12"-7"0,9 7 0,-11-7 0,5 8 0,1-4 0,-5 2 0,-58-11 0,35 6-630,-19 0 0,-1 1 630,9 1 0,11 3 0,2 0 0,-4 3 0,-12-2 0,-2 0 0,9 3 0,-11-1 0,-24-2 0,-3 0 0,19 1 0,27 1 0,-1 1 0,-18 0 0,-18-1 0,-8 0 0,6 1 0,18-1-867,9 0 1,3 0 866,-26 2 0,-10 0 0,13 0 0,31-1 0,4 1 0,-27 1 0,2 0-217,-6 2 217,7 1 0,-13 1 0,9 0 0,22 1 0,-1 1-453,-20-1 0,-9 1 0,14 0 453,-2 3 0,12-2 0,3 1 775,6 0-775,-37 6 1948,53-5-1948,-15 3 0,-1 2 0,8-1 0,-13 6 0,2-1 0,18-2 233,-16 5-233,23-9 1613,-33 15-1613,30-12 0,-28 10 0,-3-1 0,20-10 0,-35 8 0,-4-2 0,22-8 0,-19 1 0,-1-2 0,9-4 0,-4 1 0,-16 3 0,13-2-6784,-17 0 6784,-4 3 0,10-1 0,50-4 0,-27 7 0,21-3 0,-39 16 0,40-9 0,-34 17 0,45-19 6784,-31 16-6784,37-18 0,-21 15 0,23-11-6784,-20 19 6784,27-20 0,-13 16 0,21-22 0,-15 13 0,15-14 0,-11 13 0,7-10 6784,-3 7-6784,6-7 0,-2 4 0,-8 13 0,-4 12 0,1-3 0,3 7 0,12-22 0,-3 25 0,2-10 0,6 19 0,1 2 0,0-9 0,8 47 0,1-69 0,8 13 0,23 7 0,21 10 0,10-5 0,5-17 0,12-7 0,3-1 0,-7 5 0,-14 6 0,-5 4 0,1-1 0,4-7-652,15-9 0,8-6 1,-6-6-1,-18-5 652,6-3 0,-1 0 0,0 0 0,4-1 0,-2-1 0,15 0 0,-13-1 0,9-1 0,6-1 0,0 0 0,-8-2 0,-4-4 0,1-2-541,-30 4 1,5-1 540,26-3 0,21-2 0,0 0 0,-17 1-1108,-18 2 1,-1 0 1107,10-1 0,15-1 0,-2 0 0,-19 1 0,14-4 117,-17 4 1,5-1-118,0-2 0,8 0 0,-8 3 0,9-1 0,1 0 0,-8 0 0,19-3 0,-2-1 0,-1 2 0,6 1 0,-20 0 0,-9 0-315,-15 0 1,0 0 314,21-4 0,-7 3 0,-3 0 0,-5-2 0,32-3 0,4 0 0,-23 5 0,17-5 0,-2 1 0,-20 6 0,19-5 0,3-1 0,-7-1 0,8 1 0,-4-1 0,-32 1 914,27-3-914,-46 6 2294,29-10-2294,-27 3-4276,25-10 4276,-26 5 581,31-17-581,-39 16 0,19-10 0,-30 18 0,36-50 0,-28 34 3392,8-11 0,-1 0-3392,-11 16 0,26-39 0,-22 38-3392,12-18 0,0 0 3392,-11 17-4537,25-32 4537,-38 46 0,0-1 0,-1 1 0,8-25 0,-8 19 0,6-48 0,-15 43 4537,1-34-4537,-7 30 6784,-15-28-6784,-2 13 0,-24-32 0,10 27 0,-9 1 0,-3 2 0,0 2-707,-14-3 1,-4 2 706,-4 8 0,7 7 0,-2 1 0,-15-1 0,18 11 0,1 2 0,-3 2 0,3 2 0,-3 2 0,-27 1 0,29 2 0,-1 0 0,-21 1-294,-13 1 294,55 6 0,-30 0 0,41 0 0,-59 1 0,52 1-5289,-30 0 5289,44 1 212,12-1-212,-3 0 0,1 0 0,3-1 0,-5 1 0,10-1 6784,-2 0-6784,5 0 0,-1 0 0,1 0 0,1 0 0,0 0 0,2 2 0,-6 0 0,4 0 0,-3-2 0,4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05.38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8 1127 24575,'0'-7'0,"0"2"0,0-1 0,0 2 0,0 0 0,0 1 0,-1-1 0,0-3 0,-1 2 0,1-3 0,1 3 0,-1 1 0,1 0 0,-1 2 0,1-1 0,0 1 0,0-1 0,1 2 0,-1-2 0,1 2 0,0-2 0,0 1 0,1 0 0,1-1 0,0-1 0,0 0 0,0 1 0,1 2 0,-3 0 0,1 0 0,3 0 0,3 1 0,2 0 0,3 1 0,-8 0 0,5 0 0,-7-1 0,5 0 0,-3 0 0,6 1 0,-6-1 0,5 1 0,-6-1 0,1 1 0,-1-1 0,2 1 0,1-1 0,4 0 0,-4 0 0,5 1 0,-8-1 0,7 2 0,-6-2 0,6 0 0,-7 0 0,3 0 0,-4 1 0,4 0 0,-4-1 0,8-1 0,-8 0 0,6 1 0,-5 0 0,4 0 0,-4 0 0,6 0 0,-8 0 0,6 0 0,-6 1 0,3 0 0,-3-1 0,2-1 0,-2-1 0,0 0 0,0 0 0,0-1 0,0 1 0,0-3 0,1 2 0,-1-2 0,-1 2 0,2-6 0,-2 5 0,2-14 0,-3 10 0,2-9 0,-2 9 0,1-8 0,-1 5 0,-1-25 0,0 20 0,-1-25 0,0 26 0,1-11 0,-1 14 0,1-8 0,-1 11 0,1-7 0,1 9 0,-2-10 0,1 9 0,-3-11 0,3 12 0,-2-8 0,2 9 0,-2-10 0,3 9 0,-3-5 0,1-2 0,0-3 0,-1-2 0,1-5 0,0 13 0,0-15 0,1 13 0,-3-20 0,2 15 0,-1-8 0,1-1 0,-2-4 0,1 6 0,-3-6 0,5 18 0,-3-6 0,2 7 0,0-2 0,2 10 0,-1-2 0,1 4 0,0 0 0,1 0 0,0 0 0,1 0 0,1 0 0,-1 1 0,-1 0 0,1 1 0,0-2 0,-1 1 0,4-1 0,-3 0 0,3 0 0,-3 0 0,1 1 0,7-1 0,-3 1 0,4-2 0,-1 0 0,-7 2 0,8-2 0,-6 1 0,5-1 0,-5 1 0,3-1 0,-4 1 0,1 0 0,-2 0 0,1-1 0,-1 2 0,0-2 0,0 2 0,0-2 0,-1 1 0,-1 1 0,1 0 0,-2-1 0,1 1 0,0-2 0,-1 1 0,1-4 0,-1 3 0,0-3 0,0 3 0,0-8 0,0 7 0,-1-8 0,1 8 0,-2-2 0,2 2 0,-2 0 0,1 3 0,-1-1 0,1 0 0,1 0 0,-1 0 0,0-3 0,0 1 0,1-4 0,-1 4 0,1-2 0,0-1 0,2-1 0,0 0 0,6-2 0,-5 6 0,6-3 0,-7 7 0,4-3 0,-3 3 0,4-2 0,-4 2 0,2 1 0,-2 0 0,19 11 0,-10-6 0,17 10 0,-17-11 0,10 3 0,-7-2 0,1-2 0,3 1 0,-11-3 0,12 1 0,-6-1 0,-4-1 0,2 0 0,-10-1 0,2 2 0,-1-2 0,0 1 0,1-1 0,-1 1 0,1-1 0,-2 2 0,0-2 0,-1 1 0,0 0 0,3 1 0,-2 2 0,3-1 0,-2 0 0,2 1 0,-2-2 0,8 8 0,-8-5 0,7 5 0,-8-5 0,3 0 0,-1 0 0,3 6 0,-2-4 0,4 7 0,-5-7 0,2 4 0,-4-6 0,0 4 0,-1-4 0,-2 2 0,1-5 0,-3 2 0,2-1 0,-2 1 0,1-2 0,-2 3 0,1-1 0,-2 2 0,2-3 0,0 1 0,1-3 0,-1 3 0,2-2 0,-1 3 0,2-2 0,-1 4 0,1-3 0,2 7 0,0-5 0,1 2 0,-2-4 0,2-2 0,-2 2 0,1-2 0,-1 0 0,0 0 0,0 0 0,-1 0 0,1 0 0,-1 1 0,1-1 0,0 0 0,1 1 0,-1-1 0,0 2 0,0-1 0,0 1 0,1-2 0,-1 1 0,1-2 0,-1 2 0,1-1 0,-1 1 0,1-2 0,0 2 0,0-1 0,3 1 0,-2 1 0,2-3 0,0 2 0,-3-2 0,2 1 0,-1-1 0,-1 0 0,1 0 0,1 1 0,1-2 0,3 2 0,-4-1 0,6 0 0,-5 0 0,5 0 0,-5-1 0,0 1 0,-2-1 0,0 0 0,-1 1 0,-1 0 0,0 2 0,1-2 0,-1 4 0,5 2 0,0 4 0,1-1 0,4 10 0,-4-8 0,8 20 0,-7-18 0,4 20 0,-6-21 0,-1 12 0,-2-16 0,-2 3 0,-1-7 0,-4 4 0,3-5 0,-10 7 0,8-8 0,-7 6 0,7-4 0,-3 0 0,4-2 0,-3 3 0,-1-2 0,0 3 0,2 0 0,-1-1 0,2 1 0,-2 1 0,2-3 0,0 6 0,1-4 0,-1 11 0,2-5 0,-1 3 0,2-5 0,0-2 0,2 6 0,-1-3 0,5 10 0,-5-12 0,8 9 0,-7-12 0,6 9 0,-6-10 0,3 6 0,-4-8 0,1 2 0,-1-4 0,-1 5 0,-1-3 0,-3 7 0,2-5 0,-5 5 0,5-6 0,-3 2 0,2-2 0,-1 3 0,2-5 0,0 3 0,2-3 0,0 3 0,0-3 0,1 2 0,0-3 0,1 2 0,3 2 0,-1-2 0,1 0 0,-1-2 0,3 0 0,-2 0 0,7 0 0,-7-2 0,7 0 0,-6 0 0,6-1 0,-6 0 0,7-2 0,-9 2 0,7-3 0,-7 3 0,2 0 0,-2 0 0,-1 1 0,-1 0 0,0 0 0,0 2 0,1-1 0,0 2 0,-1 0 0,5 2 0,-2-2 0,3 2 0,-3-4 0,7 6 0,-7-5 0,10 4 0,-11-5 0,4 2 0,-5-2 0,-1 0 0,0-1 0,1 0 0,-1 0 0,0 0 0,1 1 0,0 0 0,4 1 0,-2-1 0,6 3 0,-7-2 0,7 5 0,-7-3 0,4 6 0,-5-4 0,5 10 0,-4-7 0,3 11 0,-4-9 0,0 4 0,-2-8 0,1 4 0,-2-4 0,0 0 0,0 0 0,0-5 0,0 3 0,0-2 0,-1 1 0,0-2 0,-1 4 0,1-3 0,0 3 0,0-4 0,-1 3 0,1-2 0,-2 2 0,2-2 0,0 2 0,-1-1 0,2 0 0,-1-2 0,1 1 0,0 0 0,0 1 0,0-2 0,0 2 0,0-2 0,1 1 0,0-1 0,1 1 0,0-2 0,0 2 0,-1-1 0,3 5 0,-1-3 0,3 6 0,-4-5 0,15 16 0,-10-11 0,14 14 0,-12-14 0,3-1 0,-5-2 0,0 0 0,-4-5 0,2 6 0,-3-6 0,1 5 0,0-3 0,1 5 0,-1-6 0,1 5 0,-3-6 0,1 2 0,-1-2 0,0 0 0,0 0 0,1 2 0,-1-1 0,2 3 0,-2-3 0,3 3 0,-3-4 0,2 3 0,-1-1 0,0-1 0,-2 1 0,2 0 0,-2-2 0,3 3 0,-3-3 0,2 0 0,-2 0 0,0 0 0,-1-1 0,0 1 0,0 0 0,-1-1 0,1 0 0,-2 1 0,0-2 0,-1 4 0,1-4 0,-5 5 0,4-4 0,-8 4 0,8-4 0,-7 2 0,5-2 0,0-1 0,2 0 0,2 0 0,1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07.67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52 1 24575,'0'3'0,"-1"2"0,-5 25 0,1-15 0,-2 18 0,3-22 0,3-5 0,-4 17 0,2-13 0,-2 16 0,2-19 0,1 8 0,1-9 0,-2 6 0,3-8 0,-1 1 0,1-3 0,0 0 0,0 1 0,0 0 0,0-1 0,0 1 0,0-1 0,0 2 0,0 0 0,0 1 0,0-2 0,0 3 0,0-4 0,0 4 0,0-3 0,0 6 0,0-5 0,0 12 0,0-8 0,0 7 0,-1-8 0,1 5 0,-1-4 0,1 8 0,-1-9 0,1 7 0,-1-8 0,1 4 0,0-5 0,0 7 0,0-5 0,0 6 0,0-6 0,0 0 0,0-2 0,0 4 0,0-4 0,1 7 0,-1-7 0,1 6 0,0-6 0,0 10 0,0-9 0,2 13 0,-2-11 0,0 5 0,1-6 0,0 5 0,-1-6 0,1 7 0,-1-8 0,1 8 0,-1-7 0,1 5 0,1 5 0,0 3 0,1 2 0,-1-2 0,-1-10 0,1 6 0,-1-3 0,2 12 0,-3-11 0,1 13 0,-1-16 0,1 9 0,0-4 0,0 6 0,0-3 0,-1 7 0,-1-14 0,0 16 0,0-13 0,0 8 0,0-13 0,1 9 0,-1-11 0,1 12 0,-1-12 0,0 10 0,0-10 0,-1 14 0,1-16 0,-1 9 0,1-10 0,0 6 0,0-2 0,0 0 0,0 2 0,0 19 0,0-12 0,0 24 0,0-28 0,0 16 0,0-16 0,0 16 0,0-16 0,-1 20 0,-1-18 0,-1 25 0,2-23 0,0 24 0,1-21 0,-2 15 0,2-17 0,-1 28 0,-1-24 0,1 20 0,-1-26 0,0 7 0,2-8 0,-2 11 0,2-8 0,0 12 0,0-14 0,-2 15 0,1-20 0,-1 13 0,2-19 0,-1 13 0,0-11 0,-1 10 0,2-12 0,-1 5 0,1-5 0,-1 12 0,0-10 0,-1 13 0,2-15 0,-2 5 0,2-5 0,-2 2 0,1-3 0,0 12 0,1-8 0,0 18 0,0-11 0,0 5 0,0-5 0,0 2 0,0-8 0,0 8 0,0-9 0,-1 10 0,1-8 0,-2 3 0,2-6 0,0 7 0,0-8 0,0 5 0,0-7 0,-1 0 0,1-3 0,-1 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17.08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1420 1 24575,'-1'3'0,"-1"1"0,-2 0 0,2 2 0,-2-2 0,3 0 0,-2 1 0,-1 0 0,1 0 0,-3 3 0,5-5 0,-4 6 0,3-4 0,-2 4 0,0-3 0,2-1 0,-2 0 0,3-2 0,-2 0 0,0 1 0,-1 1 0,1 0 0,0 0 0,1-2 0,0 2 0,-1-2 0,1 1 0,0 0 0,-6 4 0,7-2 0,-7 4 0,7-6 0,-2 2 0,0-3 0,-1 4 0,1-3 0,-1 3 0,1-2 0,-2 3 0,2-5 0,-3 5 0,6-5 0,-4 4 0,2-4 0,-2 3 0,0-1 0,-3 8 0,3-8 0,-4 9 0,5-9 0,-8 11 0,5-6 0,-7 9 0,6-8 0,-9 14 0,7-13 0,-12 20 0,13-20 0,-16 22 0,13-17 0,-15 16 0,15-16 0,-7 3 0,-36 52 0,13-19 0,-18 22 0,33-38 0,21-32 0,0 4 0,-4 2 0,2 1 0,0-2 0,-1 1 0,5-3 0,-6 7 0,4-6 0,-5 9 0,3-7 0,-2 6 0,3-7 0,0 3 0,2-8 0,-2 6 0,4-8 0,-5 10 0,-2 4 0,1-4 0,-1 3 0,6-12 0,0 2 0,-5 9 0,3-5 0,-11 14 0,12-12 0,-12 11 0,10-12 0,-6 7 0,7-11 0,-5 10 0,1-2 0,-1 0 0,2 1 0,-4 3 0,6-8 0,-9 14 0,9-16 0,-4 5 0,7-5 0,-10 12 0,9-13 0,-11 19 0,10-20 0,-9 17 0,7-17 0,-5 15 0,6-12 0,-5 10 0,7-8 0,-3 2 0,-1 1 0,-3 9 0,0-4 0,-4 12 0,7-17 0,-7 15 0,6-14 0,-8 13 0,11-15 0,-12 19 0,12-19 0,-12 18 0,11-16 0,-3 2 0,1 1 0,5-10 0,-3 4 0,4-6 0,-6 10 0,5-9 0,-6 11 0,6-13 0,-4 8 0,4-7 0,-4 9 0,5-11 0,-5 10 0,4-10 0,-6 9 0,7-8 0,-5 5 0,5-6 0,-5 7 0,6-8 0,-3 7 0,0-6 0,-2 7 0,2-6 0,-4 8 0,5-10 0,-1 5 0,2-6 0,-1 4 0,1 0 0,-9 10 0,7-7 0,-6 5 0,7-11 0,0 2 0,0 0 0,-1 0 0,-1 4 0,3-4 0,-4 5 0,4-4 0,-5 5 0,4-5 0,-4 3 0,6-5 0,-4 3 0,4-6 0,-2 4 0,1-5 0,0 5 0,1-3 0,-2 4 0,1-3 0,-1 3 0,1-4 0,-1 4 0,1-4 0,-3 6 0,3-6 0,0 4 0,1-5 0,0 3 0,1-2 0,-2 0 0,3-1 0,-2-1 0,1 1 0,0-1 0,0 2 0,1 0 0,-2 0 0,1-2 0,1 0 0,-1-1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19.07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24575,'3'1'0,"0"1"0,4 2 0,-2 0 0,4 2 0,3 2 0,-1 0 0,10 2 0,-4 0 0,6-2 0,-6-1 0,31 7 0,-28-7 0,24 5 0,-35-10 0,3 1 0,-5-2 0,0 1 0,-3 0 0,-1-1 0,-1 1 0,1 0 0,1 0 0,3 2 0,0-1 0,8 5 0,-6-4 0,15 8 0,-12-8 0,19 8 0,-18-8 0,7 3 0,-13-5 0,0 2 0,0-4 0,-2 4 0,-1-3 0,-4 1 0,3-1 0,-2 1 0,2 0 0,0-1 0,1 1 0,-1 0 0,5 0 0,-6 1 0,9 0 0,-8-1 0,9 0 0,-10 0 0,5-1 0,-5 0 0,3 0 0,-3-1 0,7 4 0,-1-2 0,8 2 0,-8-1 0,2-1 0,-7-1 0,1-1 0,-2 1 0,0 0 0,-1 1 0,2-2 0,-1 1 0,3 2 0,-2-3 0,1 4 0,-1-4 0,-1 2 0,1-2 0,0 0 0,1 1 0,0-1 0,1 1 0,0 1 0,-2-2 0,1 1 0,-1-1 0,-2 1 0,0 0 0,-1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20.28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143 0 24575,'1'3'0,"1"1"0,-1 1 0,3 2 0,-2 0 0,3 0 0,-1 1 0,0-2 0,2 3 0,-3-2 0,7 7 0,-4-6 0,2 5 0,-4-9 0,-2 1 0,0-4 0,0 2 0,-1 0 0,0 0 0,-1-1 0,-1 1 0,0 2 0,-2-3 0,0 4 0,0-4 0,-1 5 0,1-4 0,-2 4 0,2-4 0,-4 2 0,4-1 0,-5 2 0,4-3 0,-3 2 0,4-3 0,-3 2 0,2-1 0,-4 1 0,4-1 0,-2 0 0,4-1 0,-2 0 0,2-1 0,-4 2 0,3-3 0,-2 2 0,3 0 0,-5 1 0,4-1 0,-4 0 0,5 0 0,-2-1 0,2 1 0,-3 0 0,3-1 0,-4 3 0,2-4 0,-2 4 0,4-2 0,-4 1 0,2 1 0,-3 0 0,3-2 0,-1 1 0,3 0 0,-3 0 0,3-1 0,-2 1 0,1-1 0,0 0 0,1-1 0,0 1 0,1-1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25.16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24575,'4'1'0,"4"1"0,1-1 0,6 3 0,2-2 0,4 2 0,5-1 0,48 9 0,-31-6 0,27 4 0,0 0 0,-23-3 0,8 0 0,-3 0 0,-19-4 0,26 4 0,-29-7 0,22 5 0,-35-4 0,6 1 0,-21-1 0,-1-1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26.80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24575,'4'74'0,"-3"-48"0,6 51 0,-5-62 0,-1-8 0,1 8 0,-2-10 0,0 5 0,0 0 0,0-5 0,0 6 0,0-10 0,0 1 0,0-5 0,0-1 0,0-3 0,0 1 0,0-3 0,0-10 0,0 7 0,0-11 0,0 13 0,1-20 0,1 18 0,2-19 0,-2 26 0,4-12 0,-5 12 0,5-6 0,-3 6 0,2 0 0,-3 2 0,2 2 0,-3-1 0,2 2 0,0 0 0,-2 3 0,0-1 0,1 4 0,1 1 0,6 19 0,-1-13 0,5 26 0,-7-28 0,3 15 0,-6-17 0,3 8 0,-4-8 0,2 7 0,-4-8 0,3 4 0,-3-7 0,1 3 0,0-6 0,0-2 0,0-3 0,0-2 0,0-2 0,3-7 0,-1 1 0,9-11 0,-2 8 0,8-7 0,-9 10 0,11-11 0,-9 11 0,14-14 0,-15 17 0,5-5 0,-10 10 0,-1 1 0,-1 3 0,-2 1 0,1 6 0,2 2 0,-2 2 0,5 7 0,-4-7 0,9 16 0,-9-14 0,10 18 0,-10-18 0,3 5 0,-4-12 0,-1 0 0,0-3 0,0 2 0,0-2 0,0-1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27.55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25 0 24575,'-9'46'0,"4"1"-9831,-1-10 8341,6-5 1490,-2-4 0,0-6 2818,2 4-2818,0 8 1719,0-8-1719,7 34 0,-1-25 0,20 46 6784,-12-48-6784,14 21 0,-18-41 0,9 7 0,-11-12 0,7 3 0,-9-7 0,0-1 0,-3-1 0,1-5 0,1-2 0,-1-5 0,-1 4 0,-1-1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28.85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1 310 24575,'1'2'0,"0"0"0,1 0 0,0 1 0,1-2 0,0 2 0,5-3 0,-1 2 0,3 0 0,9 0 0,-3 1 0,11-3 0,-8 2 0,9-2 0,-6 0 0,0 0 0,-2-3 0,-9 1 0,3-4 0,-2-1 0,0 0 0,7-8 0,-8 6 0,9-14 0,-10 10 0,12-15 0,-8 6 0,12-15 0,-12 18 0,4-10 0,-11 20 0,2-10 0,-4 8 0,1-7 0,-3 9 0,-2-7 0,1 9 0,-4-5 0,1 9 0,-2-2 0,0 3 0,0-1 0,1 3 0,-1 0 0,-4 0 0,-5 10 0,-1-1 0,-9 39 0,13-22-6784,-3 27 6784,9-26 0,4 14 0,2 3 0,10 30 0,14 7-251,-9-27 0,2-2 251,12 20 0,9 7 0,-26-52 6536,12 9-6536,-17-24 0,4 0 0,-10-11 750,2-1-750,-5-1 0,2-5 0,-3-2 0,4-12 0,-3 4 0,2-11 0,-2 14 0,5-24 0,-3 20 0,4-22 0,-5 26 0,0-7 0,-1 13 0,1-7 0,-2 9 0,1-4 0,-1 7 0,2 4 0,-2 3 0,3 2 0,-1 3 0,4 5 0,-1 1 0,6 3 0,-4-5 0,6 4 0,-7-11 0,5 3 0,-8-7 0,4-2 0,-5-1 0,3-5 0,-5 0 0,5-4 0,-4 2 0,6-13 0,-5 9 0,4-8 0,-4 13 0,-1-2 0,1 2 0,-2 4 0,1 4 0,-1 5 0,1 0 0,1 3 0,3 1 0,-2 0 0,4 4 0,-3-10 0,1 6 0,-2-9 0,1 3 0,-1-6 0,-1-1 0,0-2 0,-1-2 0,1-2 0,-1 4 0,1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29.15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24575,'0'1'0,"0"0"0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30.29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24 1 24575,'-3'2'0,"0"2"0,0 3 0,-1 7 0,1-1 0,1 3 0,0-1 0,1 12 0,0-3 0,0 20 0,2-16 0,2 35 0,1-19 0,8 45 0,-6-46 0,15 37 0,-11-54 0,13 28 0,-13-35 0,5 8 0,-9-18 0,1-4 0,-6-4 0,0-1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49.29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1 546 24575,'0'4'0,"0"0"0,0-2 0,1 0 0,3-6 0,1 0 0,4-7 0,7-4 0,1-4 0,19-19 0,-12 12 0,20-17 0,-21 20-6784,37-41 6784,-37 40 0,38-51 0,-48 56 0,15-25 0,-23 30 0,1-16 0,-8 14 6784,-9-20-6784,2 21 0,-8-6 0,7 14 0,-5 2 0,-2 1 0,-8 6 0,6 0 0,-8 11 0,16-5 0,-16 21 0,18-16 0,-9 29 0,14-24 0,1 17 0,3-18 0,0 12 0,2 4 0,0-5 0,2 3 0,20 51 0,-13-47 0,17 47 0,-20-66 0,5 2 0,-6-7 0,7 0 0,-7-7 0,11-6 0,-10 0 0,11-11 0,-10 6 0,11-10 0,-1-1 0,1 0 0,-2 2 0,2-2 0,-9 9 0,11-14 0,-12 16 0,2-12 0,-7 13 0,-2-3 0,-2 5 0,-2 3 0,0 1 0,-2 1 0,0 3 0,0 1 0,-3 8 0,4-2 0,-5 10 0,7-8 0,-4 5 0,3-9 0,0 1 0,1 5 0,1-4 0,-1 5 0,4-6 0,-2-6 0,3-1 0,-2-2 0,8-6 0,-7 1 0,4-2 0,-6 3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49.65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12 0 24575,'-3'2'0,"1"-1"0,1 2 0,0-2 0,1 3 0,-3-1 0,3 1 0,-1 1 0,1-2 0,0 3 0,0-3 0,0 2 0,0-1 0,0 2 0,0-2 0,0 3 0,0-4 0,2 7 0,-1-7 0,1 3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51.44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96 24575,'0'3'0,"0"1"0,0-1 0,0 4 0,0-2 0,2 3 0,-2-2 0,6 14 0,-2-9 0,7 21 0,-4-18 0,4 14 0,-5-17 0,-1 4 0,2 5 0,-3-21 0,0 11 0,-4-22 0,-2-1 0,1 3 0,1-10 0,0 9 0,0-16 0,3 13 0,5-21 0,1 19 0,8-19 0,-7 23 0,8-15 0,-6 15 0,5-3 0,-7 9 0,4-1 0,-8 7 0,3-2 0,-7 4 0,3 5 0,-5-1 0,3 17 0,-3-8 0,1 13 0,3-13 0,6 22 0,-2-21 0,8 22 0,-10-30 0,7 11 0,-8-13 0,-1 2 0,0-5 0,-1 0 0,1-1 0,3 0 0,-3-1 0,8-2 0,-4-3 0,11-6 0,-8 2 0,8-9 0,-9 8 0,16-20 0,-16 16 0,18-24 0,-21 25 0,9-13 0,-13 15 0,4-2 0,-7 5 0,3-2 0,-3 2 0,-3-6 0,2 7 0,-5-5 0,4 8 0,-3-3 0,2 3 0,-2-1 0,2 3 0,-1 1 0,1 2 0,1 0 0,0 5 0,-1 5 0,-1 0 0,0 3 0,2-6 0,-1 6 0,2-8 0,-1 13 0,1-15 0,1 10 0,0-12 0,0 3 0,0-3 0,0 1 0,1-2 0,-1 0 0,3-2 0,-2 3 0,1-2 0,0 2 0,-1 0 0,1-2 0,-2 2 0,1-2 0,1 2 0,-2 0 0,2-2 0,-1 2 0,0-2 0,-1 2 0,0 0 0,1-2 0,-1 2 0,2-2 0,-1 3 0,0-1 0,1 2 0,0-3 0,-1 3 0,1-3 0,0 2 0,-1-2 0,0 1 0,0-1 0,0 0 0,0-1 0,0 1 0,-1 0 0,3-1 0,-3 1 0,3-2 0,-3 3 0,1-2 0,-1 2 0,1 0 0,0-1 0,1 0 0,-2 0 0,2 1 0,-2 0 0,1 0 0,-1-1 0,3 1 0,-2-1 0,1 3 0,0-3 0,-1 1 0,1 0 0,6 3 0,-4-2 0,10 6 0,-5-4 0,13 3 0,-11-6 0,6 1 0,-12-4 0,1-3 0,-2 2 0,-1-1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52.76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24575,'3'0'0,"1"0"0,-1 0 0,3 0 0,-2 0 0,12 2 0,9 0 0,28 8 0,-10-4 0,8 3 0,3 1-799,13 0 799,5 4 0,5 1 0,-18-7 0,1 1 0,29 8 0,-1 0 0,-32-9 0,-3 0 0,7 2 0,-4-1 0,18 3-6520,-10-4 6520,-6 0 0,-1 0 0,-32-5 0,19 1 0,-30-3 0,1-3 535,-16-1-535,-6-1 6784,0-1-6784,-8-1 0,3 3 0,-28-2 0,25 5 0,-16-2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53.55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8 230 24575,'3'1'0,"-1"-1"0,3 2 0,-2-2 0,2 0 0,0 0 0,2-2 0,3-2 0,1-2 0,17-13 0,-15 9 0,17-12 0,-20 12 0,8-8 0,-8 6 0,3-6 0,-8 10 0,-1-9 0,-2 9 0,-11-16 0,4 15 0,-10-14 0,8 17 0,-6-5 0,6 9 0,-21-2 0,15 5 0,-13-2 0,18 4 0,-5 3 0,6-1 0,-8 5 0,9-4 0,-3 9 0,4-6 0,1 20 0,2-18 0,4 15 0,-2-17 0,7 7 0,-6-7 0,9 5 0,-6-7 0,8 1 0,-6-3 0,19 6 0,-12-6 0,23 10 0,-21-11 0,17 4 0,-18-4 0,22-1 0,-14-1 0,22 0 0,-24-2 0,12-3 0,-21 1 0,2-2 0,-8 2 0,-2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54.35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84 454 24575,'-3'-3'0,"0"0"0,0 2 0,1-2 0,-1 3 0,0-3 0,-2 3 0,0-1 0,-3 4 0,3 0 0,-11 21 0,10-9 0,-8 15 0,10-15 0,2-2 0,1-5 0,1 4 0,0-5 0,0 3 0,0-4 0,7 11 0,-4-10 0,5 9 0,-5-15 0,4 2 0,-3-3 0,6-2 0,-5-2 0,11-16 0,-9 9 0,14-27 0,-9 13 0,13-25 0,-9 15 0,8-26 0,-14 30 0,4-34 0,-11 22 0,0-15 0,-3 23 0,0-3 0,-2 14 0,-5-20 0,3 21 0,-4 0 0,7 25 0,-1 4 0,-1 10 0,1 2 0,0 18 0,0-7 0,2 36 0,0-32 0,2 38 0,2-43 0,0 19 0,0-26 0,2 9 0,-4-16 0,3 5 0,-2-9 0,0 7 0,-1-9 0,0 4 0,-1-10 0,0 0 0,0-1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0:55.64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64 75 24575,'-3'0'0,"0"0"0,0 2 0,0 0 0,-1 4 0,-5 4 0,2 1 0,-9 21 0,11-16 0,-4 12 0,9-18 0,-1 2 0,0-2 0,1-1 0,2-3 0,-1-4 0,0 1 0,1-1 0,-2 0 0,2 0 0,0 0 0,-1 1 0,2-3 0,-2 0 0,6-6 0,-1 0 0,13-15 0,-4 6 0,12-18 0,-11 18 0,7-20 0,-13 21 0,8-14 0,-14 19 0,3-1 0,-7 6 0,1 3 0,-1 7 0,0 1 0,2 5 0,2 22 0,2-16 0,1 21 0,2-16 0,-4-6 0,5 15 0,-5-20 0,14 40 0,-3-19 0,3 13 0,-6-9 0,-11-21 0,1 7 0,-4-14 0,-8 3 0,3-8 0,-17 1 0,9-3 0,-13-5 0,13 2 0,-8-4 0,15 3 0,-8-4 0,10 3 0,-4-6 0,7 3 0,-8-17 0,9 14 0,-3-18 0,6 16 0,4-14 0,2 9 0,27-27 0,2 9-6784,6-3 6784,-7 12 0,-8 10 0,-2-1 0,18-3 0,-17 7 0,10 0 0,-18 4 6784,15-9-6784,-20 9 0,8-8 0,-20 13 0,1-4 0,-3 4 0,-2-2 0,1 2 0,-7-9 0,2 6 0,-9-11 0,8 12 0,-6-3 0,7 5 0,-4-1 0,5 3 0,-4-1 0,6 2 0,-4 4 0,5-2 0,-1 9 0,2-4 0,0 22 0,1-17 0,0 16 0,1-20 0,3 13 0,1-8 0,3 15 0,-1-12 0,7 11 0,-6-13 0,7 10 0,-8-13 0,70 25 0,-47-27 0,42 15 0,-63-25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02.67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36 24575,'4'0'0,"-1"-1"0,1 0 0,-1 0 0,0 1 0,2-1 0,-2 1 0,7-3 0,-5 1 0,4 0 0,-3 0 0,3-1 0,-3 3 0,1-2 0,-1 1 0,3-1 0,-3 1 0,1 0 0,-4 1 0,-1-1 0,0 1 0,-2 0 0,3 0 0,-2 1 0,2-1 0,0 0 0,-1 0 0,1 0 0,0 0 0,0 0 0,-1 0 0,1 1 0,1 0 0,-1 0 0,6 0 0,-4 0 0,9 1 0,-9-1 0,9 0 0,-9-1 0,6 0 0,-6 1 0,3-1 0,-3 2 0,8-2 0,-8 0 0,9 1 0,-10-1 0,3 1 0,-4-1 0,1 0 0,-1 2 0,0-2 0,0 1 0,2-1 0,-2 0 0,5 0 0,-5 1 0,8 0 0,-7 0 0,11-1 0,-10 0 0,9 1 0,-9-1 0,5 3 0,-6-3 0,6 1 0,-6-1 0,5 0 0,-4 0 0,10 0 0,-7 0 0,7 0 0,-9 0 0,3 0 0,-4 0 0,3 0 0,-5 0 0,6 0 0,-5 0 0,6 0 0,-6 0 0,2 0 0,-3 0 0,2 0 0,-2 0 0,5 0 0,-4 0 0,5 0 0,-6 0 0,3 0 0,-3 0 0,-1 0 0,1 0 0,0 0 0,-1 0 0,1 0 0,0 0 0,0 0 0,-1 0 0,1 0 0,0 0 0,1 0 0,-1 0 0,1 0 0,-1 0 0,1 0 0,-1 0 0,4 0 0,-2 0 0,2 0 0,0 0 0,2-1 0,-4 1 0,4-1 0,-5 1 0,5-1 0,-2 0 0,7 0 0,-3 1 0,3 0 0,-5 0 0,8 0 0,-8 0 0,16-1 0,-15-1 0,11 0 0,-13 1 0,8-1 0,-8 1 0,9-3 0,-10 3 0,8-2 0,-8 3 0,10-2 0,-10 2 0,19 0 0,-17 0 0,17 0 0,-18 0 0,9-1 0,-10 1 0,16-2 0,-14 2 0,15 0 0,-17 0 0,7 0 0,-7 0 0,11 0 0,-10 0 0,10 0 0,-11 0 0,7 0 0,-7 0 0,11 0 0,-6 0 0,9 0 0,-8 0 0,9-1 0,-9 1 0,13-3 0,-4 1 0,9 0 0,-10 0 0,6 2 0,-18 0 0,10 0 0,-10 0 0,9 0 0,-7 0 0,16 0 0,-15 0 0,11 0 0,-13 0 0,11 0 0,-6 0 0,14 1 0,-14 0 0,21 0 0,-19-1 0,20 0 0,-16 2 0,5-2 0,-9 2 0,20-2 0,-21 0 0,25 1 0,-27 0 0,30 2 0,-24-3 0,27 3 0,-31-3 0,13 2 0,-16-2 0,21 2 0,-16-2-6784,31 3 6784,-26-3 0,30 4 0,-30-4 0,30 3 0,-23-2 0,24 0 0,-23-1 6784,22 0-6784,-26 0 0,37 0 0,-29 0 0,26 0 0,-31 0 0,21 0 0,-25-1 0,36 0 0,-28-1 0,22 1 0,-30 1 0,15-3 0,-21 1 0,17 0 0,-18 0 0,18 0 0,-15 2 0,19-1 0,-22 1 0,9 0 0,2 0 0,13 0 0,-5 0 0,37 2 0,-48-2 0,35 3 0,-42-3 0,5 0 0,17 0 0,-6 1 0,7-1 0,-8 2 0,-23-2 0,9 0 0,-12 0 0,14 0 0,-13 0 0,20-2 0,-19 2 0,16-2 0,-9 2 0,2-1 0,-2 1 0,2-3 0,2 2 0,21-2 0,-17 3 0,27-2 0,-22 2 0,26 0 0,-22 0 0,23 0 0,-31 0 0,29 2 0,-33-2 0,41 3-6784,-37 0 6784,20-1 0,-27 0 0,44 1 0,-32-1 0,45 3 0,-34-3 0,38 4 6784,-33-5-6784,21 3 0,-53-4 0,16-2 0,-15 2 0,14-2 0,-18 2 0,18-1 0,-18 1 0,12-2 0,-15 2 0,10 0 0,-4-1 0,16 0 0,-17-1 0,10 4 0,-18-2 0,20 3 0,-17-3 0,17 2 0,-21-2 0,5 0 0,-7 0 0,1 0 0,-1 0 0,-3 0 0,0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05.20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8 24575,'4'-1'0,"2"0"0,4 0 0,0 1 0,5 0 0,-2 0 0,20-2 0,-6 2 0,30-2 0,6 2 0,11 5-1345,-7-3 1,14 0 0,-7 1 1344,-5 3 0,2 1 0,23-1 0,12 1 0,-8 0-1160,-7 3 0,1 0 1160,-15-3 0,9 0 0,0 0 0,-9 0 0,13 4 0,12 2 0,-38-4 0,13 1 0,11 2 0,9 2 0,5 0 0,3 1 0,0 0 0,-2-1 0,-6 0 0,-7-1 0,-11-2-936,17 3 0,-13-2 0,-4-1 0,4 2 0,12 1 936,-11-2 0,9 2 0,9 1 0,3 1 0,3 0 0,-1 1 0,-5-2 0,-6 0 0,-9-2 0,-13-2-997,27 4 0,-18-2 0,8 1 997,-5-2 0,7 0 0,3 2 0,-1-2 0,-7 0-342,-7-1 0,-7 0 1,3-1-1,8 2 342,-4-1 0,10 2 0,5 0 0,3 1 0,-3-1 0,-6-1 0,-9-1-226,1-1 0,-10-1 0,1 0 1,11 2 225,-8 0 0,9 1 0,6 2 0,4 1 0,1 0 0,-2 0 0,-5-2 0,-8-1 94,6 0 1,-8-2 0,-3-1 0,5 2 0,10 1-95,-14-1 0,10 1 0,6 2 0,4 0 0,2 0 0,-1 1 0,-1-1 0,-6-1 0,-6-1 0,-9-1 35,27 2 1,-14-2-1,-3 0 1,9 0-36,-2 1 0,11 1 0,2 1 0,-2-1 0,-11-1 0,-17-3 0,7-2 0,-12-2 1189,15 5 0,-5-1-1189,18-3 0,-23 2 0,-19-5 889,-27-1 0,-23-2 0,-4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16.89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7 24575,'1'2'0,"2"-2"0,2 1 0,1-1 0,2 0 0,2-1 0,1 0 0,12-3 0,-7 3 0,13-2 0,-12 3 0,18 0 0,-11 0 0,30 0 0,-29 2 0,22 0 0,-31 1 0,20 1 0,-18-1 0,21-1 0,-21 0 0,16-2 0,-16 0 0,8 1 0,-13 0 0,15 1 0,-9 1 0,24 2 0,-24-3 0,13 3 0,-19-3 0,38 1 0,-26 0 0,29-1 0,-38 1 0,16-1 0,-13 0 0,20 3 0,-18-3 0,33 5 0,-29-5 0,32 3 0,-33-5 0,22 3 0,-20-2 0,17 2 0,-19-3 0,25 3 0,-28-2 0,24 2 0,-31-2 0,15 1 0,-15 0 0,6-1 0,-6-1 0,18 2 0,-14-2 0,24 0 0,-23 0 0,16 1 0,-15 0-3392,32 3 0,5 1 3392,-16-1 0,22 1 0,-2 0 0,-33-1 0,35 1 0,-27 0 0,24 1 0,-23-2 6784,24 2-6784,-32-3 0,33 2 0,-22-2 0,19 1 0,-23-2 0,32 4 0,-42-5 0,35 3 0,-40-2 0,26-2 0,-16 2 0,41 1 0,-39-3 0,25 3 0,-38-3 0,23 0 0,-16 0 0,26 2 0,-21 0 0,40 5 0,-35-2 0,43 5 0,2-1 0,-30-4-513,39 6 0,-1 0 513,-45-7 0,47 6 0,11 1 0,-41-7 0,0 0-680,8 1 0,7 0 0,-7-1 680,-7-2 0,-5 0 0,12 0 0,-7 0 0,-3-1 0,22 1 0,-44-2 0,20-2-5154,-22 2 5154,1-3 1436,12 1-1436,-14 0 0,12 0 0,4 2 0,-26 0 0,25 0 6784,-24 0-6784,22 2 0,-23 0 0,34 3 0,-32-2 0,25 1 0,-31-4 0,13 2 0,-20-2 0,21 1 0,-25-1 0,12 2 0,-21-2 0,2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18.28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24575,'7'8'0,"-1"-1"0,4 3 0,-2-3 0,35 30 0,-19-19 0,24 20 0,-11-15 0,-6 0 0,43 20 0,-32-16 0,5-2 0,-1-1 0,-6-4 0,7 2 0,1 0 0,1 0 0,34 13 0,-44-18 0,23 8 0,-37-12-6784,31 12 6784,-34-14 0,36 16 0,-34-15 0,32 15 0,-34-14 0,24 8 0,-24-7 6784,34 13-6784,-19-6 0,12 4 0,2 0 0,-2 2 0,1-2 0,0-1 0,-9-4 0,8 4 0,3 1 0,16 9 0,-6-4 0,11 4 0,-7-3 0,-22-9 0,3 1-823,16 5 1,14 5 0,2-1 0,-13-4 822,-5-4 0,-2-2 0,9 3 0,6 1 0,-10-4-64,19 4 64,1-11 0,-54-9 0,12-1 0,-32-5 0,-4 0 0,-4 0 0,-2-1 0,-5-1 3276,1-2-3276,-1 2 0,0-3 0,-2 2 0,-1-2 0,0 2 0,-1-1 0,5 4 0,0-2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19.40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1251 0 24575,'-15'5'0,"2"1"0,0-2 0,-1 1 0,0 0 0,-2 0 0,0 1 0,-49 25 0,27-17 0,-34 19 0,41-21 0,-14 8 0,6-2 0,-4 4 0,-3 3 0,-16 7 0,2 1 0,0-1 0,8 0 0,1-2 0,4-2 0,21-10 0,-46 28 0,39-26 0,-30 16 0,29-13 0,-24 8 0,29-14 0,-25 10 0,28-12 0,-4 2 0,20-10 0,6-5 0,8-3 0,-2-1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20.47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14 24575,'3'-2'0,"0"1"0,1 1 0,3 0 0,-2 0 0,9 0 0,-3 0 0,34 2 0,-17-2 0,54 7 0,-29-3 0,0 0 0,2 1-617,9 0 617,6-1 0,0-1 0,-8 1 0,23-1 0,2 0 0,-11-2-404,-5-1 0,-2-2 404,-11-1 0,18-6 0,-47 3 591,14-4-591,-30 4 0,8-2 0,-13 3 0,-1 0 0,-4 4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21.39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13 24575,'21'3'0,"-5"-2"0,8 3 0,-5-1 0,2 0 0,47 1 0,-28-1 0,18-2 0,3 0-759,-2-1 759,6-2 0,5-1 93,-18 0 1,1 0-94,24-1 0,1 0-351,-19 1 1,4 0 350,18 0 0,11 0 0,-8 1-1503,-9 1 1,1 0 1502,-2 1 0,10 0 0,0-1 0,-13 2 0,-2 1 0,-4 0 0,8 1 0,5 0 0,-8 0 0,-19-1 0,4-1 0,15 0 0,18 0 0,8 0 0,-3-1 0,-16 0-1211,7 0 0,1 0 1211,-8 0 0,15 0 0,3 0 0,-7 0 0,-20 0 0,30 0 0,-19 0 0,-1 0-441,-2 0 441,-18 1 0,4 0 0,-5 1 0,1 0 0,20 2 0,-2 0 0,-21-1 0,-3 0 0,10 1 0,-10-1 487,-30-1-487,13 1 0,-24-2 0,-1 1 2564,-4 0-2564,-4-1 858,2-1 1,-4 1 0,1-1-1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22.27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56 24575,'3'0'0,"1"0"0,3 0 0,1 0 0,15 2 0,-3-2 0,13 2 0,-6-2 0,2 0 0,5 0 0,-1 0 0,5-2 0,60-5 0,-50 1-691,15 2 1,18-1 0,-13 1 690,5-1 0,22 1 0,-1 1-829,-24 1 829,-3 2 0,0 0 0,16 0 0,-15-2 0,-2 0 0,1 1-145,-9-3 1,-2 0 144,-10 3 0,51-3 0,-58 4 1945,17 0-1945,-27 0 907,17 0-907,-28 0 0,16 0 0,-26 0 337,-1 0-337,-3 0 0,-1 0 0,-1 0 0,-1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23.90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24575,'0'0'0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24.93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24575,'12'5'0,"3"-1"0,2 4 0,0-3 0,8 8 0,-5-8 0,12 9 0,-5-7-9831,5 4 8341,5-3 4308,-3 3-2818,43 7 1719,-27-5-1719,22 2 0,2 1 0,-10-3-293,11 3 0,-1-1 293,-21-6 0,11 4 0,0-1 0,-4-2 6494,21 4-6494,-42-7 0,-1 0 0,-15-4 0,9 1 0,-29-4 0,0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25.69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24575,'45'28'0,"41"23"0,-42-23-829,32 18 829,-6 4-7999,-12-14 7999,10 11 0,14 5 1174,-34-22-1174,7 3 0,1 1 0,2 1-2124,20 5 0,0-2 2124,-21-11-98,24 6 0,-3-4 98,-42-20 4152,54 16-4152,-70-22 576,8 3-576,-23-6 1623,-4-1 1,0 0 0,-1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29.01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19674,'0'27'0,"2"-2"2283,-2-7-2283,2 3 0,-2 2-6929,1 1 6929,0 4 1858,3 11-1858,2 14 0,1 4 0,1 15 0,0-1 0,2 15 0,-2-11 0,0 20-76,1 2 1,-1-2 75,-2-26 0,-2-3 0,0 8 0,-4 6 0,2 1 0,-2 3 6261,0-52-6261,2 16 0,-2-29 0,2 22 1579,-1-24-1579,0 27 0,0-30 0,-1 19 0,0-26 0,0 4 0,0-7 0,0-2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29.67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4 0 24575,'0'12'0,"-2"-2"0,2 5 0,-2 0 0,2 5 0,0 12 0,3 33 0,0-4-1083,4 11 0,0 4 1083,1 15 0,2-17 0,2 13 0,-1-9 0,-4-19 0,-1 5-852,2 4 1,1 18-1,0 5 1,0-5-1,-1-13 852,-1 6 0,-1-1 0,1 4 0,0 14 0,-1-3 0,-1-20-193,-2 9 193,-2-23 0,0-5 0,-1-15 0,-2 30 0,2-37 1212,-19 50-1212,13-58 5123,-18 28-5123,20-47 0,-5 2 0,8-7 0,-1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30.73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12 1 24575,'-2'5'0,"0"12"-9831,1 1 8341,-3 12 4308,4 22-2818,-2-1 0,2 16 0,0 2 0,0-10-67,2-3 0,1 11 67,-2 0 0,-2 7 0,2-1-693,1-5 0,1 0 0,0 2 693,-1 13 0,-1 3 0,0 1 0,0 2 0,0 0 0,1-8 0,-1-10 0,1-2 1299,-2 4 0,-2 5 0,1-14-1299,1 5-294,-2-10 0,2 0 294,2 9 933,-1-16 0,0-1-933,2-2-2821,0 14 2821,-3-40 833,3 11-833,-3-25 145,2 1 1,-2-7-1,0-1 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31.77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8 0 24575,'0'4'0,"0"1"0,-1 6 0,0 0 0,0 12 0,-1-1 0,1 15 0,-1 42 0,2-11-1289,3 14 1,-1 4 1288,2 11 0,0-32 0,0 10 0,0-8 0,-2-11 0,0 1-899,3 21 1,1 12 0,0-7 898,-1-5 0,0 2 0,0 16 0,2 9 0,-1-12 0,-2-24 0,0-2 0,-1 1 0,-1 6 0,0-15 0,-1 0 0,0-6 0,0-4 0,-3-14 0,-3 20 0,1-36 1614,-4 3-1614,6-15 3658,-2-2-3658,4-5 0,-1 0 0,1-1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34.18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24575,'0'3'0,"0"2"0,1 4 0,0 3 0,2 6 0,-3 6 0,2-3 0,0 14 0,-1-16 0,4 39 0,1 7 0,-2-13-748,4 34 0,0 0 748,-5-27 0,4 11 0,-1 1 0,-2-1 181,1-8 1,1-1-182,-1-6 0,1 8 0,1-31 0,2 53 0,-2-47 1133,0 47-1133,-4-64 0,-3 5 0,1-12 0,1 2 0,-2-10 0,2 3 0,-2-5 0,0 1 0,0-2 0,0 1 0,0-1 0,-2 0 0,2 0 0,-1-1 0,0 0 0,0 0 0,0 1 0,1 0 0,-1 3 0,-1 2 0,-1 3 0,1 0 0,1 3 0,1-8 0,-1 5 0,0-4 0,0 5 0,1-6 0,-1 8 0,1-8 0,-3 10 0,3-5 0,-2 7 0,2-5 0,0 4 0,0-8 0,0 3 0,0-7 0,-1-1 0,1-4 0,-1-1 0,1-4 0,0 2 0,0-6 0,0 4 0,0-3 0,0 5 0,0 1 0,0-1 0,1-1 0,-1 1 0,2-1 0,0 1 0,1 0 0,-1 0 0,4-1 0,-3 3 0,6-5 0,-5 5 0,19-8 0,-11 3 0,22-4 0,-16 6 0,13 1 0,-9 3 0,18 0 0,16 5 0,30 1 0,-5 2 0,5-3 0,-1-1 0,-7 2-559,8-2 1,-2-1 558,-25 2 0,7-2 0,1-1 0,8 4 0,-9-4 0,-2 0 0,-1 3-40,-10-1 1,-2 0 39,-12 0 0,37 6 0,-56-7 0,11 3 0,-22-3 1112,-1-1-1112,-8-1 0,1-1 0,-2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34.96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24575,'0'9'0,"0"3"0,2 9 0,-2 27 0,1 6 0,3 17-1456,-2-4 1,-1 5 1455,2 2 0,1-3 0,2 21 0,-4-25 0,0 21 0,0 12 0,1 2 0,-1-5 0,0-16-1579,2-5 1,0-9-1,0 11 1579,-2-4 0,0 14 0,-1 7 0,1 3 0,-1-2 0,0-10 0,1-13 0,0 1 0,1-12 0,-1 9 0,-1 14 0,0 14 0,0 5 0,-1-5 0,1-14 0,-1 15 0,0-3 0,2-13 0,0 12 0,0-6 0,-1-23-4251,2-10 4251,3-20 0,-4-34 0,1-2 0,-3-2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42.04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2364 1 24575,'-2'2'0,"1"1"0,-2 3 0,-1-1 0,-1 2 0,0 1 0,-1 0 0,-3 8 0,-5 7 0,-1 0 0,-7 15 0,9-18 0,-4 10 0,6-11 0,-29 60 0,19-41 0,-4 12 0,2-3-6784,8-23 6784,-1 12 0,-35 29 0,23-21 0,-30 32 0,38-46 0,7-10 0,5-7 6784,1-1-6784,-5 9 0,4-5 0,-4 5 0,5-7 0,-10 16 0,8-10 0,-11 18 0,12-20 0,-6 11 0,4-11 0,-7 17 0,4-12 0,-9 29 0,9-26 0,-11 32 0,11-35 0,-13 32 0,12-27 0,-12 19 0,15-21 0,-12 12 0,14-19 0,-17 28 0,14-24 0,-17 30 0,13-21 0,-8 12 0,0 2 0,-5 7 0,-16 32 0,22-46 0,6-12 0,-9 19 0,8-9 0,-4 7 0,-1 10 0,8-17 0,-7 30 0,10-22 0,-8 35 0,10-40 0,-16 38 0,12-44 0,-12 24 0,14-32 0,-15 23 0,17-27 0,-24 33 0,19-28 0,-18 29 0,17-27 0,-13 17 0,15-19 0,-10 9 0,12-17 0,-12 18 0,8-15 0,-30 45 0,29-41 0,-29 44 0,30-44 0,-16 26 0,11-19 0,1 5 0,-8 12 0,8-12 0,-4 11 0,-20 28 0,29-47 0,-30 42 0,36-58 0,-9 11 0,12-16 0,-16 22 0,15-19 0,-10 14 0,12-16 0,-6 8 0,2-4 0,-4 5 0,5-10 0,-8 14 0,9-15 0,-9 18 0,11-15 0,-9 18 0,5-8 0,-26 60 0,23-50 0,-25 49 0,28-61 0,-10 15 0,9-18 0,-6 12 0,8-18 0,-3 13 0,6-12 0,-8 14 0,6-12 0,-2 9 0,5-15 0,1 6 0,0-8 0,-1 4 0,2-5 0,-1 6 0,1-6 0,0 4 0,1-4 0,-1 5 0,1-4 0,-4 5 0,4-5 0,-3 1 0,3-1 0,-2 1 0,0-1 0,-4 11 0,4-11 0,-3 8 0,4-10 0,-3 6 0,2-6 0,-3 7 0,4-9 0,0 1 0,1-2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44.15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24575,'2'0'0,"3"0"0,-2 0 0,4 0 0,-1 0 0,4 0 0,0 0 0,3 1 0,20 1 0,7 3 0,22 0 0,6 0 0,5 2-484,7-1 1,-1 1 483,-15-2 0,11 2 0,4-1-1359,13 1 1359,-1 0 0,-1 0 0,6 0 0,-8 0 0,-1 0 0,4-1-270,-27-2 0,-4-1 270,-4 1 872,-12-4-872,-28 2 1385,-3-2-1385,-17 0 0,-3 0 0,-1 0 0,1 0 0,3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46.45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233 1 24575,'0'2'0,"2"7"0,-2 2 0,1 1 0,1 5 0,-1-8 0,2 8 0,-1 14 0,0-9 0,1 28 0,-2-23 0,-1 23 0,1 3 0,-1-11 0,0 33 0,-2 0 0,0-28 0,1 8 0,-1 0 0,-4-13 0,2 37 0,-7-35 0,-4 45 0,4-54 0,-2 38 0,7-52 0,-1 37 0,3-30 0,-2 23 0,2-23 0,0 22 0,1-25 0,-5 46 0,3-34 0,-4 34 0,4-33 0,0 17 0,1-25 0,2 20 0,-1-27 0,-2 45 0,3-45 0,-5 60 0,6-61 0,-4 34-6784,3-33 6784,-2 4 0,0 6 0,-6 48 0,5-30 0,-1 13 0,0-1 0,1-20 0,2 8 0,0 0 0,1-7 0,-4 33 0,5-37 0,-6 24 0,6-34 0,-6 28 0,7-32 0,-5 36 0,4-37 0,-2 27 0,3-35 0,-3 9 0,2-15 6784,-1 7-6784,2-9 0,-2 10 0,2-13 0,0 8 0,0-11 0,0-2 0,0 0 0,0-2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47.62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116 1 24575,'-2'23'0,"-1"15"-9831,-1 0 8341,-1 10-665,3-11 2155,-3 5 2155,3 3-2155,-3 42 0,-1-19-569,3 22 1,-1 5 568,0-36 0,1 2 0,0 24 0,0 12 0,1-10 0,0-17 0,0 1 0,-1 21 0,0 12 0,0-3 0,3-22 0,0-3 0,-1 3 356,-1-3 1,0 4 0,-1 0 0,1-5-357,1 5 0,0-4 0,0-2 0,-1 31 0,0-14 4519,-1-13-4519,1 5 0,2-49 0,-2 5 0,2-21 1980,-1-2-1980,1-11 0,-3-1 4298,3-2-4298,-4 1 234,2-1-234,-2 0 0,0-2 0,2 2 0,0-2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49.46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24575,'3'12'0,"0"-2"0,4 2 0,-1 2 0,5 3 0,0 4 0,3 1 0,6 11 0,-3-8 0,33 42 0,6 6 0,-10-15-605,17 20 0,-2-3 605,-23-31 0,1-2 0,1 1 0,6 8-126,-5-8 1,-1-2 125,-3-1-3150,12 9 0,-1 0 3150,-7-5-499,5 5 1,10 12 0,-7-7 498,10 15-181,6 5 1,2-2 180,-10-13-93,-16-17 0,-3-2 93,3 1 0,1 5 0,0 1 0,-3-1 5288,25 26-5288,-14-8 0,8 12 0,-1-3 0,-5-7 0,-29-40 2128,18 18-2128,-13-11 1775,38 38-1775,-38-43 612,19 22-612,-31-33 0,21 20 0,-14-14 0,21 15 0,-23-20 0,9 7 0,-16-14 0,5 5 0,3 4 0,0 1 0,-1-1 0,-3 0 0,-11-13 0,5 4 0,-7-5 0,7 7 0,-8-6 0,11 8 0,-12-9 0,3 1 0,-5-5 0,0 0 0,0 0 0,0-1 0,-1 2 0,2-3 0,-2 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50.78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66 24575,'3'0'0,"-1"0"0,1 0 0,1 0 0,1 0 0,1 0 0,1 0 0,24 0 0,-12-2 0,18 2 0,-17-3 0,27-1 0,17-7 0,-10 5 0,4 1 0,38-7 0,-32 8 0,8 0 0,-8 0 0,32 0-869,4 0 0,-2 1 869,-18 3 0,11 4 0,7 0-1273,-33-2 1,3 1 1272,14 2 0,8 1 0,-6 0 0,-9-2 0,2 0 0,-4 1 0,10 1 0,-1 0 0,-11-1 0,-3-1 0,0 1 0,3 1 0,12 1 0,-1-1 0,-11 0 0,-3-1 0,-2-1 0,8 0 0,7 0 0,-9-1-595,-12-1 1,-3-1 594,34-3 0,-5-1 0,-9 2-320,-10-2 0,-1-1 320,-5 2 0,18 1 0,0 1 0,-9-2 0,3 3 0,-6 1 1332,-35-1-1332,5 0 2466,-28-1-2466,-2-2 1439,-8 0-1439,-7-5 0,0 3 0,-7-2 0,9 4 0,0 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1:52.54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23 24575,'2'0'0,"1"0"0,0 1 0,1 0 0,-1 0 0,3-1 0,-2 1 0,20 1 0,-5 0 0,8-1 0,-2-1 0,12 0 0,-2 0 0,27 0-6784,-21-4 6784,13 1-40,0-2 1,8 0 39,15 2 0,3 0 0,-8 0 0,1 1-327,16 0 0,-9 1 327,-18 1 0,-5 0 0,0 0 0,-2 0-2147,6 1 0,-3 0 2147,-20-1 4294,59 3-4294,-71-2 75,25 2-75,-35-3 658,8 3-658,-12-3 6784,8 3-6784,-11-1 0,14 1 0,-15-1 0,20 0 0,-16 0 0,16 2 0,-14-3 0,22 2 0,-13-2 0,11 0 0,-18-1 0,15 0 0,-13 0 0,10 0 0,-12 0 0,0 2 0,-2-2 0,8 1 0,-9-1 0,8 0 0,-12 0 0,11 0 0,-12 0 0,17 0 0,-15 0 0,19 0 0,-15 0 0,23-1 0,-19 0 0,23 0 0,-24-1 0,19 0 0,-17 0 0,12 1 0,-16 1 0,27 0 0,-26 0 0,38 0 0,-37 1 0,52 3 0,-39-2 0,20 1 0,-23-3 0,-5 1 0,2 0 0,15 0 0,-19-1 0,20 0 0,-25 0 0,12 0 0,-17 0 0,5 2 0,-10-2 0,4 1 0,-7 0 0,3 0 0,-5 0 0,2-1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08.95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4 24575,'0'-2'0,"0"0"0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09.57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24575,'0'4'0,"0"1"0,0 1 0,0 6 0,0-3 0,0 11 0,0-9 0,0 33 0,0-19 0,2 56 0,1-38 0,0 15 0,0 3-834,0 13 834,1 0 0,-1-1 0,1 5 0,4 7 0,0-2 0,0-16-489,1 11 0,0-2 489,-2-18 0,0-4 0,1 0 0,1-2 0,6 38 792,-4-50-792,-1 15 0,0-25 0,12 46 1020,-11-38-1020,11 32 0,-18-61 0,1-4 0,-1-15 0,-2 3 0,4-10 0,-5 3 0,3 5 0,-4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12.83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79 24575,'4'0'0,"-1"-1"0,5 0 0,-2-2 0,14 0 0,-2 1 0,8-3 0,25 2 0,-23 0 0,34-1 0,6 0 0,-5 3-646,19-4 1,3 1 645,1 3-1437,9-3 0,7-1 1437,-20 1 0,1-1-1802,-6 3 1,4-1 0,-5 0 1801,-2-2 0,0 1 0,-4 3 0,5 1 0,4 0-383,0-1 0,6 0 0,2 1 0,0-1 383,2 2 0,0 0 0,2 0 0,2 0 0,-11 0 0,4-1 0,0-1 0,-3 2 0,-5-1 0,21 3 0,-7 0 0,-4 0 0,-18-1 0,-2-1 0,2 1 0,21 2 0,5-1 0,-7 1 0,-7-2 0,18 2-142,-46-3 1,13 2 0,10 0-1,11 0 1,8 0 0,8 1 0,5 0-1,5 0 1,3 1 0,2-1-1,1 1 1,-1-1 0,-2 0 0,-4 1-1,-5-1 1,-6-1 0,-7 1-1,-9-1 1,-10 0 141,33 1 0,-18-1 0,-9 0 0,1 0 0,8 0 0,20 1-72,-37-1 1,10 0-1,8 0 1,7 1-1,7-1 1,4 1 0,5 1-1,1-1 1,3 0-1,-1 1 1,0-1 0,-2 0-1,-3 1 1,-5-1-1,-5 0 1,-7 1-1,-7-2 1,-9 1 0,-10 0-1,-12-1 72,44 5 0,-28-2 0,9 1 81,4-1 0,10-1 1,3 1-1,-4-1 1,-13 1-82,-8 1 0,-8 0 0,3-1-29,6-1 0,6 1 0,-1-2 0,-11 0 29,2-2 0,0 1 610,0 3 0,11 1 1,0 1-1,-12-2-610,3-2 0,-5 0 0,3 3 0,4 2 0,-10-3 0,26-2 0,-38 1 3961,4-4-3961,-28 1 0,-19 0 0,-8 0 4642,-4 0-4642,-1 3 3112,-2-1-3112,-4 7 768,1 3-768,-7 11 0,2-4 0,-12 44 0,7-32 0,1 17 0,0 3 0,-2-6 0,4 10 0,1 17 0,5 9 0,3 16 0,1 3 0,0-12 0,0-18 0,0-8 0,0 7-1696,1 18 0,-1 11 0,2-7 0,1-25 1696,3-15 0,-2-48 0,-2-3 0,0 1 0,-3-3 0,0 0 0,0-1 0,-3 0 6784,-6-4-6784,-5 0 0,-23-9 0,8 1 0,-39-2 0,29 4 0,-41 1-6784,38 4 6784,-23 0-2269,16 4 1,1 2 2268,-7 0-134,-4 0 0,-15 2 0,3 1 134,-11 5 0,-1 2 0,5-3 0,-5 1 0,0 0-546,3 1 0,0 1 0,4 0 546,11-1 0,2-1 0,4-1 0,-10 1 0,-4-1 0,-15 1 0,-12-1 0,4-2 0,18-4 0,2-1 0,-2 0 0,8 3 0,-1 0 0,-3 0 0,0-2 225,-12-4 0,-3-1 1,3-2-1,8 1-225,-17-3 0,1-1 0,20 2 0,-8-2 0,1 1 0,8-1 1061,-16-5 0,2 0-1061,2 3 0,-6 0 0,11 0 0,20 0 0,-1 1 0,-23 1 0,-11 3 0,12 0 0,26 2 0,1 1 0,-9 0 0,-8 2 0,10-1 21,-23 2-21,21 0 0,2 0 0,4 1 0,8 1 0,2 1 2339,4 0-2339,-27 3 0,-3-1 0,8 0 1546,-14 0 0,1 0-1546,24-4 0,-39 1 2241,46-2-2241,-4-3 0,-1-2 0,-16-3 0,3-1 0,1-2 780,-10 0-780,0-2 0,-3 0 0,-12-2-3084,32 5 1,1 0 3083,-6-1 86,13 3 1,1 2-87,-7-2 55,-7-1 1,3 2-56,21 3 0,-7-1 0,-1 1 0,1 0 0,-16-1 0,41 4 0,22 3 6307,2 1-6307,2 1 943,-2-1-943,0 6 0,0-4 0,-2 5 498,3-4-498,-4 3 0,4-1 0,-5 3 0,7-5 0,-5 1 0,4-4 0,0 1 0,-1-2 0,2 1 0,-2-1 0,1 0 0,0 1 0,-2 2 0,3-1 0,-2 5 0,2-3 0,0 9 0,0-3 0,4 33 0,2-11 0,6 20 0,1 2 0,-3-16 0,8 32 0,-18-72 0,-2-3 0,2-1 0,-6 0 0,-1-4 0,-11 7 0,-1-13 0,6 15 0,-5-6 0,11 7 0,-16-15 0,12 5 0,-5-18 0,16 16 0,1-11 0,3 13 0,3 0 0,-2 8 0,1 3 0,-6-1 0,-6 3 0,2-3 0,-16 2 0,9-4 0,-19 2 0,13-2 0,-25 0 0,13 0 0,-25-2 0,-4-2 0,10 3 0,-9-3 0,2 0 0,21 1 0,-45-2 0,33 2 0,-39-2 0,41 2 0,-24-1 0,-3 0 0,8 0-674,-21-2 0,-2 0 674,19 5 0,3-2 0,0 1 0,-3 2 0,-9 2 0,0 1 0,10-2 0,6 3 0,2 0 0,8-1 0,1 3 0,-4-3 0,-6 0 0,5-1 0,-1-1 0,-3 1 0,0-1 0,-37-3 0,65 1 0,-19-1 1348,27 2-1348,-13 0 0,25 0 0,-2 0 0,10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29.76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24575,'0'6'0,"0"-2"0,0 1 0,0-1 0,0-1 0,0 1 0,2-2 0,-2 3 0,2-3 0,-2 3 0,0-1 0,0-2 0,0-1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44.17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4217 24575,'2'-4'0,"1"2"0,-2-1 0,0 1 0,1-1 0,2-1 0,0-2 0,6-5 0,-3 0 0,14-12 0,-8 6 0,21-18 0,-18 18 0,20-16 0,-16 11 0,7-4 0,3-10 0,-11 18 0,21-29 0,-20 30 0,14-27 0,-15 25 0,12-21 0,-9 17 0,9-14 0,-17 22 0,0-4 0,15-10 0,-5-3 0,9-3 0,-7-1 0,-13 22 0,9-17 0,-10 18 0,11-18 0,-13 16 0,18-25 0,-17 23 0,17-27 0,-17 28 0,8-14 0,-11 17 0,11-13 0,-12 11 0,20-19 0,-16 19 0,9-9 0,-3 5 0,12-26 0,-7 13 0,18-34 0,-22 40 0,7-17 0,-11 23 0,1-1 0,5-5 0,4 2 0,-2 1 0,1-1 0,-16 15 0,11-16 0,-7 12 0,24-40 0,-17 29 0,22-32 0,-24 37 0,11-10 0,-15 18 0,13-13 0,-12 11 0,20-18 0,-17 15 0,17-19 0,-17 18 0,20-27 0,-16 20 0,18-27 0,-10 15 0,-2-2 0,8-3 0,-14 11 0,33-26-6784,-19 15 6784,9-6 0,1-7 0,7-7 0,0 2-255,-10 13 1,0 3 254,-5 5-2184,14-12 0,-1 0 2184,-11 16 1876,18-22 0,1 1-1876,-14 16 0,1-4 0,0-1 0,1 4 0,0-1 0,2-1 0,13-6 0,-5 1 0,3-1 0,17-14 0,-23 20 0,-1 1 0,15-11 0,-1 2 0,1 2 0,-3 3 0,0-1 0,-1 2-4164,-14 8 4164,6 1 324,-25 13-324,22-18 0,1-1 4325,-15 11-4325,32-27 0,-2 2-3897,-40 32 3897,35-25 4537,-37 31-4537,33-20 0,-23 16 0,31-20 0,-35 25 0,6-7 6784,-14 11-6784,0-3 0,-13 9 0,4-3 0,-5 2 0,2 0 0,-4 5 0,4-6 0,-2 4 0,5-6 0,-6 6 0,1-3 0,-3 3 0,1-1 0,-3 1 0,1 1 0,-3 1 0,-1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2.37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57 1 24575,'-7'0'0,"-1"0"0,0 0 0,2 0 0,-1 1 0,4 1 0,-2 0 0,3 2 0,-1-1 0,1 1 0,-2 6 0,4-5 0,-2 6 0,2-6 0,0 5 0,0-6 0,0 6 0,0-6 0,2 1 0,-2-5 0,2-2 0,0-3 0,-2-1 0,2-12 0,-2 11 0,0-6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2.63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22186,'4'15'0,"0"-3"0,-3-6 0,0-3 1157,0 1-1157,-1 1 100,2-3 1,-2 2 0,2-4-1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2.86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14 0 24575,'-7'21'0,"2"-5"0,3-1 0,2-9 0,0 4 0,0-6 0,0 3 0,5-1 0,-2 0 0,4-1 0,-5-1 0,1-2 0,-3-1 0,2-1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3.04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24575,'0'8'0,"0"-3"0,0 1 0,0-3 0,0 1 0,2 1 0,0-2 0,3 6 0,-1-5 0,3 7 0,-5-8 0,1 2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5.10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8460,'0'14'0,"0"-2"5090,0-8-5090,1-1 2778,1-1-2778,0 2 1682,1-4-1682,-1 2 0,0-2 0,0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5.55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24575,'0'0'0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5.85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38 22023,'28'-11'0,"-6"2"0,-6 3 0,-6 2 0,-4 2 1030,2 0-1030,-4 1 0,-1 0 0,-1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6.12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20990,'21'10'0,"-1"-1"1706,-9-2-1706,0 0 0,0-3 0,-6 5 606,2-6-606,-5 5 311,2-5-311,-1-1 0,-3 0 0,2-2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6.33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24575,'5'11'0,"-1"-2"0,2 2 0,-4-3 0,3-2 0,-2 5 0,2-6 0,3 11 0,-6-11 0,6 9 0,-5-10 0,2 5 0,-3-7 0,0 2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6.54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18506,'7'21'0,"2"7"0,-4-14 0,3 4 0,-4-4 0,-2-7 2768,2 2-2768,1 2 1037,-2-2-1037,6 5 541,-7-3-541,7 2 0,-6-6 0,3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6.79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18312,'11'22'0,"-3"-1"2846,-2-9-2846,-2-3 0,0 2 1071,3-1-1071,-2 1 560,4 3-560,-5-7 1786,1 3-1786,-3-6 0,1 0 0,-2-1 0,0-1 0,1 1 0,0 1 0,0-1 0,-1-1 0,-1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7.02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24575,'8'13'0,"-1"-1"0,1 1 0,-4-1 0,5 3 0,0 3 0,-1-4 0,2 4 0,-4-11 0,0 3 0,-3-6 0,1 2 0,-2-5 0,3 7 0,-1-5 0,-1 4 0,-1-5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7.23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24575,'3'0'0,"-1"1"0,1 0 0,-1 0 0,2-1 0,-1 0 0,1 0 0,-1 0 0,3 0 0,-2 2 0,3-2 0,-4 2 0,0-2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7.45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63 24575,'5'0'0,"0"-2"0,-1 2 0,0-4 0,-1 4 0,2-3 0,-1 1 0,2 0 0,-1-4 0,-1 6 0,4-7 0,1 2 0,0-3 0,11-3 0,-14 6 0,7-3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7.65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86 24575,'2'-2'0,"-2"-1"0,3 3 0,-1-2 0,2 1 0,1-3 0,-1 2 0,3-5 0,-2 4 0,3-4 0,-1 5 0,8-10 0,-3 4 0,9-10 0,-13 10 0,1 1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7.86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1 105 24575,'1'-2'0,"0"-1"0,2 2 0,-3-2 0,3 1 0,-1-2 0,2 1 0,-1-1 0,2 1 0,3-6 0,-2 4 0,2-4 0,-2 4 0,2-1 0,0-4 0,0 3 0,0-5 0,0 6 0,-4-1 0,0 4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8.09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1 119 24575,'3'-4'0,"-1"0"0,1 2 0,-2-1 0,2 1 0,-1-1 0,1-1 0,-1 0 0,3 2 0,-4-1 0,4 3 0,-3-3 0,2 1 0,4-7 0,-1 2 0,18-25 0,-18 22 0,10-15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58.32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24575,'0'0'0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0.59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1505 24575,'7'-2'0,"2"0"0,-3-1 0,0-1 0,1 2 0,-3-3 0,3 2 0,1-4 0,21-12 0,-10 7 0,19-18 0,-19 19 0,17-16 0,-15 14 0,23-13 0,-23 11 0,18-5 0,-19 7 0,18-9 0,-19 12 0,31-23 0,-30 16 0,34-21 0,-36 19 0,22-9 0,-22 13 0,37-23 0,-29 22 0,29-21 0,-37 27 0,6-2 0,-11 6 0,24-11 0,-18 9 0,16-8 0,-23 12 0,-4-2 0,11-4 0,-7 1 0,12-6 0,-10 6 0,8-4 0,-10 6 0,11-4 0,-13 6 0,21-4 0,-18 4 0,28-6 0,-24 5 0,26-10 0,-27 9 0,18-6 0,-19 7 0,22-3 0,-21 6 0,34-3 0,-33 6 0,21-4 0,-24 3 0,13 0 0,-9 1 0,17 2 0,-14-2 0,30 4 0,-25-1 0,44 5 0,-45-5 0,18 5 0,-29-8 0,4 6 0,-5-4 0,5 5 0,-10-3 0,3 3 0,-1-2 0,10 15 0,-11-11 0,11 15 0,-13-13 0,13 15 0,-9-5-6784,26 32 6784,-18-25 0,30 40 0,-28-43 0,24 33 0,-27-36 0,14 20 0,-19-26 6784,9 19-6784,-13-22 0,13 27 0,-14-18 0,7 14 0,-10-14 0,3 10 0,-3-11 0,11 52 0,-10-46 0,11 47 0,-10-56 0,5 26 0,-5-23 0,1 19 0,-3-23 0,3 25 0,-3-19 0,10 28 0,-7-23 0,5 6 0,9 9 0,6 8 0,0 2 0,10 9 0,-19-34 0,12 16 0,-13-20-6784,32 27 6784,-26-27 0,47 27 0,-43-36 0,39 12 0,-40-20 0,31 5 0,-31-9 6784,43 3-6784,-23-5 0,13-10 0,2-3 0,-3-1 0,12-19 0,1-6 0,-1-8-3392,-22 12 0,-2 0 3392,10-10 0,4-1 0,-10-1 0,-6 8 0,1 0 0,10-12-432,-6 1 0,1 0 432,2 4 0,-8-2 0,1-1-329,4 3 329,-14 3 0,0-5 0,0 1 0,1-5 0,2-3 0,4-5 0,-4 2 0,3-6 0,-1 1 2391,18-23 0,-6 6-2391,-21 17 0,3 4 0,-1 0-265,-5 3 265,0 2 0,-1 0 0,-3 3 0,2-6 0,1-1-4872,7-2 4872,9-28 160,7-1 0,-2 3-160,-14 20 203,11-17 1,-7 12 0,-31 55-1,-6 15 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3.23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84 24575,'5'-2'0,"-2"-1"0,2 3 0,-5-3 0,3 1 0,-1 0 0,2-3 0,-1 1 0,6-11 0,-1 1 0,2-5 0,-6 10 0,-2 3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3.44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24575,'0'0'0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3.63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45 24575,'0'-4'0,"2"2"0,-2-1 0,2 1 0,-2-2 0,1 2 0,1-1 0,0 1 0,2-3 0,-2-3 0,0 3 0,0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3.83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4 24575,'0'-2'0,"0"0"0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4.04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24575,'27'13'0,"-4"-7"-9831,11 12 8341,-12-11 4308,12 7-2818,-16-5 1719,11 0-1719,-17-1 0,3-2 0,-9-1 0,0 0 0,-3-5 0,-2 2 0,0-2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4.25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15 24575,'8'2'0,"0"0"0,-6-5 0,-1 0 0,-1-2 0,2 1 0,-2 2 0,2 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4.44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58 0 24575,'-12'21'0,"3"-1"0,1-12 0,4 4 0,0-4 0,-1 2 0,2-3 0,-2 2 0,3-3 0,-1 3 0,2-7 0,0 1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4.67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140 0 24575,'-34'10'0,"13"-2"0,-8-1 0,19-3 0,-4-2 0,9 0 0,1 0 0,0-2 0,1 2 0,1-4 0,-3 0 0,2-6 0,-1 5 0,2-2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4.87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5 24575,'0'-2'0,"0"0"0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5.06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24575,'3'0'0,"5"0"0,-5 0 0,2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5.23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116 0 22910,'3'23'0,"-1"-3"0,-7 1 0,2-11 0,-8 15 0,4-18 815,-6 11-815,-10-1 279,9-6-279,-8 5 141,14-10-141,1 1 107,3-1 1,0-2-1,4-3 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5.44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186 1 24575,'-15'6'0,"0"-1"0,-3 1 0,6-2 0,-5 2 0,7-3 0,-1 3 0,-11 1 0,13-2 0,-16 4 0,19-5 0,-9 1 0,11-2 0,-3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5.63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8 19 24575,'-4'2'0,"2"-2"0,0-2 0,2-2 0,0 1 0,0-3 0,0 4 0,0-2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3:06.49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713 0 24575,'-3'18'0,"1"2"0,-7 57 0,-1-7-2217,3-10 0,-1 8 2217,-2 17 0,-3 13-1467,2-17 0,-2 8 0,-1 6 1,0 3 1466,5-17 0,-1 3 0,1 3 0,0 2 0,-1-1 0,0-1-346,-1-1 1,-1-2 0,0 0 0,0 2-1,0 2 1,0 3 345,2-7 0,1 5 0,-1 2 0,0 2 0,1-1 0,0-2 0,0-5 0,0-6-486,-4 25 0,0-12 0,1 2 0,-2 12 486,3-27 0,0 9 0,-1 6 0,0 4 0,0 0 0,0-1 0,0-4 0,1-6 0,1-10-366,-4 18 0,3-13 1,-1-1-1,0 11 366,1-7 0,-1 10 0,0 6 0,0 1 0,0-4 0,2-9 0,0-13 0,0 5 0,0-13 0,1 3 0,-1 29 0,1 6 0,-1-16 1026,2-28 0,-1-6-1026,-3 12 0,2-9 0,5-30 0,-6 6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4:01.96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24575,'1'2'0,"1"-1"0,0 1 0,1-2 0,-1 4 0,2-1 0,0-1 0,-3 3 0,3-3 0,-4 2 0,2 1 0,-1-3 0,3 8 0,0-5 0,6 11 0,-3-7 0,3 3 0,-4-4 0,3 1 0,-3-1 0,4 2 0,-4-4 0,10 5 0,-10-5 0,11 3 0,-10-3 0,15 4 0,-13-5 0,11 3 0,-16-6 0,5 1 0,-5-2 0,-1 2 0,-1-1 0,1 2 0,-2-1 0,4 1 0,-5-1 0,4 3 0,-2-2 0,1 1 0,4 2 0,-2-1 0,3 2 0,-5-3 0,2-1 0,-3-1 0,3 2 0,-3-1 0,1 1 0,-3-1 0,0 3 0,2-1 0,-2 7 0,4-7 0,-2 6 0,0-6 0,1 6 0,-1-5 0,1 6 0,-1-8 0,1 11 0,-2-11 0,0 8 0,1-10 0,-2 4 0,2-3 0,-1 3 0,0-3 0,0 1 0,1-2 0,-2 2 0,4-1 0,-4 1 0,3-1 0,-3 0 0,7 7 0,0 4 0,0-1 0,1 1 0,-6-11 0,0 2 0,1-1 0,-1-1 0,2 5 0,0-3 0,0 5 0,4 4 0,3 5 0,-2-2 0,4 3 0,-9-13 0,5 5 0,-5-8 0,3 6 0,-5-6 0,1 3 0,-1-6 0,-2 2 0,4-2 0,-4 1 0,3 1 0,-3-1 0,2 1 0,0-1 0,-2 1 0,6 6 0,-4-5 0,4 11 0,-4-11 0,5 8 0,-3-6 0,9 11 0,-8-10 0,8 12 0,-9-13 0,19 25 0,-13-15 0,16 17 0,-16-17 0,6-2 0,-9-3 0,18 15 0,1 3 0,7 5 0,-5-7 0,-10-10 0,-5-7 0,8 7 0,-9-8 0,12 10 0,-13-10 0,12 6 0,-12-9 0,14 11 0,-16-10 0,16 8 0,-17-8 0,13 4 0,-11-6 0,6 3 0,-8-5 0,10 7 0,-10-6 0,14 9 0,-14-11 0,8 7 0,-10-8 0,5 7 0,-5-5 0,3 5 0,-3-7 0,-1 2 0,2 1 0,4 2 0,6 10 0,-3-4 0,1 1 0,-2-3 0,-4-2 0,13 10 0,-12-10 0,22 15 0,-19-14 0,19 14 0,-20-14 0,11 11 0,-14-12 0,22 18 0,-19-17 0,31 26 0,-29-26 0,15 15 0,-18-16 0,6 5 0,-8-7 0,8 6 0,-8-7 0,10 7 0,-11-6 0,11 3 0,-10-4 0,4 4 0,-2-4 0,2 3 0,-5-4 0,3 3 0,-3-3 0,9 11 0,-8-9 0,13 9 0,-16-10 0,9 3 0,-10-3 0,11 3 0,-6 0 0,13 5 0,-11-5 0,10 4 0,-14-5 0,13 5 0,-9-1 0,4-1 0,-6-1 0,18 11 0,-15-10 0,24 17 0,-28-21 0,10 6 0,-8-6 0,18 15 0,-15-13 0,13 10 0,-18-13 0,24 14 0,-17-11 0,23 17 0,-27-19 0,6 4 0,-6-5 0,6 2 0,-5 0 0,17 10 0,-18-9 0,14 9 0,-18-13 0,10 8 0,-8-7 0,9 9 0,-10-8 0,2-2 0,-5 2 0,18 7 0,-11-3 0,17 9 0,-19-12 0,6 2 0,-10-4 0,7 4 0,-2 1 0,11 6 0,-8-5 0,10 10 0,-16-13 0,19 15 0,-16-14 0,22 17 0,-20-12 0,12 7 0,-15-9 0,19 15 0,-11-12 0,8 9 0,-8-11 0,-7-5 0,1-2 0,3 4 0,-8-5 0,12 9 0,-11-10 0,8 7 0,-10-11 0,1 5 0,-4-5 0,1 4 0,-1-3 0,1 1 0,-1 1 0,1 0 0,-2-2 0,1 1 0,0-3 0,-2 3 0,1-2 0,-1 2 0,1-3 0,-1 3 0,0-2 0,-2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40.22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24575,'1'5'0,"1"0"0,0-1 0,1 0 0,-2-1 0,2 1 0,-1 4 0,1-5 0,-1 5 0,0-6 0,-2 1 0,0 1 0,0-2 0,0-1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2:40.69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24575,'0'0'0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4:09.01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177 61 24575,'-1'4'0,"-1"-2"0,-2-1 0,0-1 0,1 0 0,-1 0 0,1 0 0,-1 0 0,1 0 0,-1 0 0,0 0 0,1 0 0,-1 0 0,2 2 0,-1-2 0,1 2 0,-2-2 0,1 1 0,-1 1 0,2 2 0,-1-2 0,1-1 0,-2-1 0,1 0 0,-1 0 0,1 0 0,1-1 0,-2 0 0,4-2 0,-2 1 0,2-3 0,0 1 0,0-2 0,0 1 0,0-2 0,0-4 0,0 3 0,0-2 0,0 6 0,0-3 0,0 3 0,-1 0 0,-1 4 0,-2 1 0,1 2 0,-3 1 0,0 1 0,-2 3 0,-1 5 0,3-4 0,-5 5 0,8-6 0,-4 1 0,7-3 0,-7 11 0,4-9 0,-3 7 0,4-10 0,0-1 0,2-1 0,0 1 0,0-1 0,0-2 0,0-3 0,0-2 0,0-1 0,0 1 0,2 2 0,-2-1 0,3 1 0,-3 0 0,2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4:10.50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4 1 24575,'-2'2'0,"2"1"0,-2-1 0,2 1 0,0 1 0,0 0 0,0-1 0,0-1 0,0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4:17.31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24575,'0'6'0,"0"2"0,0 2 0,0 8 0,5 18 0,1-5 0,11 33 0,3-6 0,0 0 0,2 2 0,6 12 0,-4-14 0,-2-3 0,-4-13 0,22 47 0,-13-38 0,16 35 0,-20-46 0,11 17 0,-17-32 0,8 13 0,-13-21-6784,14 23 6784,-14-24 0,23 33 0,-24-37 0,14 18 0,-16-20 0,9 14 0,-8-11 6784,12 13-6784,-12-12 0,16 12 0,-15-14 0,10 11 0,-12-11 0,7 4 0,-6-5 0,8 5 0,-9-7 0,9 8 0,-11-9 0,12 9 0,-13-8 0,10 5 0,-11-6 0,6 7 0,0 0 0,6 9 0,-1-7 0,9 12 0,-12-16 0,17 19 0,-19-18 0,21 22 0,-19-17 0,14 15 0,-15-16 0,9 17 0,-10-19 0,20 28 0,-16-24 0,22 22 0,-21-20 0,11 7 0,-12-10 0,10 5 0,-3 2 0,25 19 0,-23-15 0,24 17 0,-36-31 0,16 10 0,-13-13 0,4 8 0,-2-6 0,-6-2 0,8 7 0,-6-8 0,3 7 0,0-2 0,-9-6 0,6 2 0,-6-3 0,10 8 0,-11-10 0,14 18 0,-14-18 0,7 12 0,-10-12 0,7 8 0,-7-7 0,6 7 0,-3-7 0,8 21 0,-5-18 0,9 26 0,-10-27 0,6 15 0,-7-16 0,4 13 0,-6-13 0,6 11 0,-1-5 0,11 22 0,-4-14 0,4 14 0,-6-22 0,-1 10 0,-3-14 0,8 17 0,-9-19 0,14 18 0,-13-15 0,20 23 0,-17-19 0,15 20 0,-12-21 0,8 14 0,9 3 0,14 15 0,-6-4 0,30 20 0,-36-30 0,27 20 0,-9-13 0,10 12 0,-6-9 0,6 6 0,-29-21 0,7-1 0,-24-14 0,-5-8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4:19.25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24575,'0'0'0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4:21.54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9 861 24575,'-5'0'0,"1"0"0,11-2 0,-3 2 0,3-2 0,-3 0 0,1 0 0,1 0 0,2-1 0,-1 2 0,3-2 0,39-5 0,-14 2-6784,24-4 6784,-27 7-4537,-8-1 4537,-1 3 0,32-4 0,-17 5-3034,51-8 3034,-54 7 3034,32-6-3034,-43 7 0,52-9 0,-45 5 0,24-2 0,-1-1-3034,-22 2 3034,34-3 3034,-46 3-3034,6 0 0,18 0 0,12 0 4537,-11 2-4537,1-1 6784,-32 4-6784,11-4 0,-11 4 0,20-6 0,-12 5 0,37-9 0,-31 9 0,31-7 0,-38 7 0,51-5-6784,-36 4 6784,22-2 0,-26 4 0,19-2 0,-5 1 0,15-3 0,27-1 0,-34 0 0,29-2 0,-28 2 0,-27 1 0,22-1 0,-31 3 6784,13-2-6784,-21 4 0,22-8 0,-21 7 0,18-9 0,-19 9 0,12-8 0,-8 6 0,22-8 0,-20 7 0,15-3 0,-21 5 0,16-2 0,-11 0 0,20 1 0,-16-1 0,20 2 0,-21-3 0,50-3 0,-42 2 0,28 0 0,-33 4 0,5-2 0,-6 3 0,11-3 0,16-1-6784,14-4 6784,-6 0 0,-10-1 0,-23 4 0,-10 1 0,21-1 0,-17 2 0,19-5 6784,-18 6-6784,24-9 0,-23 9 0,37-8 0,-35 6 0,18 1 0,-24 0 0,46-4 0,-29 1 0,41-3 0,-47 3 0,10 1 0,-16 3 0,12-3 0,-17 4 0,17-2 0,-15 1 0,9-2 0,-10 4 0,12-6 0,-14 4 0,21-3 0,-22 2 0,24 0 0,-20-1 0,25 3 0,-26 0 0,10 2 0,-11 0 0,59-5 0,-39 4 0,19-2 0,-1-1 0,-22 4 0,39-5 0,-35 2 0,59-3-6784,-30 0 6784,16 2-2269,-21 1 1,-2 1 2268,8 1-638,19-1 1,23-2 0,-7 1 637,-2 0 0,0 0 0,-23 1 0,6-1 0,3 0 0,-3-1 0,-2 0 0,-1 0 0,-1 0 0,-5 0 0,-5 2 0,-4 0 0,8-1 0,9 0 0,11-2 0,4-1 0,-4 2 0,-13 1 0,16 1 0,1 1-439,-7-2 0,16-1 1,7 0-1,-6 0 1,-16 1 438,12 0 0,-3 0 0,-16-1 0,9-1 0,-1 0 0,-13 1 645,-6 1 1,-2-1-646,23-6 0,12-3 0,-14 3 0,-32 6 0,0-1 0,23-5 0,10-2 0,-18 2 3143,-10 3-3143,3-4 0,-3-1 0,-15 4 2504,49-13-2504,-77 17 5203,5-5-5203,-10 4 3285,-4-1-3285,-3 2 0,-4 3 0,-3 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4:37.63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1430 24575,'6'-13'0,"-1"0"0,1-11 0,13-24 0,7-16 0,8-10 0,3 3-874,-6 21 0,1 0 874,14-19 0,3 1 0,1 0 0,8-8 0,5 15 0,14-8 0,-7 9 0,-20 18 0,1 0-502,5 0 1,11-7 0,-1 2-1,-11 10 502,28-10 0,-18 11 0,-3 2-361,-2 7 361,-8 3 0,1 2 0,14 3 0,0-1 0,-1 2 0,-11 7 0,5 0 0,-4 2 0,-22 3 1132,21-1-1132,-40 5 2540,-1 2-2540,-9 0 0,2 0 0,-6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4:38.32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24575,'5'4'0,"1"1"0,4 1 0,6 8 0,26 10 0,18 16 0,1-5 0,-4-2 0,0-2 0,-2-7 0,5-4 0,12 1 0,-10-5 0,4-5 0,7 0 0,-7-2 0,-40-9 0,0 0 0,-20 0 0,0 2 0,-9 0 0,-1 3 0,0-1 0,0 4 0,0 0 0,-6 24 0,2-7 0,-5 28 0,8-23 0,-4 35 0,5-31 0,-8 64 0,5-54 0,-3 13 0,-1-1 0,1-14 0,-8 16 0,-1 0 0,5-22 0,-16 35 0,22-50 0,-11 19 0,10-20 0,-8 13 0,13-26 0,0-2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4:40.64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1244 24575,'4'-5'0,"-2"1"0,1-3 0,-1 3 0,0-4 0,5-3 0,-2 0 0,12-18 0,-7 14 0,20-28 0,-15 23 0,34-39 0,-20 23 0,5-2 0,1-2-575,13-8 575,-3 1 0,2-1 0,11-8 0,10-9 0,4 0 0,-32 31 0,0 1-623,11-6 1,7-4 0,-6 5 622,-10 10 0,1 2 0,38-17 0,-1 2 0,-1 3 0,-4 6 0,2 1 0,14 1 0,-5 6 0,0 1 0,10 2 0,-16 6 0,-7 2 0,-24 4 0,19-2 520,-37 6-520,27 1 0,-32 3 0,28-1 1922,-45 2-1922,4 0 0,-10 0 0,-1 0 0,0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4:41.33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24575,'5'5'0,"3"-2"0,1 2 0,5-1 0,-1 1 0,16 8 0,-2-5 0,12 7 0,-1-2 0,0-2 0,54 11 0,-34-11 0,5-2 0,15 2 0,-11-3-1148,15-2 1148,-18 0 0,11 1 0,-14-2 0,-5-5 0,36 3 0,-58-3 0,11 0 0,-29 0 0,1 0 0,-15 1 0,-2 3 1148,-2 4-1148,-8 13 0,2 0 0,-13 25 0,7-20 0,-13 27 0,9-30 0,-11 22 0,9-20 0,-15 12 0,-1 1 0,7-7 0,-43 36 0,53-49 0,-8 11 0,11-8 0,-4 13 0,10-14 0,-4 3 0,0 6 0,2-8 0,0 8 0,5-8 0,3-12 0,2 0 0,0-7 0,2-1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4:46.77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24575,'2'4'0,"-2"-1"0,3-1 0,-2 1 0,0-1 0,-1 2 0,0-1 0,0 1 0,0-1 0,0-1 0,0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4:47.69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24575,'0'0'0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4:48.13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7 24575,'2'-2'0,"-2"-1"0,2 3 0,-2-2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5:26.85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1 586 24575,'3'0'0,"1"-2"0,-1-2 0,1-2 0,2-1 0,-2-6 0,10-8 0,-3 0 0,30-29 0,-5 17 0,4 1 0,2 1 0,13-6 0,-2 8 0,1 3 0,5-2 0,-3 6 0,2 0 0,26-3-607,-24 7 1,0 1 606,24-3 0,-25 7 0,-3 1 0,2 7-74,-6-4 0,-1 1 74,-3 6 0,44-7 0,3 0 0,-27 4-3167,16-1 0,-8 0 3167,-44 4 0,11-2 0,-15 0 805,24-3-805,-29 2 106,9-1-106,-24 4 1696,-3-3 0,-3 4 0,-2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5:27.75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217 0 24575,'2'4'0,"0"-1"0,1 3 0,3-2 0,-2 1 0,10 10 0,-6-7 0,13 15 0,-12-14 0,12 12 0,-11-12 0,8 9 0,-9-11 0,3 7 0,-6-9 0,4 4 0,-4-3 0,6 3 0,-3-1 0,9 5 0,-7-6 0,8 4 0,-5-5 0,9 7 0,-7-5 0,12 8 0,-16-10 0,18 10 0,-17-10 0,5 4 0,-6-5 0,3 0 0,-5-1 0,3 0 0,-11-1 0,0 1 0,-2 0 0,2 5 0,-2 11 0,0 1 0,-12 30 0,3-15 0,-20 31 0,10-22 0,-22 18 0,-5 2 0,3-4-528,-15 6 0,0-6 528,18-28 0,-33 19 0,43-35 0,-32 28 0,32-26-6434,-28 25 6434,39-30 176,-5 8 1,21-17-1,1-1 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29.69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1 246 24575,'3'0'0,"1"0"0,-1 0 0,5 0 0,-2 0 0,12 0 0,-4 0 0,24 0 0,-13 0 0,22 0 0,-20 0-6784,64 0 6784,-55 0-190,34-2 1,1-1 189,-28 2-20,13-2 0,1 1 20,-11 2 0,53 0 0,-45 0 0,7-2 0,6 1 0,-6 1 0,-1-1 0,-8-2 0,2 1 0,21 1 0,-3 1 0,9-2 2706,-17 1 1,0 2-2707,25 1 0,-26 0 0,-2 0 0,5 1-2918,0-1 0,0-2 2918,-2 0-653,29 1 0,3-2 653,-2-2 0,-27 3 0,9 0 0,-9-1 0,23-5-367,-11 6 0,-2 0 367,-1-3 0,7 1 0,3 1 0,-34 1 0,3-1 0,25-2 0,11-1 0,-10 0 0,-20 3 0,-2 0 0,9-3 0,7-2 0,-12 2 0,16 3 0,0-3 0,1-1 0,9 2 0,-25 1 0,10-1 0,-9 1 0,24-1 0,2-1 0,4 0-221,-38 3 0,1 0 221,35-1 0,-1-1 0,-39 3 0,0 0 2238,24 0 0,-4 0-2238,-1 0 1731,7 0-1731,-25 0 1125,-3-2-1125,-20 1 1903,56-3-1903,-56 1 873,41-2-873,-48 2 0,10 1 0,-14 2 0,17-2 0,-12 1-6784,25-1 6784,-27 2 0,22 0 0,-29-2 0,24 1 0,-19 0 0,16 1 0,-15 0 6784,14 0-6784,-18 0 0,24 0 0,-11 0 0,20-5 0,-11 4 0,20-7 0,-22 5 0,25-2 0,-23 2 0,22 0 0,3 0 0,10-3 0,-7 0 0,2 2 0,13-2 0,-26 4 0,24 0 0,-41 1 0,34-1 0,-35 2 0,18 0 0,-25 0 0,40-2 0,6-1-738,-9 2 738,17-2 0,-1 2 0,-27 3 0,38-1 0,-40 1-3270,2-1 0,0-2 3270,-2 1-386,17-1 0,2-1 386,-11 2-85,0-3 1,-2 0 84,-9 3 0,-2-2 0,0 1 0,5 1-1878,34-1 1,2-2 1877,-29 0 1007,6 1 1,14-1 0,-14 1-1008,-6-1 115,16 1 0,0 1-115,-18 1 0,-1-1 0,6 0 0,4 0 0,-1 1 0,-11-1 0,1-1 0,36 2 0,-8 0 0,-30 0 0,6 0 0,-2 0 162,-20 0-162,31 0 5904,-41 0-5904,11 0 1841,-28 0-1841,10 0 0,-17 0 0,3 0 814,-5 0-814,-3-1 0,-2-1 0,-2 0 0,-1 0 0,-3 0 0,-3 0 0,-4-2 0,4 2 0,1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31.61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0 252 24575,'6'0'0,"1"-2"0,1 0 0,1-2 0,17-3 0,3 1 0,7-2 0,-3 3 0,62-4 0,-44 2-236,12 2 1,1 0 235,-10-1 0,44 0 0,-40 1 0,4-1-1099,19 0 1,3 1 1098,-11 0 0,2 1 0,1 0 0,5 2 0,-9 0 0,-22 1 0,5 1 0,22-1 0,22 1 0,11-1 0,-1 0 0,-14 1-1967,3 0 1,-8 1-1,6 0 1967,-16-1 0,7-1 0,1 1 0,-5-1 0,-10 1 0,27 1 0,-24 0 280,-29-6-280,-16 4 1504,44-4-1504,-21 3 0,1 1 0,28-3-342,-6 1 1,-4 1 341,-17 2 0,-3-3 0,-1 0 6266,-1 0-6266,4 0 0,1 0 0,4 0 0,7 0 0,-1 1 0,-7 1 0,7-1 0,6-1 0,-19 3 0,1-1-853,30 0 1,1 0 852,-22 1 0,0 0 0,18 0 0,-5 0 363,2 0-363,-18 0 0,-2 0 0,1 0-2916,10-1 1,1-1 2915,-14 2-372,32-2 0,-1 1 372,-35 1 551,14 0 0,0 0-551,-15 0 389,18 0-389,-20 0 0,13-1 0,15-2 0,-9 1 5964,25-3-5964,-25 3 0,18 1 0,-1-1 0,-18 0 318,19 0-318,-5 1 0,-2 2 0,-11-1 0,7 0 0,1 0-1674,-7 0 1674,6-1 0,15 0 0,-16 0 0,-6-3 0,-3 2 0,11-1 0,-13 0 0,-1-3 0,0 0 0,-3 1 0,-15 2 373,17-4-373,-38 5 853,14-3-853,-24 1 1793,11 1-1793,-19 1 0,0 2 0,-1 0 0,-1 2 0,1-2 0,1 2 0,-1-2 0,0 0 0,-3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37.83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1 245 24575,'3'-2'0,"1"0"0,-1-2 0,5 1 0,-4-1 0,11-4 0,-7 4 0,10-6 0,-8 6 0,16-9 0,-8 8 0,18-12 0,-14 11 0,34-15 0,-25 14 0,53-15 0,-35 9 0,2 3 0,2-1-664,9-5 664,8 4 0,1 2 0,0-1 0,22 2 0,2 3 0,-14 2 0,-7 2 0,15 0 0,-12 0-1480,16 1 1480,-23 0 0,11-1 0,-12 1 0,11 1 0,-11 1 0,0 1 0,4 1 0,9 4 0,9 2 0,-11 4 0,-1 1 0,-1-3 0,-1 0 0,-3 3 0,-12-1 0,-23-3 0,35 7 614,-31-5-614,21 7 0,-33-9 0,53 19 1530,-53-16-1530,50 15 0,-57-18 0,21 7 0,-25-8 0,29 13 0,-35-13 0,19 7 0,-24-10 0,23 14 0,-18-10 0,25 22 0,-24-21 0,13 15 0,-13-14 0,11 11 0,-8-8 0,3 5 0,-8-8 0,5 9 0,-12-13 0,7 6 0,-13-12 0,2-2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39.24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396 1 24575,'0'5'0,"0"-1"0,4 6 0,-3-4 0,6 4 0,2 10 0,-2-7 0,12 17 0,-13-16 0,17 16 0,-12-16 0,18 24 0,-12-21 0,5 11 0,9 0 0,2-1 0,5 8 0,1-5 0,-20-12 0,5 2 0,-14-14 0,6 10 0,-10-11 0,1 7 0,-3-8 0,-1 3 0,-1-3 0,3 11 0,-2-9 0,0 7 0,-1-10 0,-2 3 0,0-3 0,1 3 0,0-3 0,0 1 0,-1-1 0,0 1 0,0-1 0,-1 2 0,-3-1 0,1 2 0,-4-1 0,-7 12 0,1-4 0,-18 16 0,15-14 0,-26 19 0,21-17 0,-48 28 0,36-26 0,-39 19 0,41-22 0,-20 6 0,27-9 0,-32 14 0,23-11 0,-33 22 0,37-23 0,-25 19 0,39-25 0,-11 7 0,18-12 0,-1 3 0,1-2 0,-5 5 0,8-6 0,-5 7 0,7-7 0,-4 5 0,4-5 0,1 1 0,-1-3 0,2 1 0,-2-1 0,3 1 0,-4 1 0,4-1 0,-3-1 0,3 1 0,-2-1 0,2 2 0,0-1 0,-2-1 0,2 2 0,-2-4 0,2 2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45.22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3301 3230 24575,'-1'2'0,"0"1"0,-5 3 0,1 0 0,-3 2 0,-5-1 0,-5 4 0,-13 1 0,4-1 0,-17-2 0,16-6 0,-31-3 0,-5-1 0,-2-2-889,-26-5 1,-2-1 888,13 0 0,-1-6 0,-2 0 0,-7 2 0,27 3 0,-8-2 0,4 1 0,2 2 0,-3 0 0,-5-1 0,-12-3 0,-1 1 0,12 1 0,-2 3 0,2-1 0,-12-4 0,-7-3 0,14 4 0,-10 3 0,18-3 0,0-1 0,-6 1-309,16 2 0,3 1 309,4 0 0,-14-2 0,44 6 0,-10-10 0,24 5 1717,-4-7-1717,11 6 678,0-5-678,4 5 0,-5-10 0,4 7 0,-23-54 0,9 12 0,0 6 0,-2-5 0,0-5 0,0 1 0,-9-27-910,4 24 0,-5-10 1,2 9 909,3 15 0,-2 0 0,-6-14 0,-4-7 0,2 9 0,-14-19 0,-1 8 0,1 3 0,10 7 0,2 8 0,1 3 0,13 15 0,-15-38 0,22 44 0,-5-32 0,18 43 2729,12-30-2729,2 24 0,15-35 0,-10 30 0,14-31 0,-14 31-6784,7-17 6784,-11 21 0,9-19 0,3-7 0,7-6 0,2-1 0,1-9 0,-3 13 0,-4 5 0,-14 19 0,21-26 0,-8 15 0,25-18 0,24-16 0,7 11 0,-19 32 0,5 7 0,1 2 0,0-6 0,5-14 0,0-6 0,0 2 0,-1 11 0,17 12 0,0 10 0,-14 6 0,-26 4 0,-5 4 0,7 1 0,-1 1-685,32 2 685,-8 1 0,0 0 0,15 3-717,-23-2 0,12 1 1,-7 0 716,-12-1 0,2 1 0,6 0 0,11 1 0,1 0 0,-12 0 0,-5-2 0,0 2 0,18 1 0,11 2 0,-16-1-557,10 2 557,-5 4 0,-4 2 0,-20 2 0,30 19 5105,-60-19-5105,9 17 810,-28-16-810,11 31 0,1 14 0,-7-5 0,-1 2 0,7 9 0,2 1 1196,-4 3 1,-2-9-1197,-1-7 0,-3-12 0,0 2 0,8 42 0,-6-20 0,-1 1 0,9 22 0,-11-23 0,-3-7 0,-4-20 1005,1 36-1005,-6-36 0,-1 38 0,-6-35-3249,0 7 0,-3 0 3249,-3-7-118,-2 6 1,-1 0 117,-1-9 0,-19 49 0,17-53 566,-14 32-566,15-42 0,-7 15 0,11-23 6663,-23 37-6663,13-27 367,-30 39-367,25-44 0,-29 32 0,24-36 0,-25 28 0,-15 1 0,13-14 0,7-9 0,1-4 0,5-9 0,-25 5 0,42-16 0,-37 9 0,24-4-3392,-6 0 0,-1 1 3392,-1 3-54,-1-1 1,2-1 53,12-2 0,-44 13 0,52-15 0,-22 6 0,35-11 6731,-9 2-6731,16-2 0,-4-2 0,10 0 0,3-2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6:38.50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28 205 24575,'10'3'0,"-1"0"0,3-2 0,-2 0 0,5-1 0,-4 0 0,6 0 0,23-14 0,-15 7 0,25-15 0,-30 9 0,14-12 0,-15 6 0,4-8 0,-14 11 0,-3-11 0,-5 15 0,-10-10 0,-3 19 0,-14-2 0,7 5 0,-10 3 0,10 0 0,-13 12 0,-2 3 0,-33 44 0,32-31 0,-15 35 0,47-51 0,-1 25 0,8-21 0,7 22 0,-1-24 0,23 21 0,-15-21 0,32 14 0,-25-18 0,29 2 0,-26-9 0,20 0 0,-25-6 0,44 0 0,-37-3 0,40-7 0,-46 2 0,10-7 0,-19 8 0,2-3 0,-12 8 0,1-2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6:39.32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151 489 24575,'-8'0'0,"-1"0"0,5 4 0,-2-2 0,1 6 0,-1-4 0,-4 9 0,-6 4 0,0 6 0,0-2 0,-2 6 0,10-12 0,-6 8 0,11-12 0,-3 6 0,3-2 0,1 0 0,2 23 0,3-12 0,12 33 0,-6-33 0,9 9 0,-8-24 0,2 2 0,3-3 0,9 1 0,-7-6 0,22-9 0,-21-4 0,19-12 0,-24 3 0,18-28 0,-18 13 0,19-39 0,-19 26 0,-2-10 0,-3-1 0,-2-2 0,-4-8 0,-1 2 0,-2 17 0,-6-52 0,4 59 0,-8-35 0,3 43 0,-12-16 0,11 32 0,-13-6 0,17 15 0,-9 0 0,9 5 0,-4 1 0,5 1 0,-4 14 0,7 3 0,-4 8 0,9 1 0,-3-7 0,3 7 0,1 29 0,1-11 0,6 44 0,-6-42 0,9 45 0,-9-51 0,7 35 0,-10-51 0,7 12 0,-7-19 0,4-1 0,-3-7 0,1-3 0,-1-2 0,-2-1 0,1-1 0,-1 0 0,0-2 0,-1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6:40.67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44 1 24575,'-11'17'0,"5"-1"0,0-2 0,4 2 0,-3-1 0,3 5 0,-2-3 0,4 30 0,-5-14 0,5 14 0,-2-23 0,4-4 0,-2-8 0,4 9 0,-2-14 0,5 11 0,-1-11 0,7 4 0,-5-5 0,10-6 0,-3-7 0,13-15 0,-11-1 0,8-22 0,-17 21 0,2-37 0,-7 36 0,-1-29 0,-2 36 0,-2-2 0,2 16 0,-2 6 0,2 4 0,4 7 0,1 3 0,8 26 0,-4-11 0,3 33 0,-1 7 0,-5-4 0,4 11 0,-1-3 0,-7-25 0,3-5 0,-4-35 0,-2-12 0,4 2 0,-2-10 0,4 5 0,3-19 0,8 10 0,-3-11 0,27-5 0,5 1 0,-13 5 0,11-6 0,2 2 0,0 3 0,-11 2 0,38-19 0,-43 19 0,18-17 0,-33 22 0,4-11 0,-13 17 0,4-14 0,-9 18 0,-1-10 0,-2 12 0,-12-13 0,7 10 0,-37-18 0,30 21 0,-32-10 0,30 16 0,-19 3 0,10 3 0,-19 11 0,23-4 0,-26 25 0,32-20 0,-15 32 0,25-31 0,0 21 0,6-27 0,12 31 0,5-24 0,30 28 0,-17-30 0,7 2 0,-23-16 0,5 0 0,4-1 0,3-1 0,-9-2 0,-6 0 0,-4-2 0,4-1 0,-3-6 0,0 2 0,-4-1 0,-2 2 0,-2 3 0,-2 1 0,0 0 0,-2-1 0,1 2 0,-3-3 0,2 4 0,-1 0 0,2 0 0,1 0 0,0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6:41.84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24575,'2'20'0,"-2"4"-9831,7 7 8341,-3 3 4308,6 7-2818,-6 5 1719,6 4-1719,-3 4 0,2 3 0,0 21 0,-1 8 0,0 4 0,-4-36 0,0 0-336,4 45 1,-1-6 335,-3-33 0,-2 23 6452,-2-45-6452,-3 24 0,0-44 0,-1-4 0,3-28 0,-2-31 0,0 11 0,0 2 0,1 15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6:42.47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18 24575,'12'-7'0,"-3"5"0,5-2 0,-5 2 0,3 1 0,0 0 0,2 1 0,4 0 0,-5 0 0,14 0 0,-11 2 0,17 3 0,-21 0 0,16 10 0,-18-10 0,10 11 0,-11-9 0,6 22 0,-8-16 0,1 26 0,-8-28 0,-5 18 0,-1-18 0,-23 24 0,11-22 0,-39 10 0,36-23 0,-27-6 0,32 1 0,-13-7 0,17 7 0,-7-5 0,11 5 0,0-2 0,5 4 0,2-1 0,0 1 0,1-1 0,1 0 0,1 1 0,0-1 0,1 2 0,-2 1 0,0 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6:42.82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24575,'3'13'0,"2"2"0,4 0 0,4 19 0,0-6 0,13 28 0,-11-25 0,13 20 0,-14-27 0,7 15 0,-10-21 0,6 10 0,-12-19 0,4 0 0,-6-6 0,-1-4 0,0-1 0,-2-6 0,0-3 0,0-1 0,0 5 0,0 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6:43.06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24575,'0'4'0,"0"-1"0,0 2 0,0-1 0,0 2 0,0-3 0,0 1 0,2 1 0,-2-1 0,3 0 0,-3-1 0,4-3 0,-4 2 0,2-2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6:43.40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94 1 24575,'0'7'0,"0"8"0,0-3 0,0 5 0,0-2 0,-2-1 0,1 0 0,0 10 0,1-1 0,1 2 0,-2 22 0,-4-9 0,0 8 0,-9-3 0,6-20 0,-2 6 0,4-10 0,-1-2 0,3-9 0,-7-1 0,8-5 0,-6-4 0,6-4 0,1 3 0,0-2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6:43.73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24575,'6'3'0,"1"1"0,-1 0 0,0 1 0,1 2 0,9 8 0,-6-3 0,34 31 0,-23-20 0,18 16 0,-24-24 0,-1-1 0,-5-5 0,5 5 0,-5-5 0,4 3 0,-7-5 0,1-2 0,-5-3 0,-1-2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6:45.20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59 655 24575,'13'0'0,"-1"0"0,-1 0 0,1 0 0,-2 0 0,6-2 0,1-3 0,2-3 0,-6 1 0,1-5 0,-9 3 0,4-10 0,-7 8 0,0-6 0,-2 9 0,-4-6 0,1 3 0,-4-1 0,-1-2 0,1 6 0,-3-3 0,3 5 0,-6 2 0,4 2 0,-10 10 0,9-4 0,-10 10 0,11-8 0,-6 8 0,7-6 0,-12 23 0,11-16 0,-11 36 0,14-26 0,-2 19 0,6-19 0,2 4 0,2-12 0,4 9 0,0-11 0,9 4 0,-3-9 0,32 2 0,-11-7-6784,18 1 6784,-15-8 0,17-8 0,11-7 0,-15-2 0,1-2 0,30-13 0,-14-13 0,-4-3 0,-4 1-165,-7-3 0,-6 0 165,-17 12 0,20-41 0,-28 40 6621,12-39-6621,-23 43 0,-1-21 0,-10 33 0,-5-16 0,-1 26 493,-13-10-493,12 14 0,-19-6 0,16 10 0,-35-7 0,28 9 0,-34-1 0,34 4 0,-38 8 0,35-1 0,-31 12 0,34-4 0,-20 23 0,18-10 0,-14 37 0,18-26 0,7 13 0,3 2 0,2-9 0,3 14 0,4 0 0,4-8 0,2 12 0,2-19 0,6-2 0,5 4 0,20 22 0,-17-33 0,11 6 0,-26-31 0,9 2 0,-9-4 0,5-1 0,-6-3 0,16 0 0,-13-2 0,29-11 0,-20 0 0,12-11 0,1-12 0,-9 8 0,14-27 0,-19 24 0,10-22-6784,-18 21 6784,5-11 0,-7-30 0,-5 8 0,-1-4 0,-9 26 0,2 32 0,-3 1 6784,3 6-6784,-8 0 0,7 6 0,-14 3 0,11 2 0,-11 8 0,8-8 0,-7 19 0,8-15 0,-1 28 0,8-21 0,6 23 0,-2-22 0,15 19 0,-5-18 0,22 15 0,1-5 0,9 1 0,10 7 0,-21-16 0,0 2 0,-21-17 0,-5 3 0,-7-6 0,-3 3 0,0-3 0,-10 8 0,8-6 0,-13 11 0,14-12 0,-6 4 0,6-10 0,-1 4 0,0-4 0,-1 4 0,3-5 0,-1 2 0,2-2 0,-1 0 0,2 0 0,0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9:01.82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543 552 24575,'-3'2'0,"-3"3"0,2-2 0,-3 4 0,3-3 0,-2 2 0,1-1 0,-12 13 0,7-7 0,-12 13 0,15-17 0,-10 12 0,10-11 0,-23 27 0,18-20 0,-12 14 0,14-16 0,-6 10 0,-2-1 0,-5 16 0,8-14 0,-9 19 0,0 3 0,7-7 0,-10 16 0,2-1 0,12-17 0,-21 46 0,18-42 0,-18 43 0,19-48 0,-6 29 0,14-38 0,-5 68 0,8-51 0,0 10 0,1-1 0,3-11 0,2 24 0,1-32 0,4 30 0,1-28 0,4 28 0,-2-30 0,-1 1 0,6 7 0,11 14 0,-3 4 0,1-12 0,1-1 0,-2 0 0,12 14 0,-18-34 0,19 25 0,-10-19 0,31 45 0,-24-46 0,28 33 0,-27-37 0,27 25 0,-29-29 0,37 30 0,-23-23-3392,-1 1 0,1-1 3392,-3-4-86,3 3 1,-1-1 85,-9-6 0,17 8 0,4 2 0,2 3 0,3-5 0,1 1 0,4 2 0,10-6 0,2-3 0,-7-6-511,-9-7 0,13 1 0,-10-3 511,25-2 0,2 0 0,0-1 0,3 0 2301,-19-1 1,-2 0-2302,4-1-234,-15 2 0,-2-1 234,-7-4 0,36-4 0,2-1 0,-26-4 0,10 1 0,-6-2 0,-38-2 0,12-5 0,-11 1-3964,29-17 3964,-30 14 144,22-28 0,1-3-144,-12 8 201,6-8 0,-5 0-201,-19 14 0,13-15 0,-15 14 6366,11-14-6366,-15 17 1070,18-30-1070,-19 28 191,23-36-191,-19 34 0,13-26 0,-13 24 0,9-26 0,-15 29 0,13-27 0,-13 28 0,19-39 0,-14 2 0,0-18 0,-12-3-1696,-17 15 0,-10-2 0,-3-1 0,8 0 1696,11 2 0,7-2 0,-2 2 0,-11 3-505,-21-16 1,-13 4-1,4 17 505,-10-6 0,20 31 0,-28-38-113,29 44 113,-24-31 0,20 31 0,-11-6 0,-3-2 0,-1 1 2653,-6-2 1,1 1-2654,8 12 0,-2 4 0,-1 1 0,1 0-4312,-28-15 4312,30 22 0,-17-10 0,-16-8 0,10 5-104,-16-5 104,19 10 0,-16-9 0,2 1 0,17 10 0,2 1 0,-13-2 0,1 2 0,21 10 0,-46-6 0,42 12-4293,-39-1 4293,53 5 335,-17 6-335,31-2 4459,-12 3-4459,16-1 0,-2 2 235,16 2-235,-6-2 6784,6 2-6784,-13-2 0,11 0 0,-7 0 0,8 2 0,-4-2 0,6 1 0,-7-1 0,7 0 0,-9 0 0,9 0 0,-14 0 0,14 0 0,-11 0 0,12 0 0,-9 0 0,6 0 0,-7 0 0,5 0 0,-5 0 0,5 0 0,-10 0 0,7 0 0,-14 2 0,12 0 0,-12 3 0,12-1 0,-39 6 0,24 1 0,-37 5 0,36-3 0,-10 0 0,17-4 0,-14 4 0,4 3 0,-20 5 0,17-4 0,-38 17 0,50-21 0,-36 14 0,45-20 0,-20 9 0,17-8 0,-13 8 0,14-9 0,-9 4 0,11-6 0,-6 4 0,11-4 0,-16 11 0,14-10 0,-14 11 0,18-11 0,-7 7 0,6-6 0,-12 18 0,10-16 0,-10 14 0,10-13 0,-6 5 0,8-4 0,-2-1 0,8-5 0,-6 2 0,4-3 0,-3 6 0,4-6 0,-1 5 0,1-5 0,0 4 0,1-5 0,1 4 0,-1-5 0,-3 7 0,4-6 0,-3 3 0,5-2 0,-3-1 0,2 1 0,-2 0 0,3-1 0,-4 1 0,4-2 0,-2-1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9:06.43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150 0 24575,'0'8'0,"0"4"0,7 45 0,3 11 0,1 6-1033,0-2 0,1 1 1033,9 21 0,-7-31 0,5 19 0,0 4 0,-3-3 0,2-2 0,-2-4 0,-6-26 218,-1 2 1,-1-2-219,-5-12 197,2 17 0,-1-1-197,-4-23 0,3 45 0,-3-50-5672,-2 44 5672,1-43 123,-3 35-123,3-46 0,-3 12 0,4-12 0,-4-2 0,4-11 6784,-2-6-6784,2-1 0,0-3 0,-4-8 0,2 3 0,-8-9 0,3 7 0,-36-40 0,22 28 0,-31-33 0,35 44 0,-8-7-6784,-1 5 6784,6 0 0,-6 1 0,-6-10 0,16 14 0,-16-13 0,28 20 0,-3-1 6784,5 8-6784,0 0 0,2 6 0,2 1 0,-1 11 0,5-1 0,1 23 0,3-16 0,21 52 0,-14-47 0,17 36 0,-19-47 0,2 9 0,-4-13 0,6 0 0,-10-9 0,7-2 0,-9-2 0,9-2 0,-9-1 0,22-8 0,-12 1 0,35-11 0,-20 6 0,37-5 0,-27 7 0,28-3 0,-30 6 0,32-1 0,0 0 0,-14 2 0,0-1 0,16-1 0,-7-1 0,-7 1 0,-27 1 0,41-6 0,-54 5 0,13-4 0,-18 3 0,12-5 0,-20 7 0,4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21.42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4 309 24575,'0'3'0,"0"1"0,0 1 0,-2-1 0,2 1 0,-2-1 0,4-1 0,2-1 0,0 0 0,3-2 0,-1 0 0,7 0 0,-1 0 0,23 0 0,-15 0 0,34-4 0,-31 3 0,43-10 0,-32 7 0,46-12 0,-37 11 0,48-13 0,-46 13 0,10-2 0,1-1 0,0 2 0,0 2 0,0 0 0,-1-2 0,-3 1 0,0 0 0,2-2 0,7 1 0,26-1 0,11 0 0,1 0 0,-14 1-2262,3 0 1,-8 2 0,8-2 2261,-5 1 0,10 0 0,3-1 0,-7 0 0,-12 2 0,15-2 0,-18 2-200,6 2 200,-32-1 0,36-2 0,-42 4 0,21-1 0,-29 0 6685,58 1-6685,-50-1 0,21 3 0,1 0 299,-18 0-299,45 1 0,-52-2 0,20 0 0,6 0 0,-1-2 0,1 1 0,12-2 0,14 0 0,-3 0 0,-28 0-412,13 0 0,-1 0 412,-15 0 0,12 1 0,2 1 0,11-2 0,2 2 0,18 1 0,-9 1 0,-18 0 0,-2 1-2171,3-2 1,6 0 0,-12 0 2170,25 3 0,-4 0-792,5-3 792,-34 2 0,-2-1 0,32-1 0,-24-1 0,-2-1 0,5 2 0,20-4 0,4 0 0,-5 2 0,-7-1 0,-1 1 0,-9 2 0,-19 0 0,-3 0 0,-2-2 0,35 1 518,-49-3-518,38 0 0,-37-1 0,12 2 825,5-1-825,-12 1 0,10 1 0,-1 0 0,-22-1 0,25 1 6784,-22-3-6784,33 0 0,-33 2 0,40-2 0,-36 2 0,55-4-6784,-50 3 6784,30-3 0,-45 7 0,15-5-4537,-13 5 4537,14-5 0,21 5 0,-12-3 4537,19 3-4537,-15 0 0,36 0-576,-3 0 576,-37 0 0,0 0 3204,5 0 1,-6 0-3205,-6 0 0,31 0 0,-57 0 0,11-1 0,-18 0 0,2-1 0,-10 2 0,0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23.20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0 294 24575,'0'-3'0,"0"-1"0,2 2 0,0 0 0,1 1 0,2-3 0,1 0 0,9-5 0,-4 4 0,23-6 0,-15 7 0,23-6 0,-19 7 0,36-3 0,-15 0 0,13 2 0,2 1 0,3-4-6784,35-1 6784,-51 2 0,46-3 0,10-1-702,-50 7 0,0 0 702,30-3 0,11-1 0,-14 1 0,9 3 0,-1 0 0,-1-1-745,-3-2 745,-3 4 0,0 0 0,4-1-620,-18 2 0,18 0 1,2 0-1,-13 1 620,-7 1 0,1 1 0,14-3 0,15 0 0,-1 0 0,-21 1 4492,15 3-4492,-3-4 0,17-3 0,-12 1 0,-30 1 0,-1-1-1152,11-1 0,8 0 0,-13 0 1152,7 1 0,-1-2 652,-25 2-652,32-3 0,-34 3 0,45-2 0,-36 5 0,13-3 0,2-1 0,-9 1 0,1 0 0,-4 1 0,-17-1 0,50 3 0,-40 0 0,37 0 2940,-42 0-2940,23-1 0,1 0 0,-10-2-295,18-1 0,1 0 295,-23 1 0,40-4 6360,-47 6-6360,44-1 0,-53 2 0,38 0-6448,-43 0 6448,7 0 585,-3 0-585,47-2 0,-38-1 93,52-6-93,-80 6 0,13-3 0,-25 5 6784,-1 0-6784,0-1 0,0 2 0,-3-1 0,3 0 0,-4 0 0,4 1 0,-1 0 0,-1 0 0,1 0 0,-1 0 0,-2 0 0,-1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25.27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99 24575,'3'0'0,"5"0"0,-2 0 0,9 0 0,-6 0 0,10 0 0,6 0 0,4 0 0,39-3 0,-22 3 0,23-4 0,5-1 0,10 0 0,6 1 0,20-1 0,-13 1 0,-27 0 0,-3 0-708,15 0 1,7 1 0,-11 0 707,-26 1 0,-1 0-1190,28 0 0,11 1 0,-4 1 1190,-1 1 0,2 2 0,-9-2 0,10 0 0,0 0 0,-12 0 0,0 3 0,-3 1-598,5-4 1,6 0-1,-11 1 598,-18 1 0,-2 0-2152,30-2 0,-2-1 2152,-2 3 0,-10-2 0,13-1 0,-2-1 158,14-3 1,6-2-159,-17 4 0,10 1 0,0-1 0,-11-1 0,13-4 0,-6 0 316,-13 3 1,2 1-1,-11 0-316,23-4 0,2 3 0,4 1 0,-30 1 0,1 0 0,9 1 0,8 0 0,-7 0-1190,-1 0 0,-3-1 1190,7 2 0,4-1 0,-17-1 0,2-1 0,2 1 649,1 2 0,0 2 1,1-1-650,3-2 0,0 0 0,4 0 0,21 2 0,5 0 0,-16 0 0,-34-1 0,0 0 0,33 0 0,14 0 0,-17 0 0,7 0 0,-25 1 0,21 1 0,8 0 0,-5 0 0,-17 0 0,-2 0 0,-1 1-171,17 1 1,19 0 0,-4 0 0,-28 0 170,-10 1 1089,27 1-1089,-82-6 1230,-2 0 0,-7 0 0,0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26.56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1 215 24575,'7'0'0,"3"-2"0,1 2 0,4-2 0,24-1 0,-6 0 0,20-1 0,-8 2 0,37-2 0,-26 4 0,3-1 0,3 0 0,6-1 0,3 2 0,7 0 0,3 0-1866,1 2 0,4 0 0,16 0 1866,-24-1 0,11-1 0,11 0 0,5 0 0,4 0 0,-1 0 0,-4 0 0,-5 0 0,-11 0 0,10 1 0,-10-1 0,-4 0 0,5 0 0,13 0 0,-21 0 0,10 0 0,7 0 0,5 0 0,3-1 0,0 1 0,-3-1 0,-4 0 0,-8 1 0,-9-1 0,-13 0 0,27-1 0,-19 0 0,8 1 0,0 0 0,9 0 0,4 0 0,-2 1 0,-6-1 0,-5-1 0,-4 1 0,-2-1 0,0 0 0,1 1 0,0 0 0,-1-1 0,-2 1 0,17-2 0,-3-1 0,0 1-745,5-1 0,0 0 1,-15 0 744,13-4 0,-6 2 0,17-3 0,-17 2 0,6-6 0,-4 2 0,17-4 0,-18 2 0,-2-3 0,11 0 0,-6 1 0,-44 6 0,27 1 0,-41 6 0,40 0 4757,-30 1-4757,51 4 3075,-52 0-3075,57 9 0,-61-8 0,14 3 0,2 0 0,-8-3 0,8 5 0,0 0 0,-6-2 0,42 8 0,-51-10 0,11 0 0,-16 1-1696,-10-3 0,-1 1 0,-15-2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9:22.41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32 36 24575,'-6'1'0,"1"0"0,3 2 0,-3-1 0,2 2 0,-2-1 0,3 1 0,0-1 0,2 1 0,-1-1 0,2-1 0,-2 1 0,4-1 0,-1 0 0,0 2 0,4-1 0,-3 1 0,14 5 0,-9-6 0,15 4 0,-13-7 0,5 2 0,-6-2 0,0-4 0,5 0 0,1-20 0,-5 14 0,-3-15 0,-12 18 0,0 0 0,-1 2 0,-10-3 0,7 5 0,-12-4 0,15 7 0,-6 0 0,5 0 0,-2 1 0,5 1 0,1 4 0,3-3 0,-2 4 0,2-3 0,2 3 0,0-3 0,1-1 0,-1 0 0,6-1 0,-5 0 0,13 1 0,-11-2 0,11 2 0,-10-2 0,0 0 0,-3-2 0,-4-1 0,-1 0 0,0 0 0,0 0 0,0 0 0,1-1 0,-1-1 0,-2 1 0,2-1 0,-1 2 0,1-6 0,0 6 0,0-4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9:24.06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24575,'0'3'0,"0"1"0,0 1 0,0 1 0,0 2 0,0 2 0,0-2 0,2 4 0,2 9 0,-1-6 0,3 6 0,0 6 0,1-3 0,1 3 0,0 0 0,-2-17 0,4 15 0,-3-15 0,2 14 0,-5-17 0,0 5 0,-3-10 0,-1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9:24.48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24575,'0'5'0,"1"1"0,0 1 0,1 1 0,-1 0 0,0 0 0,0-3 0,1 5 0,2 2 0,1-1 0,0 5 0,-1-9 0,1 5 0,-1-8 0,3 3 0,-5-3 0,4-1 0,-5-1 0,2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9:24.81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24575,'1'2'0,"0"1"0,0-1 0,-1 2 0,0-1 0,0-1 0,0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9:25.08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24575,'2'2'0,"-1"0"0,-1 1 0,0-1 0,0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9:27.04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74 24534,'17'-2'0,"0"1"0,-5-2 0,1 0 20,0 1-20,7-2 7,-5 4-7,19-4 4,-21 2-4,24-3 10,-26 3-10,18 1 0,-20 1 0,12-2 0,-13 1 0,9 0 0,-12-1 0,3 2 0,-1-2 0,5 2 0,-1 0 0,4 0 0,-2 0 0,25 0 0,-16 2 0,28-2 0,-30 2 0,36-2 0,-16 0 0,33 3 0,-31-3 0,27 3 0,-34-3 0,37 0 0,-41 0 0,33 0 0,-42 0 0,24 2 0,-25 0 0,16 0 0,-17 2 0,22-3 0,-17 3 0,19-3 0,-12 1 0,17 0 0,-19 1 0,23 0 0,-28-2 0,42-1 0,-24 0 0,10 0 0,7 3-6784,-29-3 6784,16 4 0,-19-4 0,25 4 0,-20-3 0,47 3-4537,-57-3 4537,17 1 4537,-25-2-4537,19 0 0,-16 0 0,20 0 0,-20 0 0,16 0 0,-14 0 6784,22 0-6784,-29 0 0,18-2 0,-19 1 0,16-2 0,-12 2 0,20-2 0,-16 2 0,4-1 0,7 2 0,6-2 0,-1 1 0,13-2 0,-15 3 0,10 0 0,-14 0 0,-1-1 0,-17 0 0,20-1 0,-17 2 0,19 0 0,-22 0 0,8 2 0,-9-2 0,12 4 0,-6-4 0,33 2 0,-26-2 0,29 0 0,-32 0 0,34 0 0,-25 0 0,30 2 0,-34-1 0,28 2 0,-31-2 0,32 1 0,-27-2 0,21 0 0,-17 0 0,20 0 0,-22 0 0,29 0 0,-31 0 0,46 0 0,-35 0 0,15 0 0,-22 0 0,7 0 0,-13 0 0,34 0-6784,-31 0 6784,9 0 0,14 0 0,-5-3 0,6 3 0,15-2-4537,-34 2 4537,12 0 4537,-16 0-4537,22-1 0,3 0 0,-7 0 0,34 0 0,-1 0 0,-35 1 0,52 2 0,-64-2 6784,17 2-6784,-28-2 0,19 2 0,-12-1 0,50-1 0,-40-1 0,49-3 0,-62 3 0,28-1 0,-32 2 0,34 0 0,-21 0 0,28-2 0,-30-1 0,11 1 0,-19-1 0,63-10 0,-47 8 0,57-11 0,-72 11 0,26-2 0,-30 4 0,35-2 0,-33 4 0,29-1 0,-30 2 0,29-2 0,-30 2 0,33-3 0,-32 3-6784,62 0 6784,-52 0-31,26 2 1,2-1 30,-23-1 0,56 3 0,-57-3 0,35 0 0,-36 0 6753,32-2-6753,-41 1 92,25-3-92,-36 4 0,19-2 0,-26 2 0,4 0 0,-8 0 0,-2 0 0,-3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9:38.672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75 24575,'3'0'0,"1"0"0,-1 0 0,3 0 0,-2 0 0,5 0 0,-1 0 0,0 0 0,5 0 0,-4 0 0,12 0 0,-9-1 0,15 0 0,-15-1 0,37 2 0,-27 0 0,25 0 0,-31 0 0,16 0 0,-14 0 0,25 0 0,21-3 0,4-1 0,-6 2 0,8-3 0,-8 2 0,-41 3 0,-1 0 0,-2 0 0,3 0 0,0-2 0,27-1 0,-12 1 0,25-3 0,-25 3 0,14-3 0,-20 2 0,15-1 0,-22 3 0,41-3 0,-31 1 0,37 0 0,-42 1 0,16 2 0,-21-2 0,25 1 0,-14-1 0,24 2 0,-24 0 0,44-2 0,-45 2 0,53-3 0,-50 1 0,20 2 0,2-1 0,-15-1 0,12 3 0,-1 0 0,-21 0 0,33 1 0,-28-2 0,36 2 0,-37-1 0,37 1 0,-36 0 0,42-1 0,-32 1 0,16 0 0,2 0 0,-9-2-6784,40 4 6784,-64-4 0,34 0-95,-27 0 95,17 0 0,0 0 0,-15 0 0,10 0 0,-2 2 0,-17 0 0,31 1 0,-40-1 6737,22 0-6737,-26-1 142,26 0-142,-22 2-6784,35-3 6784,-30 2-217,37-1 1,5 0 216,-19 2 0,18 0 0,4-1 0,3 1-2197,-1 3 1,1-1 2196,18-2-364,3 1 0,-4 0 364,-33-4 1785,7 0 0,-1 1-1785,-4-1 273,32 0-273,-36 0 0,-3 0 0,-1 0 0,-6 0 0,23 0 0,-2 0 0,-27-3 2968,9 2 0,-4 0-2968,-24-2 1602,12 2-1602,-19-1 771,3 1-771,-9-1 186,0 2-186,-6 0 0,9 0 0,-9 0 0,12 0 0,-10 0 0,5 0 0,-4 0 0,44 1 0,-29-1 0,44 0 0,-44 0 0,35 2 0,-18-2 0,36 2 0,-33-2 0,39 2 0,-44 1 0,14-1 0,1 1 0,-9 0 0,47-1 0,-56-2 0,21 0 0,-34 0 0,9 0 0,-16 0 0,17 2 0,-16-2 0,17 2 0,-30-2 0,6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9:46.23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0 24575,'3'2'0,"1"1"0,1-2 0,1 0 0,2 1 0,2-2 0,-2 2 0,4-2 0,1 0 0,0 0 0,10 0 0,-9 0 0,12 2 0,11-1-6784,-5 1 6784,14-2 0,-16 0 0,-3 2 0,3-1 0,8 1 0,2 0 0,17 1 0,-17 0 6784,27 2-6784,-35-5 0,17 4 0,-15-3 0,43 6 0,-18-4 0,1-1 0,32 6 0,5-3 0,-60-2-6784,-15-3 6784,20 0 0,-8 2 0,-1-2 0,35 10 0,3 1-297,-19-4 297,14 3 0,0-1 0,-16-4 0,-12-2 0,14 3 0,1-1 0,-11-1 0,9 2 0,-1-2 0,-21-4 297,29 4-297,-27-3 0,18 1 0,-20-2 6784,25 2-6784,-27-2 0,22 2 0,-29-2 0,35 0 0,-19 0 0,24 0 0,-26 0 0,9 0 0,-17 0-6784,54 3 6784,-50-3 0,68 5 0,-55-3 0,21 1 0,9 3 0,2-6 0,7 6 0,17-5-4537,-43 4 4537,9-4 0,3 1 0,15 0 0,-2-1 0,5 1 0,-48-2 0,0 0 0,-18 0 0,29 0 4537,-26 0-4537,31 0 0,-41 0 0,8-2 6784,-12 2-6784,3-2 0,-6 2 0,14 0 0,-11 0 0,26 2 0,-21-2 0,22 4 0,-19-4 0,28 2 0,-16-2 0,51 2 0,-45-1-6784,45 1 6784,-47 0 0,57 4 0,-46-2 0,48 3 0,-54-7 0,36 1 0,29 1 0,-1-1 0,-13 1 0,0 0 0,1 0 0,-14-1 0,3 1 0,-1-1 0,-5 1 2015,6-1 0,-4 1 0,-22 0-2015,-26 0 0,-1-2 0,32 3 0,-20-3 0,48 2 0,-46-2 0,36 2 739,-41-1-739,24 1 0,-32 0 0,53 1 0,-38-1 0,21 0 0,-29 0 0,-8-1 0,-3 1 0,4-1 0,-16 0 0,19 2 0,-16-2 0,19 4 0,-21-4 0,11 3 0,-16-4 0,15 0 0,-14 0 0,16 2 0,-16-2 0,13 2 0,-13-2 0,13 2 0,-14-2 0,5 2 0,-8-2 0,-2 0 0,-1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9:52.532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91 24575,'3'0'0,"7"-1"0,-3 0 0,3 0 0,-2 1 0,-2 0 0,3 0 0,2 0 0,4 0 0,9 0 0,-5 0 0,10 0 0,-1 0 0,-6 0 0,14 0 0,10 0 0,-3 0 0,22 0 0,-28 0 0,14 0 0,1 0 0,-1 0 0,34 0 0,-39 0 0,0-2 0,0-1 0,18-6 0,-27 3 0,31-5 0,-34 5 0,21 1 0,11-1 0,23 2 0,-13-1 0,-6 3 0,-51 2 0,4 0 0,-2 0 0,62-2 0,-41 1 0,13 0 0,-2 0 0,-20 1 0,28 0 0,-34 0 0,35-2 0,-26 1 0,62-1 0,-53 2 0,48 0 0,-61 2 0,33 1 0,-33 0 0,27 1-6784,-29-4 6784,5 4 0,4-1 0,15 0 0,7-1 0,20-2 0,-28 0 0,39-3 0,-43 2 0,39-1 0,-42 2 0,20-1 0,4 0 0,-6 0 3076,11 0 1,-3 0-3077,-28-1 0,35 2 0,2-1 0,-23-1 0,18 1 0,-3 2 0,-38 1 0,24-1 0,-32 1 0,34 0 0,-21-1 0,30 1 0,-26-5 631,28 3-631,-35-3 0,55 1 0,-49 2 0,46-2 0,-47 2 0,32 0 0,-44 0-6784,48 0 6784,-50 0 0,56 0 0,-52 0 0,43-2 0,-49 1 0,26-1 0,-25 2 6784,32-2-6784,-16 1 0,11 0 0,3 0 0,1 1 0,39 0 0,4 0 0,-18 0-756,8-2 1,-1-1 755,-17 2 0,-15-3 0,0 1 0,4 2 0,-1 0 0,-2 0 0,-8 1 0,16 0 0,-36 0 0,31 0 0,-30 0 1511,31 1-1511,-50 0 0,17 1 0,-16-2 0,17 0 0,-22 0 0,11 0 0,-10 0 0,16 0 0,-11 0 0,20 0 0,-17 0 0,8 0 0,1 2 0,17 0 0,0 0 0,19 3 0,-26-5 0,21 2 0,2 1 0,-8-3 0,10 1 0,-2 0 0,-19 2 0,11-3 0,-23 3 0,30-3 0,-31 0 0,43 2 0,-43-1 0,33 1 0,-38 0 0,12-2 0,-27 2 0,1-2 0,-5 0 0,1 0 0,-2 0 0,24 5 0,-16-1 0,24 3 0,-25-5 0,11 0 0,-11 0 0,3-2 0,-8 2 0,3-2 0,-1 0 0,4 0 0,-5 0 0,2 0 0,-4 0 0,3 0 0,-5 0 0,-1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3:17.622"/>
    </inkml:context>
    <inkml:brush xml:id="br0">
      <inkml:brushProperty name="width" value="0.025" units="cm"/>
      <inkml:brushProperty name="height" value="0.025" units="cm"/>
      <inkml:brushProperty name="color" value="#AB008B"/>
    </inkml:brush>
  </inkml:definitions>
  <inkml:trace contextRef="#ctx0" brushRef="#br0">82 34 24575,'0'-4'0,"0"1"0,0-1 0,0 1 0,0-1 0,0 1 0,0-1 0,0 1 0,1 1 0,-1-1 0,2 4 0,-4 1 0,2 2 0,-5 5 0,2 2 0,-7 10 0,7-9 0,-9 13 0,6-9 0,-2 2 0,1-4 0,5-8 0,0-2 0,1-2 0,1 1 0,-2-1 0,0 1 0,2 1 0,-3 0 0,3 0 0,-4 4 0,4-4 0,-1 3 0,-1-2 0,1 4 0,-2 0 0,3 0 0,-2-2 0,2-4 0,0 1 0,0-1 0,-2-1 0,2 1 0,-2-3 0,2 2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3:22.56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3534 84 24333,'-18'-7'0,"-3"-1"0,3 3 120,-5 1-120,-18-1 41,10 2-41,-33-3 20,20 1-20,-34-1 61,28 3-61,-17 1 0,27 2 0,-1 0-6784,-32-4 6784,28 4-4537,-32-4 4537,44 4 0,-48-5 0,41 4 0,-39-4 0,22 3 0,2 2 0,-3-1 0,-29-1 1834,13 1 0,2 2-1834,0 2 0,9-3 0,-1 0 0,-6 3 0,-12-5 0,-5-1 0,34 2 0,1 1 0,-18-3 0,-5 0 0,-15 6 0,5 2 0,-2-1 0,12 0 0,4 1 0,18 0 0,-6-5 0,2 5-347,0-4 1,-5-1 346,7 2 0,1-1-2010,-9-1 1,2 0 2009,-24 0-2321,37 2 2321,4-1 2830,-25 1-2830,-7 0 0,3-1 493,4 1-493,40-2 4516,-3 0-4516,19 0 0,3 0 0,8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3:23.862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2630 18 24575,'-1'-1'0,"-3"0"0,-1-2 0,-3 3 0,-4-2 0,-25-2 0,14 3 0,-44-4 0,38 5 0,-36 0 0,31 0 0,-54 0 0,27 0-408,2 1 1,-1 1 407,-8 1-3257,2-2 0,1 1 3257,-3 3-683,-20-4 1,-4-1 682,-6 2 0,6-4 0,2-1 0,5-1-324,13 1 1,2 0 323,10 1-1691,-2 2 1,1 0 1690,14 0 1921,-5 3 0,0 0-1921,7-1 1344,-26 9-1344,34-8 0,-17 7 0,-2 1 0,4-2 0,-14 1 0,2 0 0,29-5-3785,-39 8 3785,45-7 4537,-41 9-4537,46-9 0,-15 2 0,25-5 0,1-1 0,2 1 0,-2 0 6784,6-3-6784,0 2 0,3-2 0,0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3:54.83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 24575,'0'3'0,"1"1"0,1 1 0,0 3 0,4 2 0,-1 20-2835,8 43 1,6 29 0,-2-11 2834,-8-34 0,2 4-403,2 4 1,4 18-1,2 12 1,1 4-1,0-3 1,-2-10-1,-4-17 403,1 13 0,0-5-337,5 11 0,4 16 1,-2-3-1,-6-22 337,-5 9-197,-2-33 1,0 1 196,0 28 0,3 4 0,0 0 2905,-4-6-2905,0 14 0,-1-1 0,-3-11 0,-3 3 0,0-1 0,-1 0 0,0 7 0,0 1 0,0 2 0,-1-15 0,-2 13 0,1-10-1115,0-22 1,-1-2 1114,0 32 0,-1-3-746,-2-7 746,0-14 0,-1 13 0,0-10 0,2-21 0,0 2 0,-3 37 0,-2 15 0,3-16 0,4 6 0,2-23 0,1 12 0,1-11 0,-1-18 0,1-2-53,1 14 1,2 7 0,-2-8 52,-1 31 0,1-44 0,1-1 0,0 40 3251,0-16-3251,0-9 0,0-2 0,-1-1 0,-1 2 0,3 2 0,-1-2 0,-2-6 0,1 37 0,-2-47 5173,2 30-5173,-1-40 2497,1 24-2497,-2-34 1773,3 62-1773,-3-54 594,1 61-594,-3-72 0,-3 28 0,1-34 0,-6 26 0,4-31 0,-5 15 0,9-26 0,-2 4 0,4-10 0,0-2 0,0-9 0,2 9 0,-2-8 0,1 14 0,-3-8 0,0 5 0,2 0 0,2 0 0,1 1 0,-3-2 0,3 0 0,-4-1 0,4 6 0,1-3 0,-2 7 0,1-5 0,-1 1 0,0-1 0,0 1 0,1-1 0,-1 2 0,-1-1 0,1 1 0,-2-1 0,0 0 0,2 1 0,-2 3 0,1-3 0,-1 4 0,2 0 0,0 2 0,2 4 0,0-1 0,3 30 0,-4-19 0,11 71 0,-9-46-289,4 13 0,1 1 289,0-6 0,-1-2 0,0 0 0,1-1 0,0 2 0,0 2 0,-1 8-3296,1 3 0,0-1 3296,-5-4-249,-1 2 0,1-1 249,-2-12 0,0 8 0,-1 0 0,1 0 0,-4 18 0,-1 1 0,1-10 0,-3-9 0,1-3 0,2-10 0,-2 12 0,0 5 0,2 19 0,-1-1 0,0-1 0,0-13 0,1-15 0,1-1 0,-2-2 0,2 42 0,3-1 0,1-12 0,1 2 0,-2-29 0,2 0-42,3 30 1,-1-8 41,-3-27 6306,5 33-6306,-8-47 740,6 36-740,-6-34 0,5 57 0,-3-53 705,1 40-705,1-50 0,1 54 0,-1-30 0,-2-3 0,0-1 0,2 3 0,0 30 0,-2-1 0,0-5 0,-1 3 0,-1-23 0,-1 3-2262,3 16 1,0 9 0,1-14 2261,0 11 0,0-7 0,-1-8 0,0-36 0,-3-11 0,3-11 0,-2-13 0,6-1 0,-3-12 6784,2 0-6784,1-23 0,-5 11 0,0-21 0,-6 18 0,1 5 0,0 14 0,0 11 0,4 5 0,3-2 0,3 3 0,1 0 0,6-2 0,-6 3 0,3 1 0,4 2 0,-11-3 0,5 0 0,-9-1 0,0-1 0,0 1 0,-1 1 0,0 0 0,0 14 0,1-5 0,-4 24 0,3-9 0,-7 23 0,4-13 0,-9 51 0,6-43 0,-1 13 0,1 2-664,1-9 664,1 14 0,2 2 0,-1-1 0,1 0 0,1 0 0,1-3 0,-1-13 0,-1-1 0,3-2 0,-3 14 0,1-1 0,1-12 0,1 28 0,0-1 0,1-31 0,0 7 0,0-3 0,-1-16 0,1 45 0,1 4 0,1-27 0,-2 28 0,1-7 0,2-50 664,-4 29-664,4-31 0,-1 25 0,-1-22 0,2 17 0,-1-15 0,-1 6 0,-3-25 0,-1-5 0,-3-11 0,-1-10 0,1 1 0,-3-7 0,5 10 0,-2 3 0,6 7 0,-4 1 0,5-4 0,-6 0 0,4-4 0,-9 5 0,8-2 0,-5 2 0,1-1 0,4 0 0,-5 0 0,3 6 0,3-2 0,-2 3 0,2 3 0,0-3 0,0 3 0,0 1 0,0-1 0,0 7 0,-2-3 0,2 6 0,-6 26 0,3 5 0,-4 5 0,3-1 0,1-13 0,-1 9 0,4-10 0,-2 15 0,2-32 0,0 15 0,0-24 0,2 3 0,-2-6 0,2 4 0,-2-6 0,0 1 0,0-3 0,0 2 0,0-2 0,0 8 0,0-8 0,-2 9 0,2-8 0,-2 6 0,2-6 0,-2 8 0,2-8 0,-2 10 0,2-10 0,0 6 0,-1-6 0,0 8 0,0-6 0,-1 11 0,2-10 0,-2 3 0,2-8 0,0 1 0,0-1 0,-1 1 0,1-1 0,-2 2 0,2-1 0,0 6 0,0-3 0,-2 15 0,1-13 0,-1 9 0,1-12 0,0 3 0,0-4 0,1 1 0,0-5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03.06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 24575,'2'2'0,"0"1"0,1-2 0,0 1 0,1 1 0,1-2 0,6 4 0,-3-5 0,7 5 0,-5-4 0,18 3 0,-10-4 0,22 4 0,-23-4 0,20 2 0,-24-2 0,20-2 0,-24 2 0,12-3 0,-14 2 0,13-2 0,-11 1 0,5 0 0,-7 1 0,0 1 0,-1 0 0,1 0 0,-2 0 0,10-2 0,-4 1 0,21 0 0,-19 1 0,29 0 0,-27 0 0,18 0 0,-20 0 0,19 0 0,-15 0 0,40 3 0,-38-2-6784,40 7 6784,-39-7 0,41 5 0,-35-6 0,34 4 0,-36-4 0,16 2 0,-21-2 6784,40 6-6784,-31-5 0,39 7 0,-43-8 0,32 6 0,-33-5 0,15 3 0,-16-2 0,3 0 0,0 1 0,17-1 0,-23-2 0,19 1 0,-13 0 0,11 4 0,-7-4 0,12 6 0,-23-4 0,38 5 0,-35-3 0,43 3 0,-36-3 0,32 4 0,-32-4 0,23 1 0,-25-1-6784,47 4 6784,-40-5-4537,56 7 4537,-64-10 0,44 6 0,-46-7 0,35 4 0,-33-3 4537,17 0-4537,-24-1 1696,3 0 0,-16 0 0,1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05.18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0 166 24575,'6'-1'0,"3"-2"0,-3 0 0,8 0 0,-3 2 0,5-1 0,2 1 0,12-3 0,6 3 0,2-1 0,52 0 0,-41-2 0,8 3 0,2 0-553,-5-2 553,11 2 0,3 0 0,6 0 0,15-3 0,0 0 0,-16 3 0,3-2 0,-3-2 0,-21 0 0,48-1 0,-66-1 0,61-1 0,-66 2 0,46-1 553,-45 0-553,31-1-6784,-31 0 6784,16 2 0,-31 3 0,5 2 0,-3-3 0,20 2 0,-15-2 0,27-1 0,-20 1 0,6-1 0,19 1 0,-9-1 0,11 3 0,4 0 0,-32 2 0,27 0 6784,-31 0-6784,24-2 0,-25 1 0,15-1 0,-21 2 0,-1 0 0,-11 0 0,-1 0 0,-3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17.93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 24575,'1'5'0,"0"-1"0,0 3 0,1-1 0,-2 1 0,4 3 0,-4-2 0,4 11 0,-4-9 0,2 23 0,-2-22 0,0 18 0,0-22 0,0 12 0,0-14 0,0 8 0,0-10 0,0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10.73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974 62 24575,'-2'-2'0,"0"0"0,-1 2 0,-2 0 0,-1-1 0,0 0 0,-1-1 0,3 2 0,-8-1 0,5 0 0,-8 0 0,-6-1 0,2 2 0,-6-4 0,12 4 0,-5-2 0,7 2 0,-10-2 0,11 2 0,-8-2 0,11 2 0,-12 0 0,14 0 0,-12 0 0,12 0 0,-5 0 0,6 0 0,-10-2 0,9 2 0,-18-2 0,13 2 0,-9 0 0,9 0 0,-6 0 0,9 0 0,-6 0 0,6 0 0,-5 0 0,6 0 0,-4 0 0,7 0 0,-4 0 0,3 0 0,-1 0 0,2 0 0,-1 0 0,-1 0 0,1 0 0,-4 0 0,2 0 0,-5 0 0,5-1 0,-8 0 0,9 0 0,-15 1 0,12 0 0,-11 0 0,11 0 0,-7 0 0,8 0 0,-7 0 0,8 0 0,-6 0 0,4 0 0,-6 0 0,8 0 0,-3 0 0,6 0 0,-1 0 0,1 0 0,-2 0 0,1 1 0,-2 0 0,2 0 0,-3-1 0,3 2 0,-2-2 0,2 2 0,-3-1 0,3-1 0,-4 2 0,2-2 0,-1 1 0,-3 1 0,0 0 0,1 0 0,-1-2 0,6 1 0,-4 0 0,4 0 0,-6 1 0,6-2 0,-3 2 0,4-2 0,-1 0 0,2-2 0,-1 2 0,1-2 0,-1 1 0,-1 0 0,1 0 0,-4-1 0,3 2 0,-4-3 0,4 2 0,-5 0 0,3 1 0,-5 0 0,7-2 0,-4 2 0,6-2 0,-3 2 0,1 0 0,1 0 0,-1 0 0,1 0 0,-4 0 0,3 0 0,-1-1 0,2 0 0,-1 0 0,1 1 0,-3 0 0,5-2 0,-1 0 0,4-1 0,-1 1 0,1-1 0,3-1 0,-3 2 0,5-6 0,-4 7 0,1-5 0,-3 6 0,-1-2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12.70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15 24575,'5'-1'0,"2"0"0,3 0 0,6-1 0,-2 2 0,3-2 0,-5 1 0,16 0 0,-12-1 0,30 2 0,-29-1 0,21 0 0,-10-1 0,17 2 0,-11 0 0,17 2 0,-28-2 0,26 4 0,-26-3 0,17 2 0,-23-2 0,2 0 0,-8-1 0,2 0 0,0 0 0,7 0 0,-11 0 0,10 0 0,-12 0 0,8 0 0,-9 0 0,10 0 0,-11 2 0,7-2 0,-6 2 0,48-2 0,-25 0 0,33 2 0,-40-2 0,-7 2 0,2-2 0,14 0 0,-10 2 0,35-2 0,-33 2 0,30-2 0,-32 0 0,9 0 0,-12 2 0,23-1 0,-20 1 0,20-2 0,-30 0 0,16 0 0,-18 0 0,13 0 0,-18 0 0,6 0 0,-6 0 0,6 0 0,-4 0 0,3 0 0,-4 0 0,3-2 0,-4 2 0,3-2 0,-4 2 0,1 0 0,1 0 0,-2 0 0,4 0 0,-1 0 0,0 0 0,2 0 0,-4 0 0,6 2 0,-5-2 0,10 2 0,-11-1 0,15 0 0,-15 0 0,11-1 0,-11 0 0,8 0 0,-6 0 0,4 0 0,-4 0 0,-1 0 0,-3 0 0,-1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22.22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0 24575,'3'0'0,"1"2"0,-1-2 0,2 2 0,3-2 0,0 0 0,2 0 0,6 0 0,-4 2 0,19 0 0,-13 0 0,18 0 0,-19 0 0,29-2 0,-28 2 0,37-2 0,-38 0 0,19 0 0,-25 0 0,13 0 0,-12 0 0,17 0 0,-18 0 0,8 0 0,-15 0 0,2 0 0,-2 0 0,6 0 0,-5 0 0,8 0 0,-6 0 0,12 0 0,-10 0 0,21 0 0,-19 0 0,16 0 0,-13 0 0,11 2 0,-9-2 0,18 3 0,-21-2 0,17 1 0,-20-2 0,17 1 0,-17 0 0,15 1 0,-14-2 0,8 0 0,-9 0 0,10 0 0,-10 0 0,20 0 0,-21 0 0,11 0 0,-16 0 0,18 0 0,-12 0 0,21 0 0,-21 0 0,12 0 0,-11 0 0,13 0 0,-10 0 0,14 0 0,-17 0 0,5 0 0,-1 0 0,2 1 0,-1 0 0,5 0 0,-14-1 0,8 0 0,-9 0 0,19 2 0,-12 0 0,19 0 0,-18 0 0,13 0 0,-12 0 0,19 3 0,-11-1 0,55 6 0,-48-6 0,33 3 0,-53-7 0,1 0 0,-5 0 0,-2-1 0,-4 0 0,-1-2 0,-2 3 0,1-2 0,0 1 0,-1 0 0,-2 0 0,1 1 0,-9-2 0,6 2 0,-34-4 0,24 4 0,-42-8 0,39 7 0,-24-9 0,28 9 0,-25-5 0,24 6 0,-17-3 0,21 2 0,-12-1 0,9 0 0,-28 2 0,24-4 0,-22 4 0,28-2 0,-19 2 0,13 0 0,-16 0 0,17 0 0,-19 0 0,22 0 0,-23 2 0,22-2 0,-16 4 0,12-4 0,-17 4 0,15-3 0,-13 2 0,17-2 0,-48 2 0,41-2 0,-33 2 0,49-2 0,-2 0 0,2-1 0,-5 2 0,7-2 0,-8 2 0,11-2 0,-12 1 0,8 0 0,-11 2 0,6-2 0,-10 3 0,8-4 0,-9 3 0,9-2 0,-25 3 0,23-4 0,-24 2 0,30-2 0,-9 0 0,12 0 0,-15 0 0,11 0 0,-18 0 0,19 0 0,-11 0 0,16 0 0,-8 2 0,8-2 0,-5 2 0,3 0 0,3-2 0,-4 2 0,6-2 0,-8 0 0,6 0 0,-3 0 0,4 0 0,3-2 0,0 0 0,2-1 0,0-1 0,0 1 0,2-1 0,-2 1 0,2-1 0,-1 1 0,1-1 0,0 1 0,1-2 0,-1 2 0,1-3 0,1 5 0,-1-4 0,1 5 0,-3 0 0,1 4 0,-2 0 0,0 1 0,1-2 0,0 1 0,0-1 0,-1 1 0,2-3 0,-2 2 0,2-1 0,-2 0 0,0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3:44.82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 24575,'3'2'0,"1"1"0,-1-1 0,1 0 0,5 1 0,-2-1 0,8 2 0,-2-2 0,10 1 0,4-2 0,12 3 0,-11-2 0,22 0 0,-26 2 0,31-1 0,-30-1 0,21 2 0,-24-2 0,30 3 0,-24 0 0,69 4 0,-58-4 0,14 0 0,0 0 0,-14 0 0,34-1 0,-34 2 0,41-1 0,-29 3 0,0-5 0,0 0 0,3 5 0,-1-4 0,3 0-540,22 6 540,-18-6 0,1 0 0,21 6 0,-28-8 0,-2 1 0,2 2 0,29 3 0,-40-5 0,14 3 0,2 0 0,-3-5 0,-1 4 0,1-1 0,23-1 0,-27 0 0,45 1 0,-64-4 0,61 4 0,-61-3 0,37 1 540,-48-2-540,16 2 0,-3-2 0,17 4 0,-8-3 0,13 1 0,-24-2 0,43 6 0,-39-4 0,60 9 0,-49-4 0,48 1 0,-43 0 0,27-2 0,-33-1 0,10-2 0,1-1 0,-6 3 0,14-2 0,-2 0 0,-22-1 0,43 3 0,-21-1 0,21 1 0,-12-2 0,10 1 0,-32-1 0,39 0 0,-48 1 0,34-3 0,-25 1 0,-3-2 0,21 0 0,20-3 0,-24 3 0,11-2 0,-1 1 0,-15 1-675,19 0 1,2 0 674,-8 0 0,0 0 0,-1 0 0,3 3-337,-15-3 1,-1 1 336,0 4 0,8-5 0,2 0 0,5 6-670,-6-5 0,11 0 0,-10 1 670,13 4 0,5-4 0,-6 0-86,-33 0 86,40 1 0,-29-3 0,37 3 0,-43-3 0,3 0 0,-2 0 0,-8 0 577,10 0 0,-2 0-577,-20 0 639,43 0-639,-38 0 0,48 2 2219,-38-1-2219,5 2 0,0-1 0,-8-1 0,7-1 0,-1 2 0,-5 0 0,50-1 0,-50 1 0,39-2 0,-42 0 0,55 0 106,-24 2-106,-1-2 0,0 1 0,4 1 0,-15-2 0,-4 0 0,-17 0 0,20 0 0,-25 2 0,22-2 0,2 1 0,-4 1 0,18-2 0,-3 0 0,-31 0 0,42 0 0,-48 0 0,30 0 0,-32 0 0,22 0 0,-29 0 0,17 0 0,-20 0 0,53 2 0,-33-1 0,38 1 0,-32-2 0,-14 0 0,15 0 0,-26 0 0,23 2 0,-24-1 0,33 1 0,-35-2 0,34 0 0,-40 0 0,15 0 0,-12 0 0,6-2 0,-9 2 0,5-2 0,-16 2 0,3-1 0,-5 0 0,-2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3:46.69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0 24575,'3'6'0,"6"6"0,0-4 0,13 13 0,-5-9 0,12 9 0,3-3 0,2 2 0,13-1 0,-18-6 0,15 0 0,-28-8 0,16 4 0,-22-5 0,1 1 0,-8-1 0,-5-1 0,0 3 0,-1-2 0,-5 7 0,-16 11 0,10-6 0,-17 10 0,23-18 0,-9 1 0,12-3 0,-7-1 0,6-3 0,-1 3 0,3-3 0,-1 1 0,5 0 0,-5 1 0,5-1 0,-4 2 0,4-1 0,-1-1 0,1-1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3:48.88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11 46 24575,'0'-4'0,"0"1"0,0-1 0,0 1 0,0 0 0,0-1 0,0 1 0,0-1 0,0 1 0,-2 1 0,2-1 0,-2 1 0,2-2 0,0 1 0,0 2 0,0 4 0,2 4 0,2 22 0,-1-7 0,7 33 0,-6-22 0,8 23-6784,-6-24 6784,2 4-3162,-4-15 3162,1-1 0,-1 0 0,2 5 0,-1-3 0,6 29 5218,-8-30-5218,11 43 4728,-11-44-4728,9 28 0,-9-28 0,5 18 0,-7-23 0,9 33 0,-8-32 0,6 34 0,-7-35 0,2 33 0,-2-25 0,2 27 0,-2-30 0,3 19 0,-4-23 0,2 16 0,-2-18 0,-1 24 0,0-24 0,-1 27 0,2-30 0,0 15 0,0-15 0,2 7 0,-2-1 0,3 8 0,0-9 0,-1 13 0,-1-17 0,1 18 0,-1-14 0,1 17 0,0-16 0,0 19 0,0-21 0,3 30 0,-4-26 0,3 21 0,-4-25 0,0 10 0,1-13 0,0 13 0,1-3 0,-1 31 0,0-21 0,2 34 0,-2-42 0,1 19 0,-2-21 0,1 17 0,0-14 0,1 30 0,-2-31 0,0 22 0,0-32 0,1 22 0,0-15 0,0 24 0,-1-22 0,0 16 0,0-20-6784,0 34 6784,0-31 0,-1 49 0,0-50 0,-3 33 0,4-32 0,-2 29 0,2-23 0,0 23 0,0 1 0,2-8 0,-1 15 0,1 1 0,3-17 6784,-2 36-6784,-1-39 0,-2 27 0,-2-26 0,0 34 0,-3-36 0,0 34 0,-1-16 0,1 20 0,1-17 0,-1 31 0,5-51-6784,0 24 6784,0-41 0,2 13 0,-2 8 0,0 27 0,0-20 0,0 14 0,0-39 6784,0 20-6784,0-22 0,2 19 0,-1-21 0,1 4 0,1 10 0,0 1 0,3 0 0,-1 14 0,-1-32 0,2 30 0,-3-28 0,5 25 0,-7-25 0,7 38 0,-7-38 0,1 65 0,-5-58 0,-5 40 0,0-46 0,-6 19 0,-2-11 0,-9 35 0,8-33 0,-1 10 0,12-31 0,0 1 0,0 1 0,-2 1 0,2-4 0,-2 6 0,5-9 0,-5 8 0,5-11 0,-3 8 0,3-8 0,-1 6 0,2-6 0,-2 6 0,2-4 0,1 7 0,1-4 0,0 8 0,0-8 0,-2 7 0,1-8 0,0 11 0,1-10 0,-2 16 0,2-15 0,-2 7 0,1-13 0,-1 1 0,-2-5 0,1 0 0,-3-2 0,2-5 0,-9-16 0,6 10 0,-3-7 0,6 17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3:49.01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0 24575,'0'0'0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38.56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147 1 24575,'-3'0'0,"-2"0"0,-1 0 0,-1 0 0,1 0 0,-2 1 0,1 0 0,-11 5 0,9-3 0,-8 3 0,10-2 0,-3 1 0,2-1 0,-2 3 0,7-3 0,-5 4 0,6-2 0,-3 6 0,2-3 0,0 4 0,3-5 0,-2 6 0,2-8 0,0 9 0,0-6 0,0 6 0,2-7 0,2 15 0,-2-14 0,5 18 0,-3-18 0,0 2 0,1-4 0,2 9 0,-2-5 0,7 12 0,-7-14 0,8 10 0,-7-12 0,6 7 0,-5-9 0,0 2 0,-1-4 0,3 2 0,-2-1 0,10 0 0,-8-3 0,10-1 0,-11 0 0,10-1 0,-10 0 0,9-4 0,-8 5 0,7-7 0,-10 5 0,16-9 0,-13 4 0,13-5 0,-13 6 0,3-7 0,-4 8 0,1-7 0,-3 5 0,18-32 0,-18 25 0,18-34 0,-23 38 0,2-17 0,-3 15 0,0-10 0,-1 11 0,-5-11 0,2 14 0,-3-7 0,3 11 0,-1 1 0,2-1 0,-6 1 0,5-1 0,-6 1 0,6 1 0,-12-2 0,11 4 0,-16-4 0,16 4 0,-12-2 0,10 2 0,-7 0 0,4 0 0,-3 0 0,3 0 0,3 0 0,-3 0 0,3 2 0,-1-2 0,3 3 0,3-1 0,-1 0 0,2 1 0,0 0 0,-1 0 0,2 3 0,-2-6 0,2 3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39.97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1 277 24575,'3'1'0,"-1"-2"0,3-7 0,-1-1 0,2-2 0,3-7 0,-2 5 0,9-16 0,-6 9 0,7-9 0,-8 11 0,12-15 0,-12 19 0,11-19 0,-14 25 0,3-7 0,-4 9 0,-1-1 0,-2 4 0,-1 1 0,-1 2 0,0 3 0,0 1 0,0-1 0,0 1 0,0-1 0,0-1 0,0-1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40.73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1 146 24575,'0'-3'0,"3"-1"0,-1-1 0,4 1 0,-1-3 0,6-7 0,5 2 0,14-11 0,-5 10 0,21-9 0,-22 14 0,12-3 0,-22 7 0,10-5 0,-16 6 0,7 0 0,-13 7 0,-2 4 0,0-1 0,0 8 0,0-6 0,1 12 0,0-12 0,0 8 0,-1-8 0,2 8 0,0-8 0,2 14 0,-2-16 0,-1 6 0,1-9 0,-2-1 0,3-1 0,-2 0 0,0-2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42.06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58 188 24575,'2'-1'0,"1"-1"0,-3-3 0,4 1 0,-2-3 0,1-1 0,1 0 0,0-2 0,11-16 0,-7 14 0,13-25 0,-13 27 0,3-12 0,-5 13 0,1-4 0,-4 7 0,0-1 0,-3 6 0,0 19 0,0 7 0,0 29 0,0-21 0,2 20 0,-2-37 0,2 12 0,-2-16 0,4 21 0,-3-18 0,3 19 0,-4-27 0,0 1 0,1-3 0,-1 0 0,2 0 0,-2 2 0,0-3 0,-3 1 0,2-2 0,-7 0 0,6 1 0,-8 1 0,6-3 0,-8 3 0,6-4 0,-13 0 0,7-1 0,-7 2 0,6-2 0,-14 4 0,13-2 0,-8 0 0,17-1 0,4 1 0,2 0 0,2 0 0,2 1 0,4-1 0,4 0 0,14 3 0,-7-2 0,32 5 0,-24-5 0,47 7 0,-38-6 0,25 5 0,-39-5 0,5-2 0,-19 0 0,0-2 0,-8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51.95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537 53 24575,'-6'-2'0,"1"2"0,-1-2 0,-5 0 0,1 2 0,-1-3 0,-10 2 0,6-2 0,-11 2 0,7-3 0,-15 2 0,16 0 0,-17-2 0,21 3 0,-15-3 0,18 4 0,-13-4 0,16 4 0,-12-4 0,11 4 0,-15-3 0,14 2 0,-7-1 0,9 2 0,-6 0 0,3 0 0,-9-1 0,7 1 0,-13-2 0,14 2 0,-12-2 0,17 2 0,-6-2 0,11 3 0,-1 0 0,3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53.05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483 29 24575,'-7'-2'0,"1"2"0,-1-4 0,3 4 0,-3-4 0,-9 4 0,4-2 0,-25-2 0,15 4 0,-30-6 0,22 5 0,-22-3 0,27 4 0,-7-2 0,21 2 0,-20 0 0,18 0 0,-15 0 0,22 0 0,-1 0 0,4 0 0,-1 2 0,1-2 0,-7 2 0,5-2 0,-10 1 0,9 0 0,-6 2 0,6-2 0,-1 1 0,4 0 0,1-2 0,0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55.86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504 4 24575,'-2'-2'0,"-1"2"0,1-1 0,-2 1 0,1 0 0,0 0 0,-1 0 0,-1 0 0,1 0 0,-3 0 0,1 1 0,-3 1 0,1 0 0,-3 0 0,3-1 0,-22 2 0,15-1 0,-32 0 0,31-2 0,-15 0 0,18 0 0,-11 0 0,9 0 0,-12 0 0,15 0 0,-10 0 0,13 0 0,-16 0 0,12 0 0,-7 0 0,11 0 0,-1 0 0,1 0 0,-3 0 0,4 0 0,-2 0 0,4 0 0,-1 0 0,4 0 0,-1 0 0,1 0 0,-2 0 0,1 0 0,-1 0 0,1 0 0,1 0 0,1 0 0,0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4:57.56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742 56 24575,'0'-4'0,"-1"1"0,-1-1 0,-2 1 0,1 0 0,-15-4 0,2 0 0,-28-2 0,17 3 0,-38 3 0,32 1 0,-30 2 0,28 0 0,-41-2 0,40 2 0,-47-2 0,59 2 0,-25 0 0,33 0 0,-17 0 0,15 0 0,-15 0 0,19 0 0,-7 0 0,14 0 0,-5 1 0,8 0 0,1 0 0,1-1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07.00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 24575,'0'0'0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09.28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1400 44 24575,'-4'-2'0,"1"-1"0,0 3 0,-1-2 0,-1 2 0,-1 0 0,-2 0 0,3-1 0,-1 0 0,0 0 0,2 1 0,-12 0 0,11 0 0,-43-2 0,32 0 0,-44 0 0,39-2 0,-19 3 0,19-1 0,-28 0 0,26 1 0,-35-2-6784,31 3 6784,-6-1 0,9 0 0,-17 0 0,6 1 0,-20 0 0,27 0 0,-1 0 6784,15 0-6784,-16 0 0,18 0 0,-29 0 0,29 0 0,-26 0 0,27 0 0,-14 0 0,18 0 0,-6 0 0,8 0 0,-6 0 0,4 0 0,-17 0 0,11 0 0,-13 0 0,13 0 0,-3 0 0,7 0 0,-4 0 0,8 0 0,-8 0 0,7 0 0,-6 0 0,6 0 0,-5 0 0,6 0 0,-7 0 0,8 0 0,-12 0 0,9-2 0,-9 1 0,8 0 0,0 1 0,0 0 0,-1 0 0,3 0 0,-11-2 0,9 2 0,-11-2 0,12 2 0,-1 0 0,4 0 0,-18 0 0,14 0 0,-19 0 0,22 0 0,-6 0 0,7 0 0,-8 0 0,7 0 0,-5 0 0,7 0 0,-10 0 0,7 0 0,-8-2 0,9 2 0,-1-2 0,2 2 0,1 0 0,1 0 0,0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17.27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119 72 24575,'4'-1'0,"-1"0"0,1 0 0,1 1 0,3 0 0,2 0 0,2 0 0,5 0 0,-3 0 0,35 0 0,-25 0 0,44 4 0,-43-3 0,23 3 0,-31-3 0,25 0 0,-28 1 0,14-2 0,-22 1 0,0 0 0,-2 0 0,1-1 0,-2 0 0,2 0 0,-1-1 0,2 0 0,-2 0 0,4-1 0,-4 2 0,4-2 0,-4 2 0,4 0 0,-4 0 0,2 0 0,-2-1 0,8 0 0,-6 0 0,8 1 0,-8 0 0,2-2 0,-5 2 0,6-2 0,-5 2 0,9 0 0,-7 0 0,4 0 0,-3 0 0,2 0 0,1 0 0,6 0 0,-5 0 0,10 2 0,-6-2 0,5 2 0,-4-2 0,6 0 0,-10 0 0,17 0 0,-19 0 0,14 2 0,-13-2 0,22 4 0,-16-4 0,19 3 0,-24-2 0,4 1 0,-8-2 0,6 0 0,-5 0 0,6 0 0,-9 0 0,1 0 0,-4 0 0,1 0 0,-1 0 0,0 0 0,1 0 0,-1 0 0,-2 0 0,-2-2 0,-2 2 0,-1-2 0,-1 2 0,0-1 0,-2 0 0,1-1 0,-6 2 0,5 0 0,-13-1 0,10 0 0,-11 1 0,10 1 0,-8 1 0,10-2 0,-2 0 0,5 0 0,-3 0 0,3 0 0,-7 0 0,8 0 0,-5 0 0,-11 0 0,-7 0 0,-2-2 0,-4 0 0,22 0 0,-19-2 0,22 2 0,-26 0 0,24-1 0,-16 0 0,14 1 0,-10 0 0,7 2 0,-17-3 0,17 2 0,-14-4 0,21 5 0,-12-4 0,9 3 0,-14 0 0,12-1 0,-15 0 0,7-2 0,-16 0 0,14-1 0,-14 3 0,25 0 0,-27 0 0,23 0 0,-18 0 0,22 0 0,-11 0 0,16 0 0,-11 0 0,15 0 0,-1 1 0,2 0 0,-1 0 0,0 2 0,-1 0 0,0 2 0,1-3 0,-5 4 0,3-2 0,-2 1 0,2-1 0,3 1 0,1-1 0,2 1 0,2 1 0,-1-2 0,3-1 0,4-1 0,-1 0 0,9 0 0,-5 0 0,47 5 0,-31-4 0,24 5 0,1 0-6784,-19-3 6784,36 6 0,-30-4 0,26 4 0,-18-5 0,15 4 0,-43-8 0,1 2 6784,-10-2-6784,1 0 0,-4 0 0,7-1 0,-8 0 0,11 0 0,-8 1 0,12-2 0,-4 2 0,-2-2 0,-1 2 0,3 0 0,8 0 0,17 0 0,-14 0 0,19 0 0,-33 0 0,32 2 0,-31 0 0,18 2 0,-20-1 0,22-2 0,-14-1 0,16 2 0,-22-2 0,-1 2 0,-9-2 0,2 0 0,-3 0 0,2 0 0,-2 0 0,1 0 0,-1 0 0,-4 0 0,-2 0 0,-2 0 0,-1 0 0,-2 0 0,-15 2 0,5-2 0,-17 2 0,13 0 0,-51-1 0,32 1 0,-13-2 0,1 0 0,15 0 0,-23 0 0,41 0 0,-14 0 0,15 0 0,-13 1 0,15 0 0,-10 1 0,12-2 0,-18 2 0,15-2 0,-28 2 0,21-2 0,-31 0 0,28 0 0,-11 0 0,17-2 0,-12-1 0,1 1-6784,-38-4 6784,32 2 0,-27-2 0,48 1 0,-22 1 0,21 0 0,-15 0 0,19 0 0,-6 0 0,14 2 6784,-8-2-6784,12 4 0,-3-2 0,13 2 0,-3 0 0,3 2 0,-3-2 0,1 3 0,2-2 0,0 2 0,-1-2 0,0 0 0,11 5 0,-9-5 0,15 6 0,-19-7 0,9 3 0,-10-3 0,2 2 0,-4-2 0,0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30.49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3143 820 24575,'-5'0'0,"-2"2"0,-1-1 0,-20 0 0,7-1 0,-34 0 0,14-2 0,-17-4 0,-7 0-1606,-30-7 1606,11 4 0,0 0 0,35 3 0,-4 0 0,-22 2 0,-17 0 0,-3 1 0,15 0-1647,7-2 0,-1 1 1647,-2 2 0,-16 0 0,-5 0 0,5 1 0,16-1 0,-2 1 0,5-1 0,-17 1 0,-9 0 0,12 0-725,19-1 0,3 0 725,-29 1 0,4-1-721,1-4 721,24 3 0,-2 0 0,8-4 0,0-2-1938,-16-1 1,1-1 1937,22 3 0,1-2 1119,-13-4 1,9 0-1120,30 4 1209,-25-10-1209,39 14 698,-5-8-698,11 5 0,-1-2 6776,6-3-6776,7-7 24,-2 0-24,16-15 0,-8 20 0,56-50 0,-32 39 0,8-7 0,3-1 0,1 6 0,34-9 0,8 0 0,-38 17 0,2 2-939,24-6 1,12-1 0,-10 4 938,-23 8 0,0 4 0,8 0 0,6 1 0,-7 2-1031,-14 3 1,0 0 1030,28 1 0,11-1 0,-8 2 0,-20 0 0,3 3 0,22 1 0,20 3 0,0 0 0,-17 0 0,-14 0 0,0 1-585,4 2 1,14 2 0,-2 0-1,-18-1 585,23 3 0,-18 1 0,-7 0 0,-18-6 0,27 16 2114,-48-14-2114,8 11 2031,-32-13-2031,-4 5 3069,-6-3-3069,-11 20 0,4-9 0,-8 9 0,8-16 0,-2 6 0,2-9 0,-2 9 0,-10 3 0,9-9 0,-21 24 0,12-14 0,-3 6 0,-1 1 0,11-13 0,-10 11 0,7-9 0,-7 3 0,12-8 0,-6 1 0,10-8 0,-5 4 0,6-5 0,-1 0 0,4-4 0,-1 1 0,2-1 0,-1 2 0,0-3 0,-2 4 0,0-4 0,2 6 0,-1-7 0,-2 6 0,1-3 0,-1 0 0,4-1 0,0-2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40.07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12 24575,'5'0'0,"-2"0"0,2 0 0,-1 0 0,-1 0 0,2 0 0,2 0 0,2-2 0,3 2 0,-2-2 0,19 2 0,-13 0 0,17 0 0,-17 0 0,17 0 0,-15 0 0,24 0 0,-22 0 0,17 0 0,-22 0 0,13 0 0,-19 0 0,22 0 0,-20 0 0,17 0 0,-21 0 0,8-2 0,-9 2 0,5-2 0,-6 2 0,2-1 0,-5 0 0,1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41.12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16 24575,'43'-7'0,"-21"4"0,14-2 0,-22 5 0,-5 0 0,3 0 0,-1 0 0,18 0 0,-12 0 0,17 0 0,-24 2 0,16 0 0,-14 0 0,18 2 0,-15-2 0,11 2 0,-10-2 0,26 4 0,-19-3 0,27 1 0,-30-2 0,13 0 0,-14-2 0,15 2 0,-17-2 0,25 0 0,-28 0 0,21-1 0,-26 0 0,7-1 0,-10 2 0,-1 0 0,-2 0 0,-1 0 0,0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45.80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0 24575,'0'4'0,"0"1"0,0-1 0,0 1 0,0-1 0,0 2 0,0-1 0,0 4 0,0-4 0,3 4 0,0-5 0,2 4 0,-2-4 0,2 4 0,-1-4 0,-1 4 0,0-4 0,-1 2 0,1-2 0,3 5 0,-4-5 0,7 7 0,-4-4 0,2 1 0,-3-3 0,0 0 0,-2-1 0,5 1 0,-5-1 0,1-1 0,0-1 0,-1 0 0,0-1 0,4 1 0,-3 0 0,3 0 0,-2-2 0,-1 0 0,2 0 0,4 0 0,-1 0 0,3 0 0,-5 0 0,4 0 0,-6 0 0,5 0 0,-6-2 0,8 0 0,-5 0 0,6-1 0,-7 3 0,3-3 0,-4 2 0,4-2 0,-5 1 0,4 0 0,-6-1 0,10-1 0,-7 2 0,7-4 0,-7 5 0,1-2 0,-2 1 0,2 0 0,-3-1 0,6-2 0,-5 1 0,3 0 0,-4 1 0,1 3 0,-3-3 0,3 2 0,-1 0 0,0-1 0,1 0 0,-1-1 0,0 0 0,1-1 0,-1 1 0,0-1 0,1 1 0,-1-1 0,3-1 0,-3 1 0,4-4 0,-4 4 0,3-3 0,-3 4 0,3-2 0,-3 1 0,1-1 0,-1 2 0,-1-1 0,0 1 0,0-1 0,1 1 0,-2-1 0,3 2 0,-2-1 0,0 3 0,-1-2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52.70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2488 35 24575,'-7'0'0,"-1"0"0,3 0 0,-2 0 0,3 0 0,-1 0 0,-5 0 0,-5 0 0,2 0 0,-14 0 0,17 0 0,-30 1 0,23 0 0,-23 1 0,21 0 0,-4-2 0,-3 4 0,-12 1 0,-15-2 0,-1 2 0,-1-1 0,-11-2 0,6 0 0,2 1 0,16-3 0,-25 0 0,35 0 0,-61 0 0,53 0 0,-59 0 0,63 0 0,-20-1 0,-4-1 0,-9-1 0,-1-1 0,1-2 0,5 0 0,-3-2 0,29 3 0,-29 0 0,19-1 0,-16 0 0,-17 0 0,20 2 0,-23-1 0,7 3 0,35 2 0,-28 0 0,39 0-6784,-28 2 6784,37-1 0,-35 1 0,32-2 0,-16 0 0,24 0 0,-8 0 0,17 0 6784,-8 0-6784,12 0 0,-6 0 0,5 0 0,-3 0 0,6 0 0,1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55.22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154 1 24575,'0'10'0,"0"0"0,0-4 0,0 3 0,-1-3 0,-2 3 0,-2-1 0,1 0 0,-5 4 0,5-4 0,-8 4 0,5-4 0,-3 0 0,4-3 0,-7 0 0,7-1 0,-7-1 0,9-1 0,-1-2 0,2 0 0,-1 0 0,1 0 0,-1 0 0,1 0 0,-2 0 0,1 0 0,-1 0 0,2 0 0,-1 1 0,1 1 0,-1 3 0,2-1 0,-1 2 0,3 0 0,-2 1 0,2-1 0,0 1 0,2-2 0,0 2 0,0-1 0,1-3 0,-3-1 0,2-2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56.33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 24575,'0'5'0,"0"1"0,0 1 0,0-1 0,4 8 0,-3-7 0,5 8 0,-1-6 0,-2-1 0,9 8 0,-9-9 0,8 8 0,-9-10 0,8 1 0,-7-2 0,8-1 0,-5-1 0,19-1 0,-14-1 0,14 0 0,-17 0 0,13 0 0,-13 0 0,25 0 0,-23-1 0,15 0 0,-18 0 0,4-1 0,-5 2 0,-1 0 0,-4 2 0,1 1 0,-2 0 0,3 1 0,1 3 0,0-3 0,-1 4 0,-1-5 0,1 4 0,-1-5 0,2 3 0,-3-5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57.427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17 24575,'0'-3'0,"2"1"0,-2-1 0,3 1 0,-1 0 0,1-1 0,1 3 0,-1-2 0,3 2 0,-1 0 0,1 0 0,-1 0 0,-1 0 0,4 3 0,-4-2 0,8 4 0,-8-2 0,7 9 0,-6-5 0,3 7 0,-4-7 0,-1 3 0,1 0 0,0 11 0,-2-12 0,0 17 0,-4-21 0,2 10 0,-3-11 0,1 6 0,-2-7 0,1 4 0,-1-6 0,2 4 0,1-4 0,1 3 0,0-1 0,0 1 0,1 1 0,1-2 0,2 2 0,1 0 0,0 1 0,6 1 0,-5 1 0,22 12 0,-20-5 0,14 6 0,-18-10 0,-2-5 0,0 1 0,-2 2 0,0-3 0,-2 7 0,0-7 0,-2 2 0,-5 3 0,-6-4 0,4 2 0,-6-5 0,13-4 0,-6 0 0,6 0 0,-5 0 0,6 0 0,-4 0 0,3 0 0,-1 0 0,2-2 0,1-1 0,0-1 0,0-3 0,2 5 0,-2-2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57.94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14 1 24575,'0'5'0,"0"5"0,0 3 0,0 7 0,0 0 0,0 15 0,0-3 0,2 16 0,-2-18 0,2 3 0,0-7 0,-2 5 0,2-6 0,0 2 0,-2-21 0,2 2 0,-2-7 0,0-2 0,-2-6 0,-4-12 0,1 1 0,-3-5 0,5 13 0,2 5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58.50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31 24575,'3'-3'0,"-1"-1"0,1 1 0,-1-1 0,1 2 0,-1-1 0,1 1 0,2-1 0,-1 1 0,7-1 0,-3 3 0,1-2 0,0 2 0,-2 2 0,-1-2 0,7 5 0,-6-4 0,9 5 0,-8-5 0,-1 5 0,-2-5 0,-3 3 0,0-2 0,1 2 0,-1 1 0,1-3 0,1 9 0,9 13 0,-7-8 0,5 13 0,-9-23 0,-1 9 0,-2-10 0,1 9 0,-5-10 0,-5 4 0,4-5 0,-13 5 0,11-5 0,-11 5 0,10-6 0,-3 2 0,5-4 0,1 0 0,4-4 0,0 3 0,2-2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58.98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151 1 24575,'-4'1'0,"0"1"0,1 2 0,2-1 0,-4 1 0,3 1 0,-3-1 0,-1 7 0,0-5 0,-12 19 0,10-14 0,-16 24 0,17-22 0,-8 15 0,8-15 0,-4 8 0,4-9 0,-3 4 0,7-9 0,-1-1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5:59.38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 24575,'4'5'0,"2"2"0,-1-1 0,0 1 0,28 27 0,-17-15 0,16 17 0,-14-22 0,-8-3 0,11 2 0,-11-2 0,5 0 0,-9-6 0,1 1 0,-3-3 0,-1-1 0,-3 0 0,2-2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14.82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32 24575,'4'0'0,"-1"0"0,3 0 0,0 0 0,3 0 0,4 2 0,0-1 0,5 1 0,21-2 0,16 2 0,4 1 0,26-2-997,14 1 1,-1 1 996,-15-3 0,-17 1 0,18 1 0,2 0 0,-11-1 0,-1-2 0,-2 1-2042,13 1 1,9 0 0,-15-1 2041,19-3 0,1-6-427,-29 5 427,-10-2 0,-1 0 0,2-1 0,0 2 0,1 1 0,3 1 0,-6 0 0,0 1 0,-4 1 0,24-1 0,-41 2 1287,49 3-1287,-47-3 6550,42 4-6550,-52-3 707,15 5-707,-22-5-6784,40 9 6784,-33-6-58,21 5 0,3 3 58,-11-2 0,11 3 0,0 1 0,-13 0 0,23 4 0,-33-8 6726,2 0-6726,42 4 0,-1 0 0,3-1 174,-5-5-174,-54-7 0,7-1 0,-22 0 0,-3-2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15.72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67 8 18649,'-33'-4'0,"8"2"1587,18 1-1587,6 1 1333,6 0-1333,1 0 707,9 0-707,36 4 1621,-12 2-1621,15-1 0,3 1 0,-2 2-858,32-1 1,8 0 857,-41-1 0,2 0 0,19 0 0,10 1 0,-7-1 0,-7 3 0,0-1 0,13 0 0,9 0 0,-1 0 0,-3 1 0,-1-1 0,1 0 0,-16-3 0,1-1 0,2 0 0,5 0 0,7 0 0,7 1 0,2-1 0,-3-1 0,-10 0-1292,0-2 1,-9-1 0,8 0 1291,-4 1 0,9 0 0,2 0 0,-6 0 0,-13-1 0,7 0 0,-6 0 0,5 0 0,4 0 0,-8 0-119,-19 0 1,0 0 118,22 0 0,10 0 0,-12 0 0,16 0 0,4 0 0,-13 0 0,-56 0 0,-1 0 0,-22 0 462,-4 0 0,-1 0 1,0 0-1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16.48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11 24575,'6'0'0,"2"-2"0,2 2 0,8-2 0,14 2 0,-7 0-9831,32-3 8341,-24 2-665,40-2 2155,-19 3 1859,31 0-1859,-5 0 0,18 0 0,-8 0 0,-12 0 0,6 0-481,-12 0 0,14 0 0,8 0 0,2 0 1,-7 0-1,-12 0 481,0 0 0,-10 0 0,8 0 0,6 0 0,10 0 0,4 0 0,0 0 0,-5 0 144,2 1 0,-1 0 1,-4 0-1,-3 0-144,6 0 0,-4-1 0,7 0 190,-13 1 0,9-1 1,2 1-1,-8 0 1,-12 0-191,2 1 0,-4-1-151,14-1 1,6 0-1,-14 1 151,2 2 3405,12-5-3405,-64 2 3805,5-2-3805,-27 0 0,0 2 0,-3-2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17.10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32 24575,'11'0'0,"1"0"0,29-2 0,-5-1 0,27-3 0,21-1 0,-18 1-1643,3 4 0,22 1 1,4 0-1,-13 0 1643,-3 0 0,3 0 0,1 1 0,18 0 0,6 1 0,-5 0 0,-15 1 0,13 1 0,-1 3 0,-11-2 0,16 0 0,5 2 0,-5-1 0,-13 1 0,-10 0 0,-11 2 0,8-1 0,19 0 0,11 0 0,-2 0 0,-19-1-131,-16 1 0,-6-1 131,7 0 0,6 0 0,-10-1 0,26 3-404,-28-2 1,8 0 0,-12 0 403,-1 1 0,30 1 0,-64-6 0,-16-2 0,0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17.62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3 8 24575,'-2'-1'0,"2"-1"0,4 0 0,4 0 0,2 2 0,5 0 0,3 0 0,54 0 0,11 0-3392,2 0 0,11 0 3392,-20 1 0,4 1 0,3 0 0,-8 0 0,5 0 0,-1 0 0,-2 1-977,10 0 1,-3 0 0,5 1 976,0 1 0,7 1 0,-2 1 0,-13-2 0,-1 0 0,0 1 0,-2-1 0,13 1 0,-1 0 0,-13-1-597,-6 2 0,-3-2 597,14 0 0,6-1 0,-11-1 0,21 5-313,-17-4 1,-4-2 312,-9-2 1108,12 3 0,-51-3 0,-21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18.07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74 24575,'8'-5'0,"-2"2"0,6 1 0,1-3 0,5 0 0,23-1 0,19-7 0,-3 8 0,5 0-392,-11-1 0,6 1 392,30 1 0,15 1 0,-9 1-2013,-16 1 1,4 1 2012,7-1 0,17 0 0,2 0 0,-10 1-1299,-8 2 1,-6 1 0,4 0 1298,-2-2 0,6 0 0,0 1 0,-6 0 0,3 2 0,-6 0 0,-3 0 0,18 0 0,-4 1 0,-6 0 0,0 1-753,3 0 1,0-1 752,-2 1 0,0-1-1565,7 1 1,-9-2 1564,-10-1 458,-2 1 1,-65-3 0,7 0-1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18.50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30 24575,'3'-2'0,"0"0"0,8 0 0,-4 0 0,16 0 0,-3-2 0,10 3 0,32-3 0,-10 0 0,23 2 0,6 1-1468,-31-1 1,0 1 1467,42 1 0,8 0-917,-30 0 1,2 0-1,-2 0 917,21 2 0,6 0 0,-14 1 0,10 1 0,0 1 0,-11-1 0,6 1 0,3 1 0,-9 0 0,14 3 0,7 0 0,-5 0 0,-13-1 0,-8 0 0,-9-1 0,8 2-664,1-1 0,11 1 0,2 1 1,-5 0-1,-12-1 664,15 3 0,-7 0 0,-11-3 0,3 1 0,-11 0 0,14 3 0,18 1-2858,-67-9 2858,-3-1 0,-18-4 0,-3 2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48:18.94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0 133 24575,'31'-13'0,"-9"6"-9831,29-12 8341,-18 10-665,23-6 2155,-4 6 2155,10-3-2155,5 2 0,6 3 0,4 1 0,17 0 0,-9 1 0,-19 3 0,0 1 1105,17-3 1,10 0-1,-16 1-1105,3 3 0,-24 0 0,0 0 6065,15 0-6065,-12 1 0,-4 0 0,-13 0 0,6 1 0,5-2 0,-16 2 0,10-1 1814,-24 0-1814,-13 1 126,1 0-126,-4 0 0,3 3 0,-8-4 0,3 2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04.94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24575,'2'1'0,"0"1"0,1-2 0,2 0 0,1 2 0,2-2 0,1 2 0,19-2 0,-12 0 0,17 0 0,-12 0 0,7 0 0,-3 0 0,7 0 0,-17 0 0,5 1 0,-1 0 0,9 2 0,-3-2 0,8 1 0,-4-2 0,-5 0 0,7 0 0,-15 0 0,22 0 0,-21 0 0,19 0 0,-27 0 0,5 0 0,-2 0 0,-3 0 0,7 0 0,8 0 0,-8 0 0,14 0 0,-21 0 0,10-2 0,-7 2 0,1-2 0,-4 2 0,9 0 0,-3 0 0,10 0 0,-12 0 0,4-2 0,-10 2 0,5-2 0,-8 2 0,8 0 0,-3 0 0,24 0 0,-12 0 0,9 0 0,-11 0 0,-9 0 0,6 0 0,-3 0 0,10 0 0,-12 0 0,14 0 0,-14 0 0,10 0 0,-8 0 0,4 0 0,-8 0 0,4 0 0,-5 0 0,12 2 0,-10-1 0,12 1 0,-14-2 0,12 0 0,-13 0 0,10 0 0,-10 0 0,10 1 0,-8 0 0,12 2 0,-7-1 0,11 2 0,-11-1 0,12 0 0,-14-2 0,20 2 0,-18-3 0,12 2 0,-18-2 0,10 0 0,-7 0 0,9 0 0,-9 0 0,7 0 0,-9 2 0,18-2 0,-16 3 0,17-2 0,-20 1 0,16-2 0,-15 1 0,15 0 0,-15 0 0,10-1 0,-4 0 0,15 0 0,-14 0 0,11 0 0,-18 0 0,13 0 0,-12 0 0,14 0 0,-15 0 0,16 0 0,-15 0 0,14 0 0,-13 0 0,7 0 0,-8 0 0,2 0 0,-4 0 0,15 0 0,-12 0 0,16 0 0,-17 0 0,7-1 0,-9 0 0,7 0 0,0 1 0,2 0 0,1 0 0,7 0 0,-13 0 0,7 0 0,-11 0 0,-1-2 0,2 2 0,1-2 0,-2 2 0,0 0 0,-4 0 0,-1 2 0,0-2 0,-1 1 0,2-1 0,-3 0 0,1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7.66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5 1 24575,'0'11'0,"-2"5"0,2 10 0,-2 36 0,2 6-3070,0 11 0,2 20 1,-1-2 3069,1-21 0,0-3 0,0 4 0,0 19 0,0 5 0,2-2 0,2 0 0,1-2 0,1-9 0,-1-12 0,0 2 0,1 9 0,0 16 0,0 2 0,-1-9 0,0-14 0,0-6 0,0 13 0,-3-9 0,1 11 0,0 9 0,-1 3 0,1-1 0,-1-5 0,0-11 0,0 4 0,1-10 0,-1 1 0,1 15 0,-3-21 0,1 9 0,0 8 0,0 5 0,0 3 0,0 0 0,-1-2 0,1-5 0,-1-7 0,0-8-807,0 29 0,0-13 0,0-3 0,-1 8 807,1-10 0,0 8 0,0 3 0,0-3 0,0-5 0,-1-9 0,-1 11 0,-1-10 0,2-1 372,1 2 0,0-1 0,0 3-372,-1-11 0,-1 2 0,1 1 0,-1 0-433,2 2 0,0 1 0,0-1 0,-1-6 433,-1-1 0,0-5 0,0-5 1292,1 2 1,0-10-1293,2-1 0,0-32 0,-1 5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8.23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 23688,'0'42'0,"3"-1"-3123,0 25 3123,3 12 0,2 16-2038,1-4 1,1 8 0,0-1 2037,-3-5 0,-1 0 0,1 6 0,2-15 0,0 7 0,2 1 0,-1-2 0,-2-7-715,1 10 0,-2-7 1,1 5 714,2-1 0,1 6 0,-1 1 0,0 1-532,-3-19 0,-1-1 0,0 1 0,0 6 0,0 10 532,0-13 0,0 7 0,0 6 0,1 5 0,-1 3 0,1 3 0,-1 1 0,1-1 0,-1 0 0,-1-2-133,0-6 1,-1-2-1,0 1 1,0-1-1,-1 1 1,1 1-1,-1 2 1,1 2-1,0 3 1,0 4-1,0 3 133,-1-24 0,1 5 0,0 4 0,0 2 0,0 3 0,0 1 0,0 3 0,0 0 0,0 1 0,0 0 0,0 0 0,0-1 0,0-1 0,0-3 0,0-1 0,-1-3 0,1-4 0,-1-3 0,-1-5 0,2 26 0,-1-5 0,0-5 0,-1-4 0,1-2 0,-1-2 0,0 1 0,0 1 0,1 2 0,-1 4 0,0-4 0,0 6 0,1 5 0,-1 1 0,0 2 0,0-2 0,0-2 0,0-5 0,0-7 0,0-8 0,-1-10 0,0-12 348,1 17 0,-1-19 0,0 5-348,-1 12 0,-1 9 0,0-4 0,1-13 0,2-12 0,-1-6 1248,-2 19 0,-1-10-1248,0-21 0,-1 1 0,0-30 0,-1-5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9.16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0 24575,'0'70'0,"6"-2"0,-2-12 0,1 6-4916,5 14 1,1 3 4170,-3 8 0,-1 2 745,4-1 0,-1-4 76,-4-21 1,1 3-77,2 12 0,2 8 0,1 0 0,-2-8 0,1 0 0,1 15-192,-4-23 0,2 11 0,0 8 0,1 7 0,0 2 0,0-1 0,-1-2 0,0-6 0,-2-9 192,2 11 0,-3-10 0,1-4 0,-1 6 0,2 10-252,-2-12 1,2 9 0,0 7 0,1 4 0,0 2-1,-1 0 1,0-2 0,-1-6 0,-1-7 0,-2-10 251,0 23 0,-4-16 0,0 1 0,2 15 0,1-24 0,2 9 0,0 8 0,0 5 0,1 2 0,0 0 0,0-1 0,-1-4 0,-1-7 0,0-9 0,-2 13 0,-1-14 0,-1-3 0,1 10 0,4 20-47,-2-40 1,2 9-1,0 9 1,2 6-1,0 6 1,1 5-1,1 5 1,0 3 0,0 3-1,1 1 1,-1 1-1,1 0 1,0-1-1,0-2 1,-1-3-1,0-3 1,0-5 0,-1-6-1,-1-6 1,0-7-1,-1-8 47,3 43 0,-1-19 0,-1-10 0,-1 0 0,2 7 0,2 18 0,-3-34 0,1 11 0,1 8 0,1 6 0,0 7 0,1 3 0,0 2 0,1 2 0,-1-2 0,0-2 0,0-4 0,-1-5 0,-1-7 0,0-9 0,-2-11 0,-1-11 0,-1-13 0,4 35 0,-2-19 0,5 38 0,-4-16 0,-9-51 0,0-19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7:00.61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26 0 24575,'0'15'0,"0"1"0,0 10 0,-3 33 0,3-3 0,-3 29 0,-2 8-1836,3-41 1,0 3 1835,-1 16 0,-1 10 0,1 2-1359,2 11 1,2 2 0,0 1 1358,-1-5 0,0 1 0,1 9-844,1-10 1,1 10-1,0 4 1,1-3-1,0-7 844,0-13 0,0-8 0,0 4 0,1 20-202,-2-28 1,1 11-1,-1 9 1,1 8-1,0 6 1,1 3-1,-1 4 1,0 0-1,1 0 1,-1-3-1,0-4 1,1-6 0,-1-7-1,-1-9 202,3 25 0,-1-14 0,0-8 0,0 2 0,1 7 0,-1 17-76,-1-35 1,0 8 0,0 6 0,1 7 0,-1 5 0,1 3-1,0 3 1,-1 1 0,1 1 0,0-2 0,0 0 0,0-4-1,-1-4 1,1-5 0,-1-7 0,1-6 0,-1-9 75,2 25 0,0-14 0,0-8 0,-1-2 0,1 5 0,1 10-33,-1-5 1,0 9 0,0 5 0,1 4 0,0 1 0,-1 0 0,1-2 0,-1-4 0,0-7 0,0-9 32,0 15 0,0-10 0,0-5 0,0 1 0,0 6 15,0-4 1,0 5 0,1 4 0,0 0-1,-1-4 1,0-6 0,-1-10-16,1 19 0,-1-12 0,0-3 0,-1-4 0,1-2 0,0-12 0,3 13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42.18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0 24575,'2'9'0,"-2"3"0,4 5 0,0 2 0,1 2 0,2-2 0,-3-4 0,5 22 0,-4-15 0,7 15 0,-6-14 0,2-7 0,1 6 0,-1-7 0,-1-2 0,-1 1 0,1 1 0,-2-4 0,3 7 0,-4-13 0,1 4 0,-1-10 0,-1-1 0,-1-7 0,4-11 0,2-14 0,1 8 0,13-27-6784,-10 35 6784,4-15 0,-6 20 0,3-11 0,0 2 0,4-8 0,-9 14 0,-2 5 0,-6 7 0,2 1 6784,-1 1-6784,0-1 0,0 1 0,1 0 0,-2 0 0,2 2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45.01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9 0 24575,'0'24'0,"0"4"-9831,0 3 8341,0 9 4068,3 34-2578,-3-6 0,3 10 0,-3 11 0,0-37 0,0 1 0,0 0 0,0 5 0,0 0 0,0-1 0,0 4 0,0-3 0,0-2 0,0-10 1753,0 20-1753,0-45 0,-1 11 0,0-10 6682,-1 7-6682,2-13 0,0 0 0,0-10 308,-1 3-308,0-4 0,0 1 0,1-3 0,0 1 0,0-1 0,0 1 0,0-1 0,-2 7 0,2-3 0,-2 6 0,2-7 0,0 11 0,0-10 0,0 15 0,-1-8 0,0 16 0,-1-16 0,2 11 0,0-21 0,0 3 0,0-7 0,2 0 0,-2-4 0,3-4 0,-1-1 0,0-4 0,0-2 0,2-8 0,-1-2 0,5-16 0,-3 17 0,12-26 0,-7 29 0,7-14 0,-9 21 0,5-3 0,-1 0 0,9-7 0,-4 7 0,5-1 0,-11 11 0,4-3 0,3 4 0,4-2 0,2 4 0,3 0 0,-16 4 0,8-1 0,-12 0 0,5 1 0,-10 2 0,2 6 0,-1 1 0,1 22 0,-2-9 0,2 17 0,-1-16 0,5 58 0,-3-39 0,0 13 0,0-2-6784,0-22 6784,-1 13 0,-2-34 0,0 2 0,-2-7 0,2 3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45.77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123 1 24575,'-4'0'0,"1"0"0,-3 5 0,1 1 0,-1 4 0,-6 7 0,7-6 0,-12 12 0,11-7 0,-14 21 0,14-8 0,-6 16 0,9-17 0,1 18 0,2-24 0,6 27 0,-1-29 0,12 15 0,-5-19 0,12 3 0,-10-10 0,22 0 0,-15-9 0,22-6 0,-20-5 0,16-20 0,-22 12 0,19-47 0,-28 37 0,10-22 0,-18 32 0,-4-9 0,-1 6 0,-7-13 0,3 19 0,-6-5 0,4 10 0,-4-2 0,5 7 0,-5-1 0,4 4 0,-15-4 0,11 6 0,-18-4 0,19 4 0,-20-3 0,18 4 0,-21-2 0,21 2 0,-6 2 0,15-2 0,3 3 0,1 8 0,3-2 0,0 5 0,0-9 0,2-4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46.45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1 152 24575,'2'5'0,"1"15"0,2-2 0,-1 5 0,0-4 0,-4 3 0,2-3 0,0 5 0,0-12 0,0 2 0,0-5 0,0 1 0,-2 4 0,1-7 0,1 14 0,-1-14 0,0 5 0,1-12 0,-2 0 0,2-7 0,-2-2 0,0-13 0,0 5 0,0-11 0,-2 2 0,1 2 0,1-16 0,3 17 0,-1-5 0,2 11 0,10-27 0,-5 21 0,13-24-6784,11 27 6784,-17 7-2661,18 0 2661,-26 11-926,4 2 926,-2 0 0,2-2 0,-2 2 0,12-2 0,-5 2 5008,4 0-5008,-3 0 3645,-12 0-3645,1 2 0,-5-2 0,-2 1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46.75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0 24575,'3'8'0,"-2"3"0,4-3 0,-3 4 0,2 0 0,2 8 0,-1-4 0,8 18 0,-5-14 0,8 11 0,-9-17 0,7 15 0,-9-20 0,6 13 0,-8-21 0,-1 4 0,0-7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47.04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0 24575,'0'4'0,"0"1"0,0-3 0,0 2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47.58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 24575,'10'0'0,"2"0"0,3 0 0,13 2 0,3-2 0,-3 4 0,23 1 0,-22-2 0,47 8 0,-33-10 0,29 10 0,-39-8 0,28 2 0,-35-3 0,10 0 0,-30-2 0,-8 2 0,-4-1 0,-14 7 0,2 1 0,-48 23 0,35-17 0,-23 12 0,40-20 0,-6 4 0,-1 1 0,-2 4 0,4-2 0,2 2 0,6-7 0,-3 5 0,9-6 0,-2 4 0,5 4 0,-2 6 0,2-4 0,3-1 0,1-11 0,10 4 0,-3-3 0,41 16 0,-21-14 0,45 12 0,-34-16 0,49 1 0,-24-4-264,-11-3 0,1 0 264,7-2 0,6-2 0,-45 2 0,-7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48.60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266 19 19345,'-27'11'0,"4"1"0,3 2 0,6-2 2423,-5 5-2423,7-5 0,0 5 890,-8 16-890,11-9 461,-6 19-461,12-21 1456,16 40-1456,-4-38 0,20 39 0,-17-50 0,11 11 0,-12-17 0,37 4 0,-20-16 0,17 2 0,-26-12 0,-10 3 0,1-3 0,5-21 0,-4 8 0,2-25 0,-8 29 0,-10-19 0,-3 23 0,-19-23 0,3 21 0,-19-16 0,11 19 0,-11-5 0,15 12 0,-36-3 0,35 9 0,-29-1 0,46 9 0,-4 4 0,14-3 0,4 7 0,1-3 0,25 22 0,-15-17 0,59 35 0,-45-30 0,52 17 0,-45-22 0,51-3 0,5-3 0,-31 2 0,25-3 0,-11-2 0,-57-1 0,2-2 0,-12 2 0,-4 0 0,-3 1 0,-2 2 0,3 3 0,-5 16 0,5-6 0,-4 40 0,3-34 0,-3 38 0,4-43 0,-4 12 0,4-20 0,-2-1 0,2-7 0,0-4 0,2-5 0,0-3 0,0-1 0,3-16 0,-2 9 0,12-30 0,-6 27 0,17-22 0,-18 33 0,8-5 0,-11 14 0,11 13 0,-8-2 0,30 45 0,-24-28 0,17 26 0,-16-29 0,15 19 0,-7-12 0,6 6 0,-11-22 0,-4-11 0,-4-4 0,5-14 0,-10 4 0,3-14 0,-2 2 0,-3 7 0,2 1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48.97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53 1 24575,'-4'16'0,"0"-1"0,-1 2 0,3-5 0,-2 12 0,3-12 0,-1 15 0,2-8 0,0 10 0,-2 23-8503,1 7 8503,-1 5 1420,5-5-1420,0-7 0,2 0 0,2-2 0,1 49 0,-4-75 0,2 40 0,0-33 6636,0 28-6636,-2-48 447,-4-1-447,2-10 0,-2 0 0,-2-5 0,0-5 0,-2-3 0,-7-18 0,3 5 0,-19-34 0,19 37 0,-10-13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49.18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57 24 24575,'-11'-4'0,"2"0"0,-3 0 0,3 0 0,-1 0 0,5 2 0,5 0 0,0 2 0,3 2 0,3 0 0,-3 1 0,7-1 0,14 3 0,-8-4 0,31 3 0,-23-4 0,3 0 0,-14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0.22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167 881 24575,'-1'-2'0,"-3"2"0,0 4 0,-3 2 0,2 2 0,-2-3 0,1 5 0,-13 5 0,9-3 0,-30 33-6784,27-29 6784,-13 20 0,20-26 0,0 2 0,2-5 0,-1 7 0,3-8 0,1 4 6784,1-4-6784,0 1 0,1-5 0,1-4 0,2-2 0,-1-5 0,19-33 0,-14 20 0,20-32 0,-20 37 0,13-16 0,-14 21 0,8-6 0,-15 17 0,1 3 0,-1 8 0,0 1 0,0 6 0,20 59 0,-11-41 0,19 48 0,-18-66 0,14 10 0,-8-18 0,19 8 0,-16-15 0,37-14 0,-29 2 0,48-40 0,-40 13 0,28-37-1063,-25 22 1063,0-6 0,-1-4 0,6-20 0,-14 17 0,2-12 0,-6 10 0,2-25 0,-6 9 0,-5 6 0,-15 26-211,-13-45 211,0 52 0,-18-31 0,14 59 0,-24-6 0,21 23 1051,-31 16-1051,24 9 223,-25 29-223,27-21 0,-2 25 0,4 2 0,10-12 0,1 41 0,6 3 0,14-34-347,3 13 1,3-2 346,3-23-30,24 34 30,-21-43 0,31 28 0,-31-38 0,20 5 0,2-3 0,-16-17 692,42 15-692,-55-28 31,11-5-31,-18 0 0,18-21 0,-16 13 0,17-23 0,-18 25 0,17-14 0,-15 18 0,7-5 0,-11 8 0,-2 3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0.65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 24575,'1'7'0,"0"1"0,3 9 0,-2 1 0,4 30 0,0 41 0,-2-1-4252,-1-25 1,0-3 4251,-3 6 422,4 8 0,0 1-422,-2-8-173,1 4 1,-1-4 172,-2-20 0,0 3 0,0-11 6180,0-16-6180,0 11 1272,0-5-1272,0 2 552,0-6-552,0-14 0,0-12 0,0-6 0,-2-3 0,2-6 0,-4-3 0,3-5 0,-1 11 0,2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1.32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0 129 24575,'2'-4'0,"1"-1"0,-1 1 0,2-3 0,-1 3 0,3-1 0,-1-1 0,3 2 0,18-12 0,-10 7 0,37-18 0,-25 18 0,21-11 0,-28 16 0,7-1 0,-17 5 0,13 2 0,-12 0 0,4 2 0,-3 6 0,-4-3 0,9 18 0,-3 7 0,-2-5 0,-4 17 0,-7-28 0,-5 12 0,-2-15 0,-14 17 0,8-16 0,-24 19 0,13-15 0,-27 7 0,20-10 0,-8-4 0,21-9 0,-5 0 0,11-2 0,-2-2 0,10 0 0,2-1 0,0-2 0,0-1 0,0-4 0,2-1 0,2 0 0,-1 3 0,0 5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1.93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1 153 24575,'0'6'0,"0"1"0,0 5 0,2 7 0,0 0 0,1 9 0,0-16 0,2 20 0,-1-14 0,7 39 0,-4-32 0,1 33 0,-2-42 0,-2 14 0,-2-19 0,0 1 0,-2-11 0,0-7 0,0-2 0,0-7 0,0-2 0,0 0 0,0-26 0,0 12 0,4-40 0,-1 37 0,5-24 0,0 26 0,4-7 0,-1 5 0,4 1 0,-5 15 0,6-9 0,-7 19 0,8-8 0,-10 12 0,6 1 0,-9 1 0,7 2 0,-4 0 0,7 3 0,-8 0 0,14 9 0,-11-7 0,13 9 0,-13-8 0,5 1 0,-8-3 0,-1-1 0,-4-2 0,-1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2.60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151 0 24575,'-15'0'0,"2"0"0,1 4 0,4 0 0,-3 2 0,-11 17 0,9-12 0,-9 14 0,16-13 0,-6 18 0,5 17 0,-1 22 0,7-16 0,5 4 0,2-39 0,3 7 0,-3-10 0,4-2 0,-3 1 0,8 0 0,-1-2 0,0-1 0,18 2 0,-16-8 0,19 2 0,-17-7 0,10-11 0,-10 0 0,11-19 0,-17 10 0,10-20 0,-18 20 0,8-13 0,-12 17 0,-2-40 0,-1 33 0,-12-35 0,7 44 0,-9-6 0,9 10 0,-13-8 0,-31-15 0,23 15 0,-23-9 0,46 27 0,-1 0 0,4 0 0,1 2 0,1 0 0,1 1 0,0 1 0,0-1 0,0 0 0,4 4 0,-2-1 0,2 0 0,-4-3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3.42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230 338 11654,'17'-44'0,"-6"4"4883,-7 18-4883,-2-11-3851,-1 16 3851,-2-14 2084,-1 11-2084,-5-1 3021,-1-4-3021,-6 3 0,-15-8 0,10 14 6784,-18 2-6784,23 12 0,-11 7 0,12 0 0,-11 14 0,8-4 0,-9 13 0,13-1 0,0 14 0,6-12 0,8 28 0,-3-25 0,16 40 0,-8-31 0,16 29 0,10 21 0,-8-10 0,-2-11 0,-2-3 0,-10-4 0,8 11 0,-19-48 0,2 10 0,-4-15 0,-8 26 0,2-33 0,-13 24 0,12-30 0,-3 9 0,6-13 0,-4 1 0,3-1 0,-3-1 0,4-1 0,0-2 0,1-2 0,-8-3 0,8-1 0,-7-5 0,10 6 0,-1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3.80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1 223 24575,'3'-18'0,"1"2"0,0 4 0,1 3 0,-1-1 0,4 2 0,-1-5 0,1 5 0,14-9 0,-4 8 0,21-7 0,27 8 0,-23 1 0,17 5 0,-9-4 0,-17 5 0,25-7 0,-33 6 0,1-4 0,-13-5 0,-2 1 0,-3-3 0,-7 6 0,-1 3 0,-1 3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4.15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 24575,'0'5'0,"0"-1"0,0 10 0,0-4 0,0 6 0,0-2 0,0-3 0,2 16 0,0-7 0,6 9 0,-5-7 0,10 9 0,-10-16 0,11 21 0,-10-23 0,7 15 0,-6-19 0,2 6 0,-4-12 0,0-1 0,-2-7 0,-1-4 0,0 4 0,0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4.41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4 9 24575,'0'-4'0,"-2"2"0,2-1 0,-2 4 0,2 0 0,0 1 0,0-1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4.87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21 1 24547,'-6'16'0,"0"2"0,4-6 14,-2 5-14,3 14 0,-1-8 4,2 22-4,0-2 3,2-7-3,6 55 0,-2-45 0,0 4 0,0 2 0,0-1 0,5 47 7,-3-27-7,-1-19 0,-1 0 0,2 4 0,1 0 0,-2-19 0,-2-9-6784,4 11 6784,-5-17 0,2 4 0,-4-2 0,1-7 0,-2 13 0,-1-16 0,0 17 0,0-16 6784,0 25-6784,-1-23 0,0 15 0,0-22 0,1 1 0,-2-8 0,2-1 0,-2-1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6:55.64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1 480 24575,'5'0'0,"1"0"0,3 2 0,1-1 0,10 5 0,-6-3 0,20 9 0,13 2 0,4 1 0,14 4 0,5-3 0,0-2 0,-16-6 0,16-5 0,-19-1 0,38-29 0,-42 13 0,25-49 0,-66 33 0,2-42 0,-23 13 0,-3-14 0,-6 21 0,-11-10 0,13 35 0,-19-21 0,17 27 0,-12-1 0,8 10 0,-27 5 0,22 2 0,-20 10 0,38 0 0,-7 6 0,14-1 0,-5 10 0,6-3 0,-3 25 0,8-20 0,2 32 0,4-33 0,11 33 0,2-22 0,12 17 0,-7-15 0,7-1 0,19 18 0,8-9 0,6 0 0,-19-8 0,3-1-554,34 14 0,-3-8 554,-20-15 0,38 6-67,-53-21 67,44 6 0,-40-12 0,23-15 0,-42 5 0,-2-23 0,-23 23 1104,1-9-1104,-2 12 0,1-2 71,-2 3-71,-2 1 0,2 2 0,-4 0 0,3 3 0,-1-2 0,0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7:02.752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 24575,'0'7'0,"0"0"0,0 3 0,0 11 0,2-2 0,-2 13-8503,2-13 8503,1 11 1719,9 42-1719,-5-30 0,10 33 0,-12-55 0,3 0 0,1-2 6784,9 15-6784,-4-15 0,3 10 0,-10-24 0,-1-2 0,-3-4 0,23-36 0,-12 19-6784,27-42 6784,-27 44 0,24-36 0,-26 37 0,21-29 0,-21 30 0,6-14 0,-8 17 6784,2-16-6784,-6 18 0,-2-12 0,-3 14 0,-1-3 0,-1 9 0,-1 0 0,-2 2 0,2 0 0,1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7:03.80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1 258 24575,'7'14'0,"-1"-2"0,4-3 0,-6-6 0,8 9 0,-2-8 0,2 6 0,10-3 0,-1-3 0,16-2 0,-8-2 0,35-15 0,-36 8 0,29-18 0,-35 9 0,4-7 0,-9 3 0,-5 3 0,-6 1 0,0 5 0,-3-8 0,0 6 0,-3-8 0,0 8 0,-8-9 0,0 8 0,-32-9 0,21 16 0,-33-2 0,33 13 0,-37 13 0,35-3 0,-27 17 0,33-16 0,-3 12 0,8-11 0,3 30 0,3-25 0,10 43 0,-2-44 0,12 29 0,-7-32 0,17 15 0,-6-16 0,16 6 0,-14-13 0,22-3 0,-22-4 0,53-23 0,-39 9 0,40-32 0,-42 23 0,14-28 0,-23 23-6784,11-25 6784,-22 26 0,2-44 0,-16 43 0,0-25 0,-5 37 0,0-2 0,0 5 6784,-3-7-6784,3 11 0,-5-3 0,8 10 0,-3 2 0,5 2 0,0 4 0,2-1 0,3 16 0,0-8 0,8 21 0,-5-14 0,9 13 0,-7-11 0,10 16 0,-10-19 0,9 19 0,-10-26 0,11 24 0,-13-27 0,6 21 0,-10-22 0,2 10 0,-5-12 0,4 10 0,-4 2 0,2-1 0,-1 1 0,1-13 0,2 1 0,-1-4 0,0-1 0,1-1 0,-1-2 0,1 0 0,12-6 0,-6 1 0,9-3 0,-5-2 0,6-6 0,15-16 0,5-16 0,-12 18 0,-7 1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7:04.20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90 1 24575,'-10'22'0,"-1"3"0,-1 4 0,3-3 0,-3 13 0,2 11 0,0 2 0,2 16 0,7-25 0,-3 41 0,3-33 0,-1 14 0,2 16 0,0-14 0,0 13 0,0-6 0,2-48 0,1 15 0,1-27 0,1 0 0,-3-8 0,3-4 0,-5-3 0,3-4 0,-1 1 0,2-5 0,-2 1 0,2-10 0,-4 4 0,4-11 0,-4 16 0,2-4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7:04.75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7 24575,'1'-3'0,"1"1"0,3 0 0,1 2 0,1 0 0,3 0 0,11 0 0,-4 2 0,9-2 0,36 9 0,-33-7 0,26 4 0,2 0 0,-22-5 0,44 4 0,-47-3 0,-3-2 0,-10 2 0,-12-4 0,-5 4 0,-2-2 0,-2 7 0,0-1 0,-2 1 0,0 2 0,3-3 0,-3 13 0,2-6 0,-2 13 0,0-10 0,-4 24 0,4-23 0,-4 35 0,8-35 0,-2 22 0,4-20 0,4 12 0,-1-14 0,6 9 0,-8-17 0,8 5 0,-5-11 0,2-2 0,10-15 0,-15 7 0,10-6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7:05.02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 24575,'0'3'0,"0"0"0,0 1 0,0-1 0,0 3 0,0 3 0,0-1 0,0 0 0,0-5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7:05.48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322 63 24575,'-8'-9'0,"4"0"0,-8-1 0,4 2 0,-7 0 0,5 2 0,-10 0 0,5 3 0,-11 0 0,5 4 0,5 1 0,3 4 0,5-2 0,1 1 0,-17 13 0,1 0 0,-2 4 0,8-8 0,11-7 0,0-3 0,1 3 0,-4 6 0,1-1 0,-1 9 0,5-12 0,2 14 0,2-15 0,1 11 0,0-9 0,7 6 0,-3-5 0,15 11 0,-8-13 0,22 12 0,4-7 0,38 9 0,-37-12 0,9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7:06.75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254 692 8191,'-64'16'0,"-2"46"4982,-6-26-4982,26 29 2828,42-55-2828,4 6 1729,-2-5-1729,2 5 6754,2-6-6754,0 1 0,1-4 0,1-2 91,2-2-91,17-3 0,2-9 0,7-2 0,-11-4 0,-7 4 0,28-39 0,-21 29 0,29-43 0,-40 46 0,1-3 0,-7 9 0,-2 1 0,0 5 0,-1 0 0,-2 7 0,-1 6 0,-2 1 0,2 7 0,-4 10 0,3-3 0,-6 33-6784,5-20 6784,0 9 0,8 8 0,2-27 0,0 15 0,12-22 0,6-13 0,-3 0 6784,21-16-6784,-25 3 0,43-30 0,-31 13 0,27-22 0,-29 17 0,8-15 0,1-4-6784,-4 3 6784,2-3 0,-2 0 0,-10 7-495,-1-32 0,-2-5 495,-3 7-282,0-20 0,-5 5 282,-13 43 0,-7-26 0,3 47 6015,-14-15-6015,12 23 0,-19-4 0,19 12 1414,-19 4-1414,17 4 909,-20 8-909,13 1 0,-22 19 0,14-5 0,-13 19 0,16-14 0,-18 45 0,20-29 0,2 3 0,2 1 0,3 0 0,4 36 0,6-46 0,6 29 0,-1-38-6784,11 27 6784,-2-26 0,31 35 0,-23-41 0,28 19 0,-30-34 0,25 13 0,-15-12 6784,29 8-6784,-26-13 0,14 2 0,-10-6 0,-5 1 0,28-1 0,-25-7 0,7 4 0,-23-8 0,-14 10 0,1-4 0,-3 5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7:09.682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609 38 21377,'-24'-9'0,"-1"1"1531,7 2-1531,-5 3 0,5-3 0,-4 3 0,4 1 0,-18 4 0,19 2 540,-27 24-540,32-9 276,-13 24-276,17-15 851,-1 40-851,7-16 0,0 3 0,1 0 0,1 6 0,3 17 0,-1 1 0,0-13-637,4 18 1,3 0 636,1-21 0,3-5 0,2-2 0,1-12 0,24 30 0,-24-48 0,38 23 0,-30-32 0,24 2 1273,-28-15-1273,12-13 0,-20 3 0,13-32 0,-19 17 0,3-29 0,-9 30 0,-11-26 0,8 31 0,-13-18 0,13 28 0,-9-1 0,7 5 0,-6 1 0,6 2 0,-11 22 0,8-10 0,-12 30 0,12-25 0,-17 52 0,16-37 0,-19 62 0,20-53 0,-8 35 0,10-37 0,-6 41 0,4-15-395,3-6 1,-1 0 394,0 9 0,3 23 0,1-64-6522,4 39 6522,-2-42 0,2 48 0,-6-53 527,-7 45-527,-1-40 0,-1 13 0,2-20 6784,-2 5-6784,2-6 0,-17 16 0,16-21 0,-33 22 0,27-21 0,-31 20 0,31-18 0,-19 8 0,22-12 0,-13 8 0,9-8 0,-8 7 0,12-9 0,-1-1 0,14-6 0,-1-1 0,3 1 0,-2 1 0,1-3 0,1 2 0,-4-2 0,3 3 0,-1-1 0,0 0 0,2-1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7:34.84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4144 1713 24575,'-19'11'0,"-9"4"-9831,-18 11 8341,1-2-665,-17 3 2155,7-1 1398,-34 3-1398,11-4 0,-4 2 0,12-5 0,-6 0-444,6-4 0,-9 2 0,-1-1 0,9-3 444,-12 4 0,-4-2 0,8-4 0,-13 1 0,-7 1 0,3-2 0,9-2 206,-4-1 1,7-2 0,-8 0-207,3 0 0,-9 0 0,-4 1 0,3-2 0,10 0 0,-3-2 0,9-1 0,-4-1 0,2-1 0,-6-1 0,3 0 0,10 0 1186,-7 0 1,3 0-1187,2-2 0,-4 0 0,11 0 0,-23-3 0,5-1 0,1-1 0,0-9 0,26-3 0,-8-6 0,11 2 0,-10-12 291,6-10 1,10-2-292,31 9 0,-7-58 0,22 16 0,9 18 0,5-2 0,3 13 0,5-1 0,8-11 0,6-7 0,-1 8 0,0 12 0,2-1 240,14-31 0,8-11 1,-6 13-241,-12 30 0,0 3 0,11-14 0,5-5 0,-5 9 3293,17-11-3293,0 13 0,1 4 0,-3 3 0,-3 8 0,0 1 0,2 1 0,3 3 0,14-6 0,-7 5 0,-17 8 0,3 0-174,30-14 1,13-7 0,-13 8 173,-30 13 0,-3 3 0,34-13 0,0 3 0,-32 15 0,3 2 0,17 3 0,10 3 0,-4 1 0,7 0 0,6 5 0,-2 4 0,14 3 0,0 2 0,-12 0 0,5 3 0,0 4 0,-23-1 0,12 2 0,2 1 0,-4 1 0,-12-1 0,14 6 0,-4 2-503,-9-3 1,8 3-1,-1 1 1,-9-2 502,2 3 0,1 2-386,11 5 0,15 6 1,1 2-1,-14-6 386,-3 1 0,-1 1 0,5 0 0,14 7 0,-3-1 0,-19-6 201,-26-8 1,-5 0-202,18 11 0,6 6 0,-11-1 0,-19 1 0,-5 0 892,15-2 0,-7 6-892,-23 28 0,-16-2 0,-11-14 709,-10 19 0,-7 2-709,-16-5 0,5-23 0,-8 7 0,2-5 0,1-4 0,-4 3 343,-4 6 1,-9 11-1,-1 1 1,9-11-344,1-4 0,-1 0 0,-8 7 0,-11 12 0,0-3 0,12-13 0,11-18 0,-1-3 0,-24 17 0,-12 5 0,9-10-637,19-19 0,0-6 637,-11-1 0,-8-2 0,8-3 0,11-6 0,-1-5 0,-27-6 0,-12-4 0,9-2 0,19 0 0,-2-4-958,-20-6 1,-18-5 0,-3-2 0,14 1 957,24 3 0,7 0 0,-7-2 0,-20-6 0,-13-2 0,2-1 0,14 2-321,-1-1 1,5 0 320,-2 0 0,-7 0 0,18 4 0,2 1 0,20 5 0,0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7:47.31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196 0 24411,'-11'12'0,"0"-2"0,7-1 0,-2-3 0,1 6 0,-1-4 82,-2 4-82,0-2 27,0 2-27,-12 26 14,11-16-14,-24 69 0,22-56 0,-10 57 41,16-54-41,0 20 0,1 3 0,-1-1 0,0 5 0,0-2-6784,2-20 6784,0 10 0,3-30 0,0 23 0,0-23 0,0 18 0,0-34 0,0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7:49.47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878 77 24575,'-4'0'0,"1"0"0,-2 0 0,1 0 0,-1 0 0,0 2 0,1-2 0,-4 2 0,4-2 0,-4 0 0,4 0 0,-3 1 0,3 0 0,-1 0 0,2-1 0,-1 0 0,1 0 0,-2 0 0,-1 0 0,-2 0 0,2 0 0,-9 0 0,8-2 0,-5 0 0,7 0 0,-6-4 0,6 5 0,-14-12 0,11 10 0,-11-12 0,10 10 0,-7-3 0,8 4 0,-6 0 0,6 0 0,-6 1 0,6 0 0,-22 0 0,18 1 0,-33 0 0,29 0 0,-29 6 0,26-1 0,-19 3 0,21-2 0,-24 4 0,17-3 0,-37 5 0,35-5 0,-24 1 0,34-3 0,-4-1 0,2 0 0,-1 0 0,-2 2 0,-11 0 0,17-2 0,-8 0 0,19-2 0,1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8:09.97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4561 2291 19073,'-31'3'0,"-9"-1"2536,20-2-2536,-14 0 0,19 0 0,-12 0 0,13 0 938,-48-2-938,30 1 487,-48-6-487,41 6 0,-53-10 0,31 6 431,1 0 0,-1 0-431,1-1 0,-17-1 0,-1 0 0,13-3-883,-23 0 0,-4 0 883,4-3 0,19 5 0,-12 0 0,9 1 0,16 0 0,3 1 0,-30-3 0,5 2 0,14 0 0,-8 1 0,-3 0 0,-12-2-524,-2 1 0,3 0 524,27 0 0,-40-3 582,58 5-582,-28-2 1720,40 4-1720,-24-3 0,19 2 0,-44-6 1191,41 4-1191,-20-3 0,34 5 0,-52-17 0,30 7 0,-9-3 0,1 0 0,7 1-6784,-46-14 6784,47 14-227,-12-3 1,-2-1 226,4 3 0,1-4 0,1 0 0,5 6 0,-22-24 0,33 21 0,-21-17 0,-3-3 0,-7-7 0,12 11 0,2 1 0,8 0 0,-26-19 0,42 27 6560,-39-35-6560,54 41 677,-10-30-677,14 20 0,-1-32 0,9 25 0,5-36 0,12 6 0,-1 18 0,2-1 0,16-23 0,-4 24 0,3 3 0,9-7 0,31-20 0,-25 26 0,3 8 0,11-5 0,-4 4-871,-13 8 1,2 1 870,19-12 0,10-5 0,-10 8 0,18-5 0,-16 15 0,0 2-1162,9-1 1162,6 6 0,3 2 0,8 1 0,-7 3 0,16-1 0,-13 3 0,-34 7 0,2 1 0,13-2 0,15-2 0,0 0 0,-14 4 0,-14 2 0,-2 2-1138,18-1 1,9-1 0,0 1 1137,-3 1 0,-1 0 0,7 3 0,10 2 0,8 3 0,1 0 0,-5 0 0,4-1 0,-5-1 0,1 3 0,-14 0 0,3 1 0,-4 1 0,-12 0 0,-5 0 0,-7 2 0,-4 1 0,5 1 0,5-1 0,7 1 0,2 1 0,9 7 0,3 2 0,-2-1 0,-8-5 0,0-1 0,-1 1 0,4 4 0,0 3 0,-14-6 0,2-3 0,7 12 1316,-51-18-1316,6 10 1023,-20-10-1023,2 19 0,-13 15 0,0 9 0,0 4 3003,-7 27-3003,-2-1 0,-1 0 0,-6 4 0,2-12 0,-2-2-6461,-9 11 6461,-1 3 0,6-36 0,-4 0 0,0-8 0,-4 2 0,-10 18 0,-5 2-627,-9-5 0,-1-4 627,12-12 0,0-2 0,-10 9 0,1-2 183,-13 8-183,1-3 0,-15 10 0,7-7 0,9-10 0,-2-2 1161,-11 9 0,-8 4 1,4-9-1162,-1-9 0,5-10 0,3-7 0,3-3-501,5-1 0,0-2 501,-9-7 0,4-3 0,-9-2 0,11-3 0,-13-1 0,8-1-1881,11-3 1,2 0 1880,-26 3 0,-6-3 0,-6-8 0,4-3-397,23 6 0,2-1 397,-19-4 0,-2-1 294,3 2 1,8 0-295,3 0 727,-15-1-727,27 5 0,16 2 0,-2 0 0,-28-1 0,16 0 0,2 1 5556,9 0-5556,-5-3 1958,31 4-1958,-25-13 1748,26 8-1748,-52-30 0,25 10 0,-8-6 0,-1-2 0,-7-7-366,10 11 0,3 2 366,13 5 0,-30-3 0,38 18 0,-14-2 0,-3 0 0,-11-1 0,8-1 0,2 0 0,-2 5 0,-8-11 0,6-11 0,-7-13 0,13-6-3271,21-31 1,4-5 3270,-21 30 0,-9 1 0,19 1 0,35-22 0,17 15 489,-2 35-489,-2-1 0,20-20 0,2-5 0,-2-6-389,14-12 0,-1 2 389,-17 18 0,-1 9 0,1 2 0,-4 4 0,34-34 0,-16 33 0,-3 5 0,1 2 0,14 3-424,-4 5 1,6 1 423,-8 7 0,6 1 0,14 0 0,11 0 0,-5 2 0,3-1 0,-2 1 0,19 2 0,-6 3 0,9-2-413,-17 4 0,2 1 413,-27 0 0,6 1 0,16 0 0,17 0 0,2-1 0,-10 2 0,13 0 0,2 0-701,-10 0 1,11 0-1,1 0 1,-12 1 700,-20 1 0,-8 1 0,7 0 0,10-1 0,9 1 0,-2 0 0,-9 2 1069,8 3 1,-1 2-1070,-12-3 0,8 1 0,-1 0 0,-9 0 0,3 3 0,3 2 0,11 3 0,17 5 0,-1 0 0,-16-3 0,-13-3 0,1 3 0,1 4 0,18 5 0,3 3 0,-6-1 0,-21-4-1505,-15 0 1,-5 0 1504,18 7 0,9 5 0,-14-4 0,10 14-98,-29 0 1,3 11-1,-5-4 98,-2-6 0,-1 1 981,18 29 1,-6 0-982,-14-2 1784,-24-33-1784,1 28 0,-5 11 0,-10-20 0,-2 1 0,5 15 0,-5 0 0,-15-10 0,-5-10 3533,1-12-3533,-31 12 0,-22 13 0,10-11 0,-4 2 0,8-16 0,-17 9 0,-3-3 0,11-12 0,9-16 0,2-6 0,-7 3 0,-5 2 0,6-4 0,5-5 0,2-2 894,-18 0 0,5-3-894,1 1 145,9-4 0,6-3 1,25 0-1,-6-3 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8:12.09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73 0 24575,'0'12'0,"0"12"0,0-11 0,0 15 0,0-17 0,2 10 0,-1-9 0,1 9 0,2 21 0,-3-16 0,7 43 0,-7-37 0,9 38 0,-9-29 0,7 44 0,-5-37-3392,0 10 0,0 3 3392,2-2-721,-3 31 0,-1 6 721,2-4 0,-3-23 0,0 10 0,0-8 0,0-19 0,0-1 0,0 37 0,0 0 0,-3 9 0,0-33 0,-1 8 0,1-6 0,0-2 0,0-3 0,-2 13 0,-2 10 0,4-8 0,-1 11 0,1-1 0,0-11 0,-1-6 0,-1 0-546,1 6 1,-1 12-1,0 1 1,2-7 545,1-9 0,1-5 0,0-2 0,-1 18 0,0 4-503,2-3 0,0 7 0,0-8 503,0-11 0,0 0 997,-1 4 0,-2 6 0,2-12-997,-1 19 0,-2 10 0,0-4 0,3-27 409,-1-3 1,0 0-410,1 3 2541,-3 30-2541,1-42-1592,-1 14 1,1 3 1591,0-6 254,-1 19 0,2-1-254,1-28 158,-1 3 1,-1-1-159,3-12 118,-3 25-118,3-39 6277,0 21-6277,0-29 1180,0 15-1180,0-26 0,0-2 87,0-7 0,0-3 0,0 0 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8:15.21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 24575,'5'4'0,"7"0"0,0-1 0,15 2 0,-7 0-9831,26 0 8341,-10 0 4209,27 1-2719,2-2 0,14-1 0,-4 0 0,-3-1 0,8 0-556,-1 0 1,16 0 0,8 0 0,-2 0 0,-9 0 555,-13 0 0,-7 0 0,1-1 0,9 1-431,-5-1 0,9 0 1,4 0-1,3 0 1,-2 1-1,-3-1 0,-8 1 431,15 2 0,-8 0 0,0 0 0,12 0 0,-18-1 0,9-1 0,5 0 0,4-1 0,0 1 0,-4 0 0,-5 0 0,-9 1 0,15 1 0,-13 0 0,2 1 0,15-1-200,-20-2 1,10 0 0,8 1 0,5-1 0,4 0 0,0 0 0,-2 0 0,-3-1 0,-8 1 0,-9 0 199,18 1 0,-11 0 0,-5-1 0,3 1 0,12 0 0,-15-2 0,9 1 0,6 0 0,4 0 0,0 0 0,-2 0 0,-5 0 0,-7-1 0,-9 1 0,19 0 0,-14-1 0,-2 1 0,8 0 0,-5-1 0,9 1 0,2 0 0,-1-1 0,-7 1 0,-12-1 0,2 1 0,-11 0 0,5-1 212,16 0 1,9 1-1,-2-1 1,-17 0-213,-12 1 0,-5 0 602,14-2 1,7 0-1,-14 0-602,4 0 0,-4-1 0,-14 0 0,-47 0 0,2-1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8:37.30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60 711 24575,'-4'-3'0,"1"-1"0,-1 3 0,2-3 0,1 3 0,-1-3 0,2 1 0,-3 1 0,2-1 0,-2 2 0,3-2 0,-2 1 0,1 0 0,-1-1 0,0 1 0,-3-1 0,3-1 0,-5 1 0,4-1 0,-2-1 0,3 1 0,-1-1 0,2 2 0,0-4 0,1 1 0,1-1 0,0 0 0,35-70 0,-23 50 0,9-23 0,1 3 0,-11 31 0,6-17 0,-7 19 0,16-17 0,-17 17 0,26-22 0,-24 26 0,18-17 0,-16 16 0,16-15 0,-12 12 0,20-12 0,-18 16 0,25-15 0,-24 14 0,42-19 0,-36 20 0,34-10 0,-38 15 0,8-1 0,-14 4-6784,36-7 6784,-29 6 0,50-10 0,-54 9 0,21-1 0,-23 3 0,52 2 0,9 1 0,-24-2-160,35 3 0,-5 2 160,-54-1 6625,29 4-6625,-34-3 0,29 5 0,-28-4 0,21 7 0,-28-7 479,10 6-479,-19-8 0,10 7 0,-12-7 0,10 9 0,-13-7 0,9 5 0,-13-6 0,7 3 0,-3 0 0,7 7 0,-3-4 0,6 6 0,-7-11 0,8 8 0,-10-6 0,8 1 0,-11-4 0,3-1 0,-5-4 0,0 1 0,-1-4 0,-1 1 0,4 1 0,-4-1 0,1 2 0,-1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9:01.31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2017 33 8191,'-70'-7'0,"18"1"0,-1 0 4683,-26 2-4683,24 1 0,1 0 0,-22 0 0,5 3 2203,-7 0-2203,26 2 0,-3 1 0,5 1 0,-4 1 0,-43 6 0,-2 1 0,42-4 0,1 1 0,-10 2 0,-5 2 0,10-1-2400,-14 6 2400,22-5 0,2 2 0,-7 9 1647,-8 6 0,0 2-1647,-3 7-43,1-2 1,7 0 42,28-6-3552,-22 43 3552,29-36 2040,8 12 1,7 0-2041,13-15 992,22 56-992,1-56 0,22 5 0,20 8 0,-6-7 0,-11-11 0,0-3-314,13 7 1,6 4-1,-5-7 314,-12-9 0,2-4 1051,13 1 0,8 1 0,-3-2-1051,0 0 0,3 1 0,0-2 0,10 3 0,2-1 0,-11-3-1875,7 0 0,4 0 1875,-13-3 0,13 3 0,4-1 0,-1 0 0,-9-2-1054,3 0 0,-7-2 0,10 1 1054,3 0 0,14 2 0,3 1 0,-4-2 0,-13-3 0,-10-2 0,-9-3 0,10 0 0,8 0 0,15-1 0,4 1 0,-7-2 0,-14-2 0,12-1 0,-2-3 0,-17 0 0,14 0 0,4-2 0,-7 1 0,-15-2-117,1-2 1,-4-3 116,12-4 0,7-3 0,-13 1 0,-26 4 0,-6-1 0,19-9 0,-7-1 1605,-14 0-1605,16-37 3180,-39 38-3180,6-52 4833,-26 59-4833,-2-28 2483,0 33-2483,-5-8 0,2 9 0,-2-2 0,1 6 0,2 3 0,1 3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9:02.67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1111 376 9394,'-76'-29'0,"8"4"5118,17 8-5118,2 1 2633,-3 3-2633,0-1 0,-3 0 0,-11 1 0,4-1 0,-1 1 0,-10 1 0,9 0 0,5 2 0,23 7 1556,-30-2-1556,34 5 5874,-23 2-5874,35 1 0,-23 12 0,29-6 0,-11 9 0,18-9 0,-1 8 0,1-3 0,2 19 0,3-16 0,9 27 0,2-20 0,32 54 0,-11-37-459,10 11 1,4 0 458,4-3 0,5-3 0,2 0 0,9 0-1235,0-6 0,15 8 1,-6-6 1234,-7-7 0,-2-2 0,-5 0 0,4 2 0,5-1 0,18 2 0,6-3 0,0-2 0,-8-5 0,-1-3 0,4 1 0,-13-1 0,1 2 0,3-1 0,3-2-914,-1-4 1,5 0 0,1-2 0,-4-1 0,-8-2 913,0 0 0,-8-1 0,8-2 0,19 2 0,12 1 0,0-2 0,-11-2-418,-21-2 0,-6-2 0,8-1 418,6-3 0,13-1 0,3-1 0,-4-1 0,-13 0 0,-10-1 0,-9 0 0,8-2-499,13-2 0,12-2 0,4 0 0,-3-1 0,-14-1 499,-8 0 0,-10 0 0,6-3 0,8-1 0,6-3 0,0 0 0,-8 1 816,20-7 1,-1-5-817,-17 1 0,9-6 0,-2-2 0,-14 6 0,-5 0 0,-5 0 961,10-6 1,6-4 0,-19 5-962,-19-6 1507,-11-18-1507,-12 14 0,-23-37 0,-9 34 0,-10 4 0,-6-1 3912,-19-9-3912,-19-6 0,-8 0 0,25 22 0,-7 0 0,-8-2 0,-15-5 0,-2 0 0,11 8 0,-4 3 0,-1 4-612,7 2 0,-9-2 0,1 2 0,11 7 612,8 8 0,0 5 0,-17-2 0,-10 2 0,5 1 0,-2 2 0,-1 3 0,-8 0 0,-9 3 0,10-1 0,9 2 0,2 0 0,9 2 0,-4 1 0,7 0-2146,9-3 1,3 1 2145,-11 4 0,-8 2 0,9-1 0,-9 0 0,-3 0 0,3 1-860,-14 1 1,3 1 0,-3 0 859,12-1 0,-3-1 0,1 1 0,2 0-150,-15 1 0,2 1 0,16-2 150,-13 2 449,15-2 0,4 0-449,13 0 1939,-4 0 0,2 2-1939,13-2 3944,-41 16-3944,70-18 2375,0 1-2375,13-6 1056,1 2-1056,1-1 0,-1 6 0,2-6 615,1 7-615,1-6 0,-2 7 0,2-8 0,-2 4 0,2-6 0,0 1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8:38.63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1 454 24575,'1'-3'0,"0"0"0,2-1 0,-1-1 0,1 1 0,5-4 0,-2 3 0,12-7 0,-8 4 0,31-20 0,-23 14 0,47-27 0,-31 20 0,29-10 0,5-1 0,-9 5 0,2 1 0,13-3 0,-9 6 0,16 1-804,6-3 0,0 1 804,-13 10 0,-16 6 0,-1 0-266,0 0 266,0 3 0,0 1 0,13 1 0,-18-1 0,-1 0 0,1 4 0,3-1 0,-2 1 0,-6 1 0,24-1 0,2 2 0,-16 3 0,-3-3 0,-2 0 0,-9 6 0,43 2 0,-47-4 0,22 4 0,1 1 0,-8 0 792,-3-1 1,-2-1-793,-15-3 289,4 2-289,-26-7 0,8 4 0,-9-3 0,4 1 0,-7-2 0,-3-1 0,-3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8:39.51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 24575,'2'3'0,"0"7"0,2-5 0,13 32-8503,-7-21 8503,10 23 1719,-9-22-1719,-2 1 0,2 0 0,0 0 0,24 41 0,-19-28 0,26 46 6784,-33-51-6784,12 13 0,-12-18 0,4 20 0,-5-17 0,1 23 0,-4-27 0,1 6 0,-4-1 0,6 4 0,-5 0 0,4 2 0,-7-18 0,3 7 0,-2-9 0,0 14 0,-1-12 0,-2 17 0,0-15 0,0 8 0,-3-10 0,-2 11 0,0-4 0,-18 27 0,-2 3 0,6-9 0,-5 5 0,1-4 0,13-24 0,6-8 0,-1-1 0,-1 4 0,1-4 0,0 2 0,3-6 0,1 0 0,1-2 0,1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8:41.58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2180 676 24575,'-13'-2'0,"-3"0"0,5 2 0,-5 0 0,3 0 0,-12-2 0,7 1 0,-7-1 0,-5 2 0,5 0 0,-6 0 0,-34-3 0,-28-2 0,-4 1-1696,16 2 0,-4 2 0,0-1 0,0 0 1696,3-1 0,0-1 0,2 0 0,0 1-376,-26 1 1,2 2 0,29 2 375,36 5 0,16-3 0,-32 11 0,33-8 0,-43 24 0,40-17 0,-18 19 771,19-14-771,-13 28 0,-1 6 0,-4-2 0,-3 16 0,3 0 0,11-22 0,5 2 0,3-1 0,0-6 0,-2 9 0,2-1 0,8-15 0,-7 19 0,1 0 0,10-21 6608,-13 45-6608,18-51-6253,0 50 6253,6-47 0,8 59 0,-1-63 0,26 52 0,19-13 0,4 4-171,-15-31 0,0-5 171,1-4 6615,17 9-6615,10-4 0,9 0 0,2-4 0,3-1-1421,-21-3 0,2 2 0,7-3 1421,12-2 0,9-1 0,0-3 0,-11-3 0,0-1 0,3-1 0,-13-2 0,13 3 0,4 0 0,-5-2 0,-12-2 0,10-2 0,-2-2 0,-3 1 0,10 1 0,-1 0 0,-11-2 0,-6-1 0,3-1 0,16 0 0,18 0 0,1-1 0,-16-1 0,-10-1 0,1-1 0,7 0 0,15 0 0,0 0 0,-16-1 0,-8 0 0,-5-2-739,11 0 0,7-1 0,-10 0 739,-17 2 0,1-1 0,7 1 0,12 1 0,2-1 0,-11 1 0,9-1 0,6 0 0,-12 0 0,17 0 0,9 0 0,1 1 0,-9-1 0,-15 0-759,-10 0 0,-11 0 1,8-1 758,11 0 0,13-1 0,3 0 0,-9 0 0,-18 0 0,30-4-652,-8-4 1,0-1 651,-38 5 0,-1 0 904,36-7 1,-3-1-905,-1-5 683,-17-5 0,-5-6-683,-5-16 1529,-17 14 1,-4-6-1530,-17-12 0,-9-2 0,6-14 726,-16-1 1,-5 2-727,-5 9 0,-5 3 0,-2 0 0,-5 5 0,-7-4 0,-9-11 0,2 7 0,8 15 0,-4 0-430,-20-25 0,-12-9 0,6 10 430,16 22 0,-1 3 0,-14-8 0,-7-3 0,3 5 0,8 7 0,-5 1-979,-6-1 0,-13-5 1,-2 0-1,6 3 979,5 4 0,5 3 0,-10-3 0,-3 1 0,-11-5 0,-3-1 0,2 2 0,9 6 0,2 0 0,7 4 0,-9-1 0,0 4 0,-10-3 0,-4 1 0,0 2 0,5 4-1027,1 3 1,3 4 0,-1 1 0,-6 1 1026,9 1 0,-5 1 0,-3 0 0,0 0 0,2 2 0,7 0-369,-9 0 0,5 1 1,3 1-1,-2 2 369,-8 3 0,-2 1 0,5 2 0,15 2-763,15 1 0,8 2 763,-10 2 0,5 1 1967,1 3-1967,-12 12 0,-16 19 3348,2 10-3348,22-9 2785,26-7-2785,21-20 6631,4-4-6631,-8 14 0,11-15 0,-9 13 463,9-14-463,0 3 0,0-5 0,-3 12 0,1-12 0,-10 27 0,12-23 0,-14 27 0,14-24 0,-5 5 0,8-12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9:26.73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134 0 24575,'-26'22'0,"-1"-1"0,2 15 0,2-1 0,4 16 0,9-12 0,6 1 0,4-11 0,0 1 0,18 25 0,-4-15 0,27 16 0,8-2 0,-6-16 0,2 0 0,1-5 0,-6-22 0,27 0 0,-1-2-581,-5-6 0,1-1 581,22-1 0,-8-5 0,0-1 0,6-6 0,-16 2 0,-1-1 0,1-6 0,5-12 0,-1-2 0,-11 2 0,2-8 0,-8-1 0,-33 14 0,7-19 0,-23 27 0,0-21 0,-7 20 0,-7-12 0,4 17 1162,-9 4-1162,9 8 0,-12 10 0,8-2 0,-14 18 0,13-10 0,-18 26 0,17-23 0,-11 27 0,17-30 0,-3 28 0,9-30 0,-2 13 0,4-22 0,-2 0 0,3 1 0,-1-2 0,2-1 0,-3-1 0,1-3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9:28.22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97 24575,'0'5'0,"0"8"0,1-1 0,0 6 0,1-4 0,-2-3 0,0 5 0,1 0 0,0 2 0,7 20 0,-4-16 0,16 22 0,-11-30 0,13 3 0,-13-15 0,7-5 0,-6 0 0,14-12 0,0-1 0,10-10 0,0-3 0,17-16 0,-17 15 0,15-18 0,-31 28 0,12-16 0,-17 16 0,6-9 0,-12 16 0,-1 0 0,-5 6 0,1 5 0,-2 0 0,2 6 0,-2 4 0,0 4 0,0 19 0,0-9 0,0 33 0,2-24 0,-1 42 0,1 5-622,1-17 622,-1 24 0,0-3 0,1-39 0,0 24 0,-1-39 0,-3 9 0,0-21 0,-2 8 0,1-13 622,-5 1-622,3-3 0,-8 3 0,3-7 0,-12 5 0,9-7 0,-13 0 0,14-3 0,-11-1 0,12-1 0,-5-2 0,10 2 0,-3-2 0,6 1 0,0-10 0,3 5 0,6-11 0,-3 8 0,14-18 0,-5 8 0,13-15 0,-11 16 0,27-16 0,-21 21 0,16-9 0,-20 15 0,36-12 0,-31 11 0,54-15 0,-60 19 0,16-4 0,-26 9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9:28.772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 24575,'0'2'0,"0"-1"0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9:29.22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19 24575,'7'-2'0,"-1"2"0,6-2 0,9 0 0,-6 2 0,26-5 0,-12 3 0,11-1 0,-8 1 0,10 2 0,-9 0 0,33 0 0,-25 0 0,57 0 0,-36 2 0,5-1 0,1-1 0,-7 3 0,1-1 0,-3 0 0,-24 0 0,45 4 0,-55-5 0,13 0 0,-28-1 0,-2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9:29.67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5 24575,'4'0'0,"1"0"0,-1 0 0,3 0 0,-2 0 0,13 0 0,1 0 0,22-2-6784,-6 1 6784,1-1 0,-8 2 0,19 0 0,-15 0 0,40 3 0,-35-3 0,49 5 0,-34-4 0,42 1 0,-41-2 0,46 2 0,-52-1 0,42-1 6784,-58-1-6784,13-2 0,-28 3 0,-4 0 0,-8 0 0,-2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9:30.67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149 0 24575,'-4'10'0,"2"0"0,-4 12 0,3 0 0,-4 3 0,0 16 0,2-16 0,-2 17 0,2-9 0,-5 29 0,-3 1 0,2 17 0,0-27 0,5 3 0,1-3 0,-1-14 0,1 14 0,0-2 0,3-31 0,-4 24 0,5-21 0,-6 15 0,6-21 0,-4 14 0,3-23 0,0 15 0,0-19 0,1 4 0,1-4 0,-2-1 0,2-2 0,3-5 0,2-4 0,0-2 0,5-4 0,-3 3 0,11-7 0,50-29 0,-26 22 0,6-4 0,-1 1 0,-7 13 0,45-17 0,-43 22 0,49-8 0,-59 16 0,38-3 0,-47 6 0,18 3 0,-32 1 0,5 11 0,-9-7 0,2 11 0,-3-4 0,0 2 0,-1 1 0,1-3 0,-2 16 0,3 7 0,-2-7 0,0 5 0,-3-26 0,-4 5 0,0-8 0,-5 3 0,2-7 0,-15 2 0,7-5 0,-10 2 0,8-3 0,-21-2 0,0 2 0,-40-5 0,36 3-6784,-27-1 6784,48 1 0,-26 2 0,27-2 0,-9 1 0,19 0 0,3 1 0,4 0 0,1 0 0,0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9:32.51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289 0 10304,'-12'68'0,"1"3"5068,6-18-5068,-2 12 1971,-2 10-1971,4 6 313,-4 4-313,5-9 0,0 4 0,-2-16 0,-1 7 0,2 6 0,0 14 0,0 1 0,0-9 0,-3 13 0,1 3 0,4-22 0,-1 12 0,0 4 0,0-4 0,1-13 499,-2 15 1,1 0-500,0-1 0,1 14 0,0-1 0,0-13 0,-1 1 0,0-2 0,0 9 0,0 8 0,1-13-556,1-25 1,-1-5 555,-2 18 0,-1-3 193,3-26 1,0-1-194,-5 18 0,-1-1 0,-1 24 0,2-37 0,-1-4 0,3-5 0,-4 3 0,2 1 0,3-4-3757,-6 38 3757,9-60-1619,-1 26 1619,1-26 174,-1 16 1,3-32 0,0-4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3:59:33.27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478 0 24575,'-2'8'0,"-3"5"0,0 2-9831,-4 21 8341,1-7-665,-4 25 2155,0 4-293,2 4 0,-3 13 0,1-4 293,0-3 0,0 3-677,0 20 1,0 11 0,1-15 676,2-32 0,1 2 97,0 27 1,1 22 0,-1 2 0,2-17-98,-2-8 0,1 1 128,1-6 0,-1 16 1,0 4-1,0-5 1,2-16-129,0 0 0,1-3 289,-1-3 1,-1 10-1,0 0 1,1-12-290,2-4 0,-1-1 610,-4 24 0,-3 11 0,2-15-610,5-32 0,-2-2 693,-6 16 0,-4 9 1,1-13-694,-4 10 1513,0-10 1,0-7-1514,8-29 2908,-12 19-2908,16-29 637,-8 8 1,13-19 0,-1-1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02:46.72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 24575,'0'5'0,"0"0"0,0 2 0,0 3 0,0-2 0,0 3 0,8 17 0,-3-9 0,17 31 0,-8-24 0,21 26 0,2 2 0,-9-11 0,10 2 0,19 17 0,9 7 0,-3-3 0,-12-14-1834,-4-6 0,1 0 1834,7 7 0,14 12 0,4 5 0,-4-5 0,-13-13-2785,0-2 1,-5-7 2784,11 11 0,-2-1-194,-17-16 1,0 4 193,6 13 0,4 9 0,-6-8 0,-9-14 0,0 0 0,11 21 0,5 8 0,-17-18 0,-23-29 0,-1 23 0,-12-31 2369,-7 12-2369,1-18 6550,-17 5-6550,2-7 705,-17 9-705,6-3 0,-14 17 0,18-11 0,-15 23 0,18-17 0,-35 54 0,21-25 0,-5 20 0,3 2 0,5-6-296,6-4 1,4-2 295,12-13 0,-7 46 0,16-34 0,-6 37 0,12-20 0,-4-21 0,4-4 0,-2-29 0,0-12 0,0 8 0,0-15 0,-3 3 591,1-8-591,-3 2 0,1-2 0,-1 2 0,2-2 0,-1-1 0,3-1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01:16.66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2269 1114 24575,'-2'6'0,"-3"-2"0,3 1 0,-5 0 0,5-1 0,-8 2 0,5-3 0,-6 1 0,3 0 0,-10 5 0,-2 1 0,-23 13 0,15-12 0,-29 14 0,34-18 0,-21 10 0,26-12 0,-19 10 0,13-7 0,-32 17 0,30-14 0,-35 16 0,35-17 0,-39 12 0,30-8 0,-36 7 0,34-12 0,-21 3 0,28-6 0,-53 1 0,49 0 0,-47-5 0,22-6 0,1-3 0,-17-7 0,15 5 0,6-1 0,20 0 0,22 6 0,4 2 0,-1-2 0,-1 0 0,-19-5 0,12 5 0,-28-7 0,27 8 0,-21-5 0,21 5 0,-18-5 0,19 5 0,-24-7 0,22 3 0,-21-5 0,28 5 0,-10-3 0,12 4 0,-67-38 0,48 25 0,-33-21 0,1-2 0,34 17 0,-12-9 0,2-1 0,14 13 0,-16-24 0,21 25 0,-15-28 0,18 21 0,-8-29 0,15 28-6784,2-31 6784,4 29-19,13-56 19,4 43 0,2-4 0,3 0 0,7 11 0,20-29 0,-18 39 0,38-26 0,-21 22 0,35-15 0,-34 16 0,36-6-438,-15 6 438,-17 11 0,0 2 0,14-6 6436,25 1-6436,-55 12 27,47-4-27,-45 8 0,27 0 0,-18 3 0,44 3 0,-31-3 653,21 5-653,-44-1 125,-3 1-125,3 2 0,1-3 0,32 10 0,10 2 0,-22-4 0,2 0 0,22 3 0,2 3-446,-8 1 0,-9 0 446,-14-2 0,34 12 0,-56-14 0,9 9 0,4 10 0,12 23 0,-16-18 892,-4 27-892,-26-41 0,6 40 0,-9-27 0,3 40 0,-4-39 0,-2 16 0,-1-15 0,-2-10 0,0 43 0,-3-7 0,1 2 0,-3 5 0,0-46 0,-20 64 0,10-51-6784,-13 37 6784,16-54 0,1-5 0,4-5 0,-9 9 0,6-9 0,-3 4 0,0-5 0,-10 6 6784,9-5-6784,-19 10 0,25-13 0,-15 9 0,11-9 0,-8 8 0,9-9 0,0 1 0,4-4 0,0-1 0,3 0 0,-1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01:17.94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1248 933 22923,'-11'17'0,"5"-3"0,-9-2 0,8-4 0,-12 6 0,5-6 809,-8 6-809,-35 10 277,22-11-277,-52 13 140,49-18-140,-34 4 426,35-7-426,-24 4 0,34-8 0,-24 6 0,30-6 0,-40 3 0,36-2 0,-37-1 0,44 0 0,-20-1 0,26 0 0,-15-1 0,17 0 0,-16-6 0,18 4 0,-18-9 0,19 8 0,-8-7 0,6 7 0,5-3 0,-13-5 0,-18-33 0,7 15 0,-25-38 0,34 40 0,-30-34 0,29 35 0,-16-22 0,24 34 0,-4-20 0,9 21 0,-3-20 0,6 18 0,-3-29 0,4 23 0,-1-22 0,4 30 0,0-15 0,2 12 0,10-38 0,-3 28 0,11-29 0,-7 28 0,18-27 0,-6 17 0,23-26 0,-22 33 0,38-24 0,-38 35 0,18-11 0,-33 24 0,-4 2 0,-3 5 0,0-3 0,-3 2 0,-1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01:21.20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670 99 24575,'-3'-1'0,"-1"0"0,1 0 0,-3 1 0,1 0 0,-3 1 0,-2 1 0,2 1 0,-6 2 0,-40 23 0,24-13 0,-40 23 0,45-25 0,-34 13 0,24-11 0,-14-1 0,-1-2 0,9-2 0,-40 3 0,58-11 0,-21 0 0,27-2 0,-8 0 0,21-1 0,2-3 0,4 0 0,1 1 0,1-2 0,0 3 0,8-11 0,-4 4 0,23-21 0,-17 14 0,29-21 0,3-1 0,-17 14-6784,46-34 6784,-63 49 0,2-2 0,1 4 0,2-7 0,-8 10 0,-2-1 0,-9 8 0,-1 2 0,-3 1 0,-17 28 6784,6-17-6784,-38 47-6784,31-43 6784,-15 19-4537,23-29 4537,-4 7-1242,7-11 1242,-2 6 0,14-13 0,19-10 0,-4 3 0,14-10 3921,0 5-3921,-6 0 5864,29-15-5864,-25 13 2778,36-21-2778,-44 25 0,14-9 0,-25 15 0,-3-1 0,1 0 0,-2 0 0,-2 2 0,-3-2 0,-1 2 0,-5 0 0,0 3 0,-23 12 0,14-5 0,-26 18 0,27-14 0,-14 10 0,22-14 0,-9 5 0,14-8 0,-2 1 0,9-2 0,21 7 0,-2-4 0,18 2 0,-11-6 0,-1-2 0,3 0 0,-1 0 0,44-11 0,-32 6 0,46-21 0,-60 14 0,10-12 0,-32 15 0,2-3 0,-9 8 0,-20-12 0,12 10 0,-65-1-6784,46 10 6784,-42 5 0,42-2 0,-38 10 0,5-1 0,4-1 0,1 2-4537,-2 0 4537,-6 2-2360,48-10 2360,3-5 3368,1 3-3368,6-3 0,0 2 0,7-3 5036,13 8-5036,-4-7 0,11 6 5277,-8-7-5277,12-2 0,-6-2 0,13-2 0,-16-3 0,0 1 0,-3-2 0,17-11 0,-14 8 0,11-7 0,-23 12 0,-4 4 0,-2 1 0,-2 1 0,-3-2 0,1 2 0,-19 0 0,8 3 0,-79 19 0,62-14 0,-50 13 0,52-12 0,48 9 0,-18-3 0,44 0 0,-14-10 0,0-5 0,18 0 0,21-3 0,1-3-6784,-11 2 6784,-20-3-3536,-25 5 3536,-1-2-42,-5 0 42,-4 0 0,-7-3 0,-18-4 0,5 2 0,-41-2 3520,31 8-3520,-55 14-4479,51-5 4479,-21 10 0,35-10 0,-8 5 0,15-4 0,-7 4 4537,17-8-4537,9 4 0,14 2 0,1 0 6784,50 2-6784,-35-9 0,28 2 0,-37-4 0,35-10 0,-24 2 0,19-8 0,-37 8 0,-17 3 0,-1 3 0,-5-1 0,2 1 0,-4 0 0,0 0 0,-1 2 0,-2 0 0,1 0 0,-3 0 0,3 0 0,0 0 0,2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01:22.44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651 0 24575,'-52'17'0,"7"-3"0,28-10 0,-1 2-9831,1-1 8341,-43 13 4308,30-11-2818,-66 17 1719,70-15-1719,-50 10 0,21 9 0,8-11 0,-13 16 0,43-23 0,-2 2 6784,6-3-6784,13-6 0,-3 3 0,9-5 0,-1 2 0,35 3 0,7 0 0,26-3 0,22-1 0,-10 0-1670,-27 0 1,2-1 1669,24-1 0,18-1 0,1-1 0,-20 1 0,-21-1 0,-4-1 0,15-1 0,7 0 0,-12-1-5678,11-3 5678,5-6 0,-41 8-1266,18-13 0,17-8 1,-13 5 1265,1 3 0,33-15 0,-22 3 0,-73 27 1493,0-3-1493,-6 3 4537,0-1-4537,-3 3 6784,-14 1-6784,1 1 0,-63 8 0,25-4 0,-24 5 0,32-7 0,8-2 0,-2 0 0,-24 4-6784,28-3 6784,-9 3 0,24-2 0,-12 0 0,19 2 0,-7-1 0,23-2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01:24.51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847 178 24575,'-8'-8'0,"-2"-2"0,-2 4 0,1 1 0,-8 0 0,8 4 0,-14-1 0,-15 4 0,7 3 0,-28 7 0,28-1 0,-20 7 0,-2 1 0,6 0 0,-8 1 0,3-1 0,23-7 0,-10 4 0,27-11 0,-6 5 0,11-5 0,-2 0 0,8-2 0,3-4 0,3 1 0,2-8 0,4-1 0,3-6 0,16-15 0,3-2 0,33-23 0,-19 18 0,-1 9 0,-1 4 0,-2 2-6784,20-3 6784,-33 17 0,24-3 0,-25 5 0,10-2 0,-30 5 0,-7 3 0,-6 6 0,0 0-4537,-2 6 4537,-43 36 4537,22-23-4537,-35 30-4537,29-32 4537,4-4-124,-38 23 124,-6-5 0,25-14 0,-2 0 0,2-1 0,3-3 0,-10-1 4475,-4 6-4475,48-19 0,-7 4 0,21-9 0,6-1 0,6-9 6692,4 4-6692,12-10-6506,-7 7 6506,9 0-4537,-7 0 4537,2 4 0,13-5 0,16 2 0,-19 0 0,-1 2 0,-39 5 0,-6 1 0,-2 0 4537,-4 2-4537,-27 5 6784,12 0-6784,-33 10 0,34-7 0,-11 8 0,27-13 0,-10 10 0,16-10 0,-8 8 0,10-7 0,1 2 0,1-5 0,2 2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01:28.04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0 24575,'4'0'0,"-1"2"0,5 0 0,-2 1 0,14 9 0,-8-5 0,11 7 0,-8-3 0,5-2 0,1 5 0,20 12 0,3 3 0,-5-1 0,9 5 0,-2 1 0,-19-10 0,7 7 0,-3 13 0,-9-8 0,-4 15 0,-10 21 0,-10-24 0,-1 37 0,-2-48 0,-5 36 0,4-34 0,-7 33 0,5-38 0,-10 26 0,9-30 0,-9 24 0,0 1 0,7-15 0,-15 31 0,-1-1 0,12-33 0,-5 10 0,0-1 0,7-16 0,-16 29 0,11-24 0,-6 14-6784,9-26 6784,5-3-820,4-14 820,2 3 0,3-5 0,4 0 0,3-3 0,4-1 0,23-3 0,-21 3 0,15-3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07:30.52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0 24575,'0'0'0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07:37.59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24575,'0'0'0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15.69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0 705 24575,'4'-9'0,"1"1"0,4-6 0,5-1 0,5-9 0,6 2 0,18-11 0,27-7-266,-15 7 1,10 1 265,-3 9 0,6 3 0,-2 0-1000,9-7 1,1 3 999,-5 10 0,5 2 0,-9 4 0,-14 4 0,-2 3 0,19-3 0,1 1 0,-13 2 0,10 2 0,9 2 0,19 1 0,8 1 0,-2 0 0,-14-1-878,-8-2 0,-8 0 0,13-1 878,-2 2 0,17 0 0,9 0 0,3 0 0,-3 0 0,-11-1 0,-18-2-1330,-6 0 0,-13-2 1,9-1 1329,5-1 0,11-1 0,8-1 0,-1-1 0,-6 1 0,-13-1 0,-2 0 0,-10-1 0,9-1 0,5-3 0,12-3 0,3 0 0,-3-1 0,-12 2 0,23-5 0,-3 0 0,-22 3 0,7-1 0,-1 0 0,-10 3-53,3-1 1,-1 1 52,17-1 0,10-1 0,-10 3 0,-19 5 0,-1 1 0,9-2 0,6 0 0,-15 3 0,-1 2 0,-7 0 0,-57 4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1.96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24575,'6'0'0,"4"0"0,-3 0 0,9 0 0,8 5 0,-3-2 0,20 7 0,-10-1 0,21 7 0,-16-1 0,19 23 0,-30-13 0,18 50 0,-30-37 0,-4 10 0,-5 3 0,-15 2 0,-14 36 0,3-48 0,-19 13 0,17-33 0,-21 11 0,24-18 0,-7-2 0,20-9 0,0 0 0,6-7 0,4-14 0,-2 7 0,4-9 0,-4 16 0,2 0 0,1-5 0,2 4 0,6-12 0,-5 13 0,1-5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2.67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58 0 24575,'-4'2'0,"1"0"0,0 2 0,1-2 0,-2 4 0,0-4 0,2 6 0,-4 2 0,3 2 0,-4 18 0,3-13 0,-2 32 0,2-27 0,1 30-6784,0-31 6784,3 12 0,2-18 0,6 41 0,-3-29 0,12 35 0,-8-43 0,9 7 6784,-6-13-6784,32 20 0,-23-24 0,27 12 0,-37-19 0,8-3 0,-14 0 0,6-5 0,-6 2 0,0 0 0,-3 1 0,2 2 0,-2-2 0,2 2 0,-2-2 0,3 1 0,-3 0 0,4-4 0,-4 5 0,0-2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3.17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83 1 24575,'-7'6'0,"-1"-1"0,2 1 0,-9 8 0,9-5 0,-11 13 0,14-10 0,-7 5 0,3 28 0,4-24 0,3 53 0,6-48 0,8 31 0,-3-29 0,18 28 0,-12-25 0,29 34 0,-26-43 0,50 22-6784,-47-36 6784,25 6 0,-33-14 0,0-10 0,-2 4 0,7-23 0,-12 16 0,8-14 6784,-9 18-6784,5-9 0,-5 9 0,0-5 0,-4 9 0,-1 1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4.14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83 117 24575,'-15'8'0,"6"-3"0,-3 8 0,6-5 0,-1 3 0,-1 0 0,3 2 0,-5 10 0,5 5 0,0-1 0,5 0 0,10 10 0,7-7 0,0 8 0,13-4 0,-14-21 0,22 11 0,-19-18 0,9 5 0,-14-11 0,5 2 0,-5-2 0,23-6 0,-18 0 0,19-17 0,-30 9 0,4-20 0,-11 19 0,1-20 0,-4 21 0,-25-52 0,16 39 0,-39-50 0,36 57 0,-22-16 0,24 30 0,-8-5 0,12 10 0,-3-3 0,4 4 0,2 0 0,1 2 0,6 0 0,5 2 0,3-1 0,59 3 0,-25-4 0,13 1 0,2-1 0,-3-5 0,37 0-6784,-40-6 6784,14 2 0,-21-2 0,18-5 0,0 0 0,-20 4 0,16-4 0,-17 0 0,-43 11 0,-19-1 0,0-1 6784,-36 2-6784,18 1 0,-18 12 0,0 3 0,18-3 0,-39 24 0,72-25 0,12 15 0,-1-13 0,14 14 0,-6-14 0,18 17 0,-7-15 0,22 21 0,-15-13 0,14 14 0,-25-14 0,1 3 0,-20-17 0,-13 7 0,3-9 0,-26 3 0,19-6 0,-22 0 0,20-2 0,-7 2 0,12-2 0,3-1 0,2-2 0,4-19 0,4 12 0,8-24 0,0 22 0,41-49 0,-36 46 0,27-31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4.64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256 1 24575,'-17'12'0,"-1"3"0,-6 7 0,2 2 0,-5 11 0,4 1 0,-5 41 0,1 7-1316,3 0 1316,9-19 0,-1 10 0,5-13 0,8 1 0,8-9 0,3-2 0,3-8 0,28 41 0,-13-51 0,20-2 0,5-6 0,-7-14 0,52-3 0,-60-23 0,24-21 0,-17-19-404,15-22 404,-28 0 0,-8 13 1288,-17 12-1288,-15-22 0,-2 15 0,-2 9 0,-3 1 0,-10-2 0,-14-8 0,14 34 0,0 2 0,11 13 0,-21-5 0,6 7 432,-36 1-432,32 6 0,-12 9 0,29-5 0,-9 12 0,16-10 0,-6 13 0,14-14 0,1 6 0,3-7 0,4 1 0,-4-2 0,2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5.02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13 0 24575,'-6'6'0,"2"0"0,2-2 0,2-1 0,0 1 0,2-2 0,-2 2 0,13 0 0,-4 1 0,27 1 0,-6-1 0,45 0 0,-23-1 0,7-3 0,1 0 0,4-1 0,16-2 0,2-2 0,2 3 0,-10-2 0,21 0 0,2 0 0,-18 1-1070,-19 1 1,-2 1 1069,33-2 0,11-1 0,-25 1 0,-36 1 0,-8-1 0,-7-1 0,-6 1 0,-7-1 0,-6-1 0,-3 2 0,-6 0 0,2 0 0,-2 2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5.34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81 24575,'63'3'0,"20"2"0,-44-4 0,31 2 0,-39-3 0,18 0 0,1 0 0,-7-2 0,28-5 0,-49 1 0,21-10 0,-32 8 0,3-10 0,-10 11 0,-4-3 0,0 7 0,0-1 0,0 0 0,0 0 0,0 2 0,0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5.67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17 0 24575,'-10'42'0,"3"-8"0,7-11 0,3-2 0,-1-3 0,3 4 0,-3-3 0,6 25 0,-2-15 0,6 30 0,-6-33 0,7 32 0,-7-33 0,10 29-6784,-8-35 6784,4 11 0,-1-6 0,11 10 0,-9-11 0,9-1 0,-16-20 0,6-2 0,-3-4 0,1 1 0,0-5 0,0 1 6784,1-1-6784,18-22 0,-10 11 0,6-8 0,-16 17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6.34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30 1 24575,'-6'2'0,"2"2"0,-2 2 0,1 5 0,1 3 0,1 0 0,1 8 0,2-2 0,0 3 0,16 31 0,-5-20 0,20 34 0,-14-41 0,6 10 0,-8-21 0,4 2 0,-4-9 0,37-8 0,-30-4 0,43-25 0,-49 12 0,14-17 0,-17 15 0,12-23 0,-9 13 0,12-31 0,-21 38 0,3-10 0,-10 25 0,0-2 0,-2 6 0,2 4 0,-2 3 0,0 11 0,1-2 0,-1 57 0,2-39 0,2 26 0,2 20 0,-1-11-1382,2 12 1382,0-14 0,1 11 0,-1-11 0,-1 9 0,1-13 0,-1-1 0,-4-2 0,-1 28 0,-8-52 0,-16-5 0,7-18 0,-25-14 1382,-1-14-1382,-11-5 0,9-1 0,7 2 0,25 11 0,-5-14 0,12 7 0,-2-14 0,5-12 0,4 13 0,4-17 0,4 26-6784,27-27 6784,-19 28 0,34-29 0,-42 41 0,10-8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6.72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130 1 24575,'-24'6'0,"4"1"0,5 7 0,-1 9 0,1 3 0,2 2 0,2 0 0,2 17 0,6-13 0,-1 27 0,9-24 0,6 4 0,2-14 0,3-3 0,7-3-6784,-6-5 6784,17 5 0,-9-11 0,6 3 0,-2-9 0,-9 0 0,26-18 0,-26 8 6784,19-26-6784,-31 20 0,0-3 0,-6 11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7.78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141 9 24478,'-11'-2'0,"0"-2"0,1 3 0,0-1 0,4 2 0,-8 2 0,2 1 0,0 3 48,2 3-48,-1 6 16,1 11-16,-6 26 8,10 1-8,4 3 25,12-7-25,19-4-6784,28 31 6784,-15-28-107,2-7 0,0-6 107,-16-17 0,35 16 0,-41-25 0,9 6 0,-17-9 6678,2 4-6678,-14-6 320,-11 9-320,-3-7 0,-19 8 0,10-11 0,-15 1 0,11-4 0,-17-11 0,19 2 0,-20-27 0,25 17 0,-14-30 0,21 26 0,-1-10 0,31-28 0,18-6 0,3 25 0,2-1 0,-2-23 0,0 5 0,32 8 0,-66 49 0,-4 1 0,0 4 0,-2 4 0,0 10 0,0 1 0,0 16 0,0-10 0,0 14 0,0-17 0,2 0 0,0-9 0,11-2 0,-7-3 0,14-6 0,-14-4 0,11-7 0,-11 1 0,14-10 0,-9 7 0,26-19 0,-22 23 0,17-10 0,-16 18 0,-3 3 0,7 12 0,-10 0 0,16 21 0,-12-17 0,22 26 0,-16-27 0,14 11 0,-19-21 0,7-2 0,-14-6 0,3-2 0,-5-2 0,13-27 0,-7 16 0,16-31 0,-18 30 0,3-7 0,-8 15 0,-3 4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8.26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83 1 24575,'-6'15'0,"1"-1"0,-5 10 0,2 1 0,-1 8 0,-2 7 0,5 1 0,-3 8-6784,-3 46 6784,8-31 0,2 32 0,3 2 0,9-24-194,-2 1 0,2-5 194,7-28 0,12 0 0,4 0 0,7 1 0,24 22 0,-24-48 0,48-7 0,-20-19 3017,-9-1 1,-3-6-3018,-6-26 0,-13 2 0,-20-3 564,-12 14-564,4-18 0,-8-3 0,-2-2-477,0-16 477,-10-3 0,-4 2-6062,-9 3 6062,-25-21 0,-3 22 0,-8 4-393,11 23 1,-1 2 392,-6-16 0,1 7 0,-6 23 0,50 22 309,-17 11-309,15-4 6386,-23 14-6386,25-11 1202,-9 6-1202,11-7 0,-1 5 0,3-4 0,3 4 0,2-8 0,4 2 0,-2-6 0,2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8.57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3 1 24575,'-3'4'0,"3"-2"0,1 1 0,2-1 0,-1 0 0,4 2 0,2-2 0,11 4 0,-1-1 0,29 4 0,-12-3 0,23-1 0,6 0 0,6 2-567,7-2 0,1-1 567,-11 0 0,-14-3 0,-2 0-6408,-6-1 6408,10 0-4286,-26 0 4286,-3-2 0,-6 2 0,-7-6 0,-6 5 0,-3-2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8.89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4 24575,'2'-1'0,"2"0"0,-2-1 0,1 2 0,1 0 0,2 0 0,1 0 0,18 0 0,-5 0 0,24 0 0,7 7 0,22-3 0,-12 5 0,21-1 0,-50-2 0,13-1 0,-28-3 0,-1-2 0,-7 0 0,-2 0 0,-5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9.22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94 24575,'9'2'0,"-1"0"0,3-2 0,-2 0 0,12 0 0,-7 0 0,11 0 0,12-2 0,-10-4 0,25 1 0,-21-3 0,19 0 0,16-2 0,-6 2 0,2 1 0,9-2 0,-8 3 0,-7 1 0,-27 2 0,40-5 0,-32 5 0,2-4 0,-24 7 0,-11-2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49.93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126 1967 24575,'-4'4'0,"-2"-1"0,-1-5 0,1-5 0,-3-4 0,2-5 0,2-1 0,-2-5 0,1-1 0,-7-51 0,5 36 0,-1-44 0,0-6-1536,2 19 1536,2-25 0,0-1 0,1 11 0,2 19 0,-1-12 0,1 7 0,2 6 0,0-1 0,-1-12 0,1-8 0,0 5 0,2-3 0,1 5 0,0-6 0,1 5 0,3-20 0,3 25 0,-2 48 0,2-2 0,-1 12 0,4-1 0,3 0-5248,26-15 5248,-17 19 0,46-7 0,-42 18 0,44 10 0,-42 0 0,21 18 0,-23-9 0,9 21 0,0 4 0,1-1 6784,26 32-6784,-43-44 0,5 12 0,-10 1 0,2 16 0,-17-25 0,-19-1 0,2-19 0,-32 13 0,25-17 0,-21 12 0,25-15 0,-12 7 0,16-8 0,-17 6 0,22-6 0,-13 1 0,18-2 0,-8 1 0,9-1 0,-4 0 0,4-2 0,2-2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51.30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84 0 24575,'2'6'0,"0"5"0,5 7-9831,-1 11 8341,4 2 4308,8 32-2818,3-8 0,-3 3 0,0 1 1277,5 14-1277,-5-4 0,-2-2 0,-4-4 0,-3-5 0,-2-2 6565,-6-11-6565,-5 24-6565,-2-47 6565,-4 1 442,2-4-442,-12-2 0,6 1 0,-6-5 0,11-8 0,-2-5 6784,-8-22-6784,4 6 0,-6-12 0,11 7 0,1 8 0,-5-14 0,4 11 0,-7-12 0,7 15 0,-1-4 0,0 3 0,2 5 0,0 1 0,4 11 0,5 6 0,2 5 0,-1 2 0,3 3 0,1 4 0,8 26-6784,9-2 6784,0 6 0,7-3 0,32 18 0,-32-32 0,28 20 0,-45-50 0,-2 0 0,-4-3 0,-2-2 6784,-1-1-6784,-15-51 0,7 20 0,-10-34 0,12 43 0,5 7 0,2 10 0,2-1 0,0 5 0,2 1 0,-3 0 0,54 17 0,-32-8 0,24 6 0,1 1 0,-18-6 0,42 7 0,-46-11 0,40 2 0,-37-6 0,31 0 0,-43-2 0,6-3 0,-22 0 0,-3-4 0,-7 0 0,-16-10-6784,6 6 6784,-11-4 0,19 10 0,1 3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51.63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49 1 24575,'0'5'0,"2"0"0,-2 5 0,2-5 0,-2 7 0,0-6 0,0 4 0,0-1 0,-2-1 0,-2 6 0,-1-4 0,0 2 0,1-7 0,-6 3 0,3-3 0,-3 0 0,7-3 0,1-2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5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73 22153,'21'7'0,"-3"-2"-9457,10 4 9457,7 0 2884,2 0-2884,6 0 1787,-22-7-1787,19-2 424,-11-5-424,24-7 6784,-14-1-6784,55-12 0,-39 14-315,7-4 1,-2 1 314,-6 6 0,1-1 0,0 1 0,2 5 0,33 4 0,-54 1 0,0 4 0,-32-4 0,8 5 0,-7-2 629,6 4-629,-7-6 0,2 0 0,-3-3 0,1 0 0,0 0 0,2 0 0,3 0 0,10-2 0,-1-1 0,4-2 0,-12 3 0,-4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52.20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1 127 24575,'17'0'0,"-1"0"0,2 0 0,1 0 0,0 0 0,4 3 0,6-3 0,4 2 0,-2-2 0,48 3 0,-23-2 0,20 1 0,-5-12 0,-4-3 0,-14 2 0,10-2 0,1-3 0,-9-3 0,-13 5 0,16 2 0,-1 0 0,-23 5 0,42-3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52.38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25 14139,'54'0'0,"-5"2"4298,-13 1-4298,-3 2 1808,3 1-1808,9 3 0,30-2 0,-15 2 0,-3-5 0,0-2 988,-3 2-988,45-1 0,-54-3-3442,46-8 3442,-43 4 0,22-9 0,-40 5 0,-5 0 0,2-9 0,-11 10 0,1-5 0,-14 10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52.62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24575,'19'0'0,"-3"0"0,-10 0 0,0 0 0,-4 0 0,0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54.06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35 161 24575,'-14'0'0,"3"2"0,2-2 0,9 2 0,1-3 0,9 0 0,2-1 0,4 0 0,15-1 0,-3-2 0,45-1 0,-21 0 0,6 1 0,2-1-563,7-2 563,-7 1 0,0 0 0,9-3 0,28-1 0,2 2 0,-24 0 0,9 2 0,17 0 0,-18 2 0,-10 1-604,23-1 0,0 0 604,-26-1 0,4 2 0,0 1 0,-1-1 0,4 3 0,-2-1 0,-16 0 0,14 1 0,-39-2 0,-24 0 0,2 2 0,-16-2 0,-5 3 529,1 0-529,-1 0 310,1 0 1,6 0-1,0 0 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0:55.00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174 130 24575,'9'8'0,"6"5"0,8 16 0,7-1 0,-2 2 0,4-8 0,-19-10 0,15 5 0,-6 3 0,3-3 0,13 15 0,-15-20 0,14 14 0,-23-18 0,1 0 0,-13-4 0,0-2 0,-2 2 0,-6 4 0,1-2 0,-47 26 0,28-17 0,-53 29 0,49-28 0,-20 17-6784,21-16 6784,0 5 0,-32 12 0,9-3 0,-6 1 0,9-7 0,39-20 0,-7 3 6784,15-8-6784,2-2 0,-2-2 0,1 2 0,0-3 0,0 2 0,3-13 0,-1 6 0,8-18 0,-5 10 0,17-37 0,-6 15-3392,3-21 0,-1-4 3392,0 1-2269,2-34 1,-3 2 2268,-11 44 0,5-11 0,-3 12 0,-9 44 0,2-1 0,-2 6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03.33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0 351 24575,'2'-2'0,"0"0"0,2 0 0,-2 0 0,1-2 0,0-2 0,1 0 0,2-5 0,5-10 0,-1 2 0,10-22 0,-11 17 0,10-30 0,-12 32 0,11-33 0,-12 35 0,4-15 0,-7 24 0,-1 2 0,-1 5 0,0 3 0,0 2 0,-1 4 0,0 4 0,0 27 0,0-8 0,3 38 0,-3-32 0,7 38 0,-4-43 0,6 29 0,-4-36 0,-1 6 0,0-14 0,-3 1 0,1-8 0,-2 3 0,0-7 0,0-1 0,0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04.45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767 1323 24575,'-17'11'0,"6"-6"0,-6 3 0,6-4 0,0 1 0,-3 2 0,-8-3 0,3 1 0,-23 0 0,19-2 0,-20-1 0,25-4 0,-18-1 0,6-3 0,-4-1 0,9 2 0,10 1 0,7 4 0,-1-1 0,-4-2 0,5-1 0,-17-3 0,15 3 0,-21-6 0,20 2 0,-9 0 0,11 2 0,-14-11 0,11 9 0,-24-35 0,26 27 0,-16-29 0,19 29 0,-12-29 0,7 20 0,-11-47 0,13 41 0,-6-31 0,10 37 0,-4-42 0,4 26 0,-2-42 0,3 44 0,2-21 0,0 31 0,3-37 0,0 36 0,13-56 0,-8 61 0,17-38 0,-13 44 0,9-18 0,-8 18 0,15-26 0,-6 17 0,24-25 0,-16 27 0,13-7 0,-23 25 0,21-8 0,-23 12 0,41-7 0,-38 10 0,60-7 0,-51 8 0,61-1 0,-58 3 0,28 6 0,-34-5 0,8 8 0,-5-2 0,23 18 0,-21-13 0,38 30 0,-41-29 0,27 22 0,-25-23 0,5 12 0,1-5 0,14 25 0,-18-19 0,15 31 0,-36-34 0,9 28 0,-14-23 0,2 43 0,-5-31 0,1 47 0,-4-46 0,-4 23 0,0-30 0,-19 44 0,11-40 0,-21 37 0,21-53 0,-8 12 0,12-20 0,-13 12 0,9-11 0,-28 16 0,23-18 0,-23 10 0,26-17 0,-21 6 0,20-8 0,-21 4 0,22-6 0,-11 0 0,15 0 0,-3-1 0,6 0 0,-3-2 0,5 0 0,0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06.18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220 229 24575,'-8'0'0,"-3"0"0,0-2 0,-1 2 0,-9-2 0,-1-1 0,-3 3 0,-8-9 0,17 6 0,-10-9 0,16 5 0,-2-5 0,8 5 0,-2-4 0,4 4 0,2-18 0,16-14-6784,-3 6 6784,8-1-3785,-8 23 3785,-1 8 0,5-3 0,-3 5 0,4-1 0,1 2 0,-4 2 0,18 8 0,-2 11 4910,0-1-4910,-3 12 5659,-18-16-5659,3 17 0,-6 11 0,-5 11 0,-4-8 0,-14-1 0,-11-16 0,-4-1 0,-11 6 0,1-12 0,10-3 0,-1-2 0,20-11 0,-9 5 0,13-9 0,-2 5 0,10-6 0,6 4 0,-2-2 0,28 10 0,-9-8 0,12 6 0,-1-9 0,-6 1 0,3-4 0,9 7 0,-20-4 0,17 3 0,-24-3 0,14 4 0,-19-5 0,5 4 0,-11-3 0,0 0 0,-2 1 0,0-2 0,0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06.99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626 1166 24575,'-29'3'0,"7"-3"0,-5 3 0,6-3 0,-4 0 0,2 0 0,0 0 0,-16 0 0,14 0 0,-35-4 0,35 0 0,-23-8 0,27 4 0,-12-8 0,15 6 0,-8-4 0,12 6 0,-18-12 0,11 12 0,-16-11 0,23 14 0,-5-5 0,14 5 0,-5-8 0,8 3 0,-4-15 0,6 4 0,5-48 0,2-9-6784,6-3 6784,-3 5 0,3 33 0,-7 4 0,4 6 0,-3 8 0,7-4 0,0-3 0,31-43 0,-23 33 0,30-40 0,-31 51 0,7-13-4537,-10 20 4537,1-2 0,14-8 0,27 11 0,5 3 0,1-8 0,8 12 0,-3 6 0,-34 10 0,50 3 0,-34 0 0,-2 4 0,0 2 0,4 2-3034,20 12 3034,-35-11 3034,13 15-3034,-4 4 0,-5 26 0,-1 8 4537,9 7-4537,-20 3 0,1 17 0,-9-14 0,-5 4-336,1 6 1,-4-5 335,-11-33 0,0 3 0,-1 14 6451,-8 14-6451,2-20 0,-8-3 0,-2-41 0,-25 10 0,12-13-5780,-45 8 5780,41-19 0,-42-10 0,39 0 0,-38-18 0,36 10 0,-11-9 0,31 15 0,4 1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18.72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24575,'3'19'0,"-1"-4"0,-2 10 0,0-8 0,0 8 0,2-2 0,2 17 0,1-11 0,-2 9 0,9 15 0,-7-29 0,9 28 0,-8-39 0,3 12 0,-1-14 0,6 25 0,1-14 0,-5 5 0,0-15 0,-10-13 0,0-3 0,0 0 0,0 1 0,0-1 0,0 0 0,0 0 0,0 2 0,0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19.42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24575,'0'0'0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20.37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24575,'2'8'0,"-2"2"0,7 6 0,-6 0-9831,5 4 8341,-1-1 4308,2 1-2818,-1 2-2818,6 32 2818,-8-20 0,13 44 0,-10-53 4537,2 19-4537,-7-30 0,-1 3 0,0-6 6784,1-3-6784,-2-2 0,0-6 0,-2 0 0,1-6 0,0-3 0,-1 0 0,-1-37 0,0 27 0,1-35 0,2 39 0,4-13 0,-2 16 0,11-17 0,-8 15 0,22-30 0,-19 25 0,16-17 0,-17 27 0,12-4 0,-11 9 0,14-1 0,-16 3 0,5 2 0,-7 2 0,5 2 0,-3 0 0,3 8 0,-5-5 0,0 9 0,-1-7 0,8 27 0,-7-16 0,11 29 0,0 5 0,-5-16 0,4 16 0,-1-3 0,-7-24 0,8 25 0,-10-30 0,6 8 0,-9-21 0,3-6 0,-4-10 0,0-5 0,-2 3 0,1 0 0,-1 5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20.89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24575,'4'13'0,"-1"1"-9831,5 37 8341,-3-15-665,5 38 2155,-5-36-879,-1 20 879,1-25 0,-5 18 0,4 2 0,0 1 0,-3 12 0,1-3 0,0 13 0,0-13 0,-2 1 0,1 4 0,0-6 3034,-1-38-3034,4 6 4537,-3-17-4537,5 15 6784,-5-18-6784,3 4 0,-4-14 0,0-8 0,0-11 0,0 0 0,0-8 0,0 16 0,0 3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21.34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21 24575,'6'0'0,"2"2"0,-2-2 0,5 4 0,9-1 0,-4 0 0,8-1 0,-4-2 0,0 0 0,41-2 0,-34-1 0,51-7 0,-63 4 0,17-4 0,-30 8 0,0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22.10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24575,'0'4'0,"0"2"0,1 0 0,0 14 0,1 0 0,-2 11 0,4 10 0,0-11 0,5 37 0,-5-38 0,9 40-6784,-7-44 6784,7 10-2364,-6-19 2364,1-9-813,-3 5 813,3-7 0,4 11 0,7-6 5210,-1 1-5210,11-5 3282,-10-6-3282,28-21 1469,-28 12-1469,21-25 0,-29 19 0,15-24-6784,-13 13 6784,5-4 0,-11 6 0,0-1 0,-4-9 0,-1-22 0,-5 21 0,-3-8 6784,1 29-6784,-7-10 0,7 17 0,-5-5 0,8 17 0,1 5 0,1-1 0,0 4 0,0 16 0,0-5 0,0 37 0,2-32 0,0 27 0,10-16 0,-1 12 0,6-10 0,-1 0 0,-6-26 0,4 6 0,-7-13 0,6 4 0,-6-6 0,4-1 0,-7-5 0,2-1 0,-2 0 0,-1 0 0,1 0 0,4-5 0,-1 0 0,24-47 0,-21 36 0,16-30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22.51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24575,'0'4'0,"0"8"0,2 1 0,-1 7 0,3 2 0,-3-4 0,4 6 0,6 31 0,-2 3 0,7 37 0,-8-39 0,3 4 0,-7-39 0,5 4 0,-8-15 0,3-1 0,-2-5 0,-2-4 0,2-2 0,-2-4 0,2-3 0,-2-2 0,8-18-6784,-4 5 6784,3-12 0,-5 22 0,-2 6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22.81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4 24575,'2'-2'0,"0"0"0,2 2 0,-1 0 0,1 0 0,0 0 0,-2 2 0,2 0 0,-2 2 0,0 2 0,1-2 0,-2 0 0,0-2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23.32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23561,'2'23'0,"1"3"500,3 25-500,1 10 170,-3 6-170,-1-4 0,-3-23 0,1 11 0,1 8 0,2 4 0,1 2 0,-1 11 0,2 1 0,6 5 0,1-7 0,2 1 0,-2-23 0,1-4 0,-2-10 85,5 18-85,-7-35 259,-1 1-259,-4-14 0,-2-3 0,-3-8 0,2-1 0,-2-7 0,0 3 0,0-6 0,0 6 0,0-6 0,0 10 0,0-3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23.74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28 24575,'4'2'0,"0"0"0,2 0 0,0 2 0,3-2 0,-1 1 0,9 0 0,-7 0 0,21-1 0,-2-2 0,4-2 0,3-7 0,-19 2 0,13-7 0,-16 6 0,3-1 0,-11 7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24.06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13 0 24575,'0'8'0,"0"3"0,2 9 0,-1-2 0,3 8 0,-4-4 0,2-2 0,-4 28 0,-1-19 0,-3 32 0,1-35 0,2 30 0,0-34 0,9 25 0,-1-22 0,4 0 0,-3-6 0,-4-12 0,0-9 0,-2-1 0,0-7 0,0-2 0,0-40 0,0 23 0,2-36 0,-1 49 0,1-3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24.33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24575,'0'4'0,"0"0"0,0-1 0,0 1 0,1 2 0,0-3 0,1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25.93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112 40 24575,'-10'-2'0,"-3"0"0,6 4 0,-5 3 0,5 2 0,1 3 0,-6 7 0,8-4 0,-11 24 0,9-17 0,-3 23 0,7-21 0,-3 27 0,2-22 0,3 14 0,2 10 0,12-10 0,0 8 0,15-4 0,-12-27 0,15 12 0,-13-16 0,28 3 0,-10-12 0,20 2 0,-5-12 0,-19 0 0,9-8 0,-19-7 0,2-7 0,-8 6 0,-7-26 0,-7 32 0,-3-32 0,-3 30 0,-6-13-6784,1 10 6784,-3 0 0,2 1 0,-35-40 0,24 34 0,-32-35 0,37 52 0,-14-9 6784,16 11-6784,-24-11 0,26 11 0,-35-5 0,37 9 0,-25-2 0,26 5 0,-4-1 0,8 4 0,2 0 0,0 14 0,2-5 0,-2 17 0,2-13 0,0 3 0,2-11 0,0 2 0,2-4 0,0 3 0,0-5 0,0 0 0,2-3 0,6 2 0,8-2 0,10-2 0,-3-2 0,7-9 0,-15 7 0,30-16 0,-29 14 0,35-20 0,-38 17 0,16-15 0,-19 14 0,2-8 0,-7 10 0,9-12 0,-11 12 0,14-18 0,-15 18 0,9-15 0,-9 14 0,2-2 0,-4 8 0,0 3 0,-2 4 0,0-2 0,1 4 0,2 10 0,1-3 0,3 16 0,-4-10 0,8 20 0,-3-13 0,14 33 0,3 4 0,-6-16 0,6 16 0,-3-4 0,-13-33 0,9 17 0,-11-21 0,7 7 0,-10-14 0,3 0 0,-6-12 0,0-10 0,-5-13 0,2-40 0,-2 20 0,6-39 0,-3 47 0,10-21 0,-7 30-6784,10-22 6784,-6 16 0,13-33 0,-11 33 0,10-19 0,-14 33 0,8-4 0,-9 10 0,4 3 6784,-3 8-6784,3 11 0,1 6 0,0-1 0,5 18 0,2-11 0,19 38 0,-13-29 0,30 41 0,-19-36 0,17 20 0,-20-31 0,3-1 0,-19-20 0,4 3 0,-9-7 0,-4-1 0,-1-2 0,5-2 0,-5 0 0,12-4 0,-11-1 0,10-2 0,-6 0-6784,6 0 6784,42-30 0,9-7 0,-14 11 0,12-9 0,-9 5 0,-40 28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26.64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2817 0 19804,'-88'33'0,"-1"-1"0,22-4 0,-1 2 0,-1 1-1243,-3 0 0,0 2 1,-1 2 1242,-10 9 0,-2 3 0,7-1 0,0 7 0,5-1 0,-2-1 0,1 0 0,0 3 0,5-2-1422,29-24 1,-5 4 1421,-14 12 0,-16 12 0,-6 5 0,2-2 0,13-10 0,-10 8 0,-3-2 0,4-8 0,-17 7 0,-5 1 0,7-7 0,19-15 0,15-12 0,5-11 0,-38-3 0,7-5 2043,26-2-2043,-17 0 766,39 0-766,-2 0 2671,17-6-2671,14 3 0,1-3 0,4 5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1:27.20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1181 0 24575,'-12'16'0,"-1"0"0,-3 11 0,-1 1-9831,-8 6 8341,0 4 4026,-11 2-2536,-29 33 0,15-23 0,-9 6 0,-1 0-232,3-4 0,-2 0 0,-1 1 232,-10 8 0,-3 2 0,5-7 0,0-4 0,6-9-146,12-13 1,5-7 145,-5-2 5305,-6 3-5305,12-13 0,27-5 0,-6-1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03.05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12 0 24575,'0'8'0,"0"-1"0,0 6 0,0-2 0,0 12 0,0-8 0,0 16 0,-2 13 0,1-6 0,-4 33 0,4 21 0,-1-10 0,2-27 0,0-3 0,0 12 0,2-19 0,4 42 0,1-43 0,-1 25 0,-2-48 0,-4-17 0,2-2 0,-2-5 0,3-1 0,-2-5 0,0 6 0,-1-1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04.760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76 24575,'2'-4'0,"2"0"0,-2-1 0,2 2 0,-2-2 0,1 5 0,-2-4 0,2 4 0,-3-4 0,4 4 0,-2-4 0,2 4 0,0-4 0,-1 4 0,3-4 0,1 2 0,3 0 0,15-7 0,-10 7 0,23-7 0,-26 7 0,13-2 0,-13 1 0,6 1 0,-6 2 0,4 0 0,-10 0 0,5 0 0,-6 0 0,7 4 0,-5-1 0,6 2 0,-4-1 0,0 2 0,0-3 0,10 9 0,-8-6 0,11 9 0,-15-9 0,8 5 0,-10-3 0,11 5 0,-11-6 0,6 8 0,-4-5 0,5 12 0,-5-9 0,1 3 0,-2 0 0,-1 5 0,-1-2 0,-2 8 0,-2-14 0,0 11 0,2-11 0,-2 8 0,2-13 0,-5 8 0,0-11 0,-6 8 0,4-9 0,-6 6 0,6-6 0,-15 2 0,8-1 0,-7-3 0,-10 2 0,16-4 0,-24 4 0,4-1 0,3 0 0,-13-1 0,27 0 0,-7-1 0,10 2 0,-4 0 0,6-1 0,0 2 0,7-4 0,0 2 0,0-2 0,0 0 0,0 0 0,0 0 0,0 0 0,1 1 0,-1 0 0,-2 0 0,2-1 0,-2 0 0,4 0 0,0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06.733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48 24575,'6'0'0,"0"0"0,7 0 0,1 0 0,3 0 0,-1-2 0,-2 2 0,2-4 0,70-6 0,-42 1 0,44-1 0,-70 4 0,-6 4 0,-9 0 0,2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07.663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1 24575,'2'5'0,"1"0"0,0 5 0,1-5 0,2 10 0,-1-3 0,6 14 0,-5-3-8503,8 26 8503,-8-18 1719,10 49-1719,-9-35 0,8 36 0,-7-12 0,-2-24 0,0 3 6784,-5-32-6784,1-2 0,-1 20 0,0-15 0,1 10 0,-2-19 0,2 3 0,-2-3 0,3 9 0,-2-7 0,0 1 0,1-4 0,-2-3 0,0 0 0,0-3 0,0 1 0,0 0 0,0 0 0,0-4 0,0-2 0,0-5 0,0 3 0,0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08.84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0 188 24575,'2'-6'0,"-2"2"0,4 0 0,-4 1 0,3 2 0,-2-2 0,2 1 0,5-10 0,-3 6 0,7-9 0,-8 8 0,7-5 0,-1 3 0,8-5 0,-6 7 0,7-9 0,-6 10 0,11-7 0,-5 2 0,17 0 0,-18 1 0,20 3 0,-25 5 0,14-2 0,-15 4 0,5-2 0,2 2 0,1 0 0,-3 0 0,2 0 0,-12 2 0,13 0 0,-8 2 0,30 10 0,-27-8 0,17 8 0,-25-9 0,3 2 0,2 4 0,0 4 0,-2-3 0,3 16 0,-9-14 0,6 26 0,-10-23 0,2 23 0,-2-26 0,0 25 0,-2-24 0,0 24 0,-3-25 0,-7 26 0,4-28 0,-10 20 0,8-23 0,-8 9 0,6-8 0,-23 9 0,9-7 0,-27 4 0,20-11 0,-5 2 0,-7-4 0,2 1 0,-4-1 0,5-1 0,28-2 0,1 0 0,11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09.789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93 5 24575,'-8'2'0,"2"0"0,0 2 0,0 0 0,0 2 0,-3 2 0,-1 7 0,4-3 0,-9 11 0,13-12 0,-12 15 0,13-16 0,-2 18 0,3-16 0,0 12 0,0-15 0,1 1 0,1-1 0,4-1 0,-2 2 0,2-2 0,0-2 0,2-2 0,1 0 0,8 1 0,-5-3 0,13 0 0,-10-2 0,4 0 0,4-2 0,8-10 0,-8 6 0,2-8 0,-21 10 0,0 0 0,0 0 0,3-11 0,-4 7 0,2-13 0,-5 14 0,0-8 0,0 8 0,-1-5 0,-2 2 0,-7-4 0,5 4 0,-18-15 0,11 18 0,-12-17 0,12 18 0,-8-7 0,7 8 0,-10-1 0,11 1 0,-11 1 0,14 2 0,-12 0 0,16 2 0,-4 0 0,7-2 0,0 2 0,2-2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11.69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20 24575,'10'0'0,"-3"0"0,6 0 0,-4 0 0,5-2 0,2 1 0,1-1 0,11 0 0,3-1 0,-1 1 0,5-1 0,12 1 0,16 1 0,21-1 0,-20 2 0,23 0 0,-55 0 0,54 2 0,-58 1 0,19 0 0,-33-1 0,-10-2 0,-2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12.195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1 24575,'5'7'0,"0"0"0,1 1 0,-1 2 0,0-3 0,3 3 0,-4-2 0,4 0 0,-1 4 0,2 3 0,5 12 0,-7-11 0,6 20 0,-12-24 0,3 12 0,-4-15 0,-2 19 0,-1-13 0,-1 19 0,1-21 0,-1 8 0,2-13 0,0 5 0,0-9 0,2 0 0,0-2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12.74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0 24575,'6'3'0,"9"2"0,0-4 0,11 6 0,-3-7 0,3 2 0,2 1 0,20 0 0,-7 2 0,15-1 0,2-2 0,-6 1 0,19 0 0,-2-3 0,-32-2 0,39 1 0,-60-1 0,3 1 0,-16 0 0,-2 3 0,-3-1 0,0 2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13.199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161 0 24575,'10'12'0,"-2"-4"0,-4 0 0,-1-5 0,-1 1 0,2 0 0,-2 4 0,2-4 0,-4 12 0,2-6 0,-2 14 0,0-11 0,-8 20 0,4-19 0,-23 33 0,17-28 0,-21 26 0,20-29 0,-16 13 0,16-16 0,-14 8 0,16-13 0,-6 4 0,11-8 0,-1-2 0,1 1 0,0-3 0,2 2 0,0-2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13.98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16 0 24575,'-5'89'0,"0"-15"0,3-24-9831,1-12 8341,-1 21 4308,2-14-2818,0 4 0,0 0 0,0 2 1256,0 29-1256,2-9 0,1 0 0,2 9 0,6-19 0,5 1 0,18 30-2192,-7-34 0,2-2 2192,14 19 0,7-4 3995,-10-27-3995,-2-10 0,1-1 0,11 6 0,19 3 0,-46-34 450,20 1-450,-22-6 0,17 3 0,-30-6 0,2 2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14.666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1 8191,'33'50'0,"0"0"0,-2-1 0,-2-5 5027,3 8-5027,5 10 2416,-2 0-2416,4 12 0,-10-16 0,-1 0 0,2 9 513,3 14 0,-4-5-513,-17-31 0,3 20 0,-3-2 6224,-8-24-6224,-14 55 37,2-61-37,-29 52 494,20-54-494,-12 14 0,0-1 1160,9-15-1160,-41 44 0,44-52 0,-20 11 0,27-22 0,-1-4 0,8-6 0,4-5 0,-1 3 0,2-2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15.22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60 1 24575,'-10'3'0,"-1"0"0,0 7 0,2-4 0,3 2 0,2-1 0,0 2 0,1 0 0,1-1 0,4 7 0,0-10 0,2 9 0,0-14 0,0 0 0,-2-2 0,0-2 0,-2 0 0,0-1 0,0 0 0,0 0 0,0 1 0,-2 2 0,0 0 0,0 2 0,0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17.66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0 24575,'5'27'0,"2"-2"-9831,-1 7 8341,4 5-665,0 5 2155,2 7 2155,0 4-2155,4 22 0,-6-15-175,0-1 0,0 1 175,-1 0 0,-2-1 0,0-2 0,-1-9 4363,-1 22-4363,-2-24 6525,-1-2-6525,-4 13 0,1-31 0,-1 8 783,2-27-783,0 2 0,-2-8 0,0-2 0,-3-7 0,3-4 0,-2-1 0,1-10 0,1 14 0,0-6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18.411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26 24575,'1'-2'0,"1"-2"0,2 4 0,0-2 0,2 0 0,2 0 0,7-2 0,20-1-6784,-12 3 6784,13-1 0,-23 3 0,18 0 0,2 0 0,31 12 0,-27-8 0,28 19 6784,-43-14-6784,34 18 0,-35-12 0,27 26 0,-35-24 0,15 35 0,-25-35 0,5 25 0,-7-26 0,1 23 0,-2-18 0,-2 17 0,-1-21 0,-7 19 0,-1-15 0,-6 10 0,4-16 0,-14 6 0,15-10 0,-22 7 0,13-11 0,-3-3 0,-2-2 0,14-2 0,-3 2 0,12-2 0,0 2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19.01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81 53 23333,'-17'11'0,"2"2"0,7-9 0,1 2 0,1 0 0,2 1 611,0 1-611,-4 4 208,5-3-208,-5 17 0,8-14 105,2 21-105,-1-21 318,8 9-318,-8-14 0,8 1 0,-8-4 0,6-1 0,-3-1 0,11-5 0,-5-1 0,7-9 0,-10 5 0,5-9 0,-7 5 0,4-9 0,-4 2 0,1-3 0,-5-9 0,-2 13 0,-5-8 0,1 17 0,-8-9 0,7 10 0,-10-7 0,12 12 0,-4-3 0,4 4 0,2 2 0,0-2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19.679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0 24575,'7'4'0,"0"0"0,3-2 0,9 2 0,0-1 0,5 0 0,18 1 0,-10-3 0,42 4 0,-25-4 0,41 1 0,8 1 0,-48-2 0,2-1 0,23 2 0,11 0 0,-11-1 0,25 0-463,-39-1 1,-1 0 462,8-1 0,2 0 0,2-1 0,2-1 0,-7 2 0,-5-1 0,-24-1 0,-12-1 0,-13 4 0,-7-2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20.137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146 1 21252,'14'6'0,"-1"2"1588,-8-2-1588,2 11 561,-2-6-561,-1 7 0,-2-10 0,-2 0 0,0 1 0,0 1 0,0-3 287,-2 9-287,-3-8 0,0 9 887,-6-3-887,-6 8 0,-7 6 0,1-4 0,-2 7 0,12-15 0,-6 15 0,11-18 0,-8 17 0,11-21 0,-5 9 0,7-12 0,-2 6 0,4-3 0,-3 7 0,4-7 0,0 5 0,0-9 0,0 1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20.609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9 24575,'4'0'0,"-1"0"0,1 0 0,0 0 0,2 0 0,0 0 0,2 0 0,-2 0 0,17 0 0,-3 0 0,31 2 0,-14-2 0,40 2 0,-34-2 0,39 3 0,-38-3 0,31 1 0,-36-4 0,22-4 0,-42 4 0,3-1 0,-21 4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21.097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12 24575,'4'2'0,"0"-1"0,-2 1 0,1-1 0,-1 0 0,4-1 0,1 0 0,1 2 0,3-1 0,31 0 0,-16-1 0,48 0 0,-39 0 0,29-2 0,1-1 0,-9-2 0,-1 2 0,-28-1 0,-18 2 0,-1 0 0,-7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22.229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400 5 24575,'-13'-2'0,"4"1"0,-1-1 0,3 2 0,-3 0 0,1 0 0,-2 0 0,-10 8 0,2 1 0,-3 4 0,-1 5 0,4 1 0,-23 30 0,15-19 0,-16 26 0,26-33 0,-11 24 0,16-25-6784,-15 53 6784,19-27 0,-9 43 0,13-43 0,2 27 0,5-43 0,1 30 0,2-30 6784,3 11-6784,-2-18 0,23 35 0,-13-31 0,28 34 0,-28-45 0,17 15 0,-19-24 0,23 17 0,-15-16 0,22 8 0,-20-11 0,26 0 0,-29-4 0,17-1 0,-21-4 0,-2-1 0,-1-1 0,5-10 0,-6 0 0,12-13 0,-12 8 0,13-12 0,-12 11 0,11-15 0,-9 12 0,3-8 0,-7 10 0,1-2 0,4-20 0,-6-3 0,2-3 0,-9 6 0,-5 25 0,-3-17 0,-1 16 0,-12-29 0,5 27 0,-17-23 0,16 27 0,-14-16 0,11 15 0,-8-9 0,7 11 0,-4-4 0,10 12 0,-23-13 0,16 12 0,-14-5 0,18 10 0,-3 0 0,3 1 0,-8-3 0,9 3 0,-12-1 0,9 2 0,-6-2 0,10 2 0,0 0 0,6 2 0,-1 0 0,5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2:55.59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441 0 24575,'-19'0'0,"-1"0"0,3 0 0,-41 2 0,20 6 0,-22-4 0,20 13 0,23-13 0,-12 14 0,17-10 0,-9 9 0,13-8 0,-24 27 0,23-20 0,-16 20 0,20-25 0,-6 17 0,5-11 0,-1 22 0,3-17 0,3 21 0,-1-20 0,2 35 0,0-27 0,4 20 0,0-24 0,6 13 0,-2-20 0,11 25 0,-10-27 0,16 23 0,-16-29 0,8 11 0,-11-19 0,15 5 0,-11-6 0,9 3 0,-13-6 0,5-4 0,-5 1 0,13-7 0,-11 5 0,19-11 0,-16 8 0,21-15 0,-20 12 0,14-7 0,-16 9 0,17-13 0,-15 11 0,13-14 0,-18 15 0,5-7 0,-6 9 0,1-6 0,-1 7 0,9-24 0,-8 18 0,8-16 0,-9 13 0,-1-4 0,-1-6 0,-2-2 0,-2 7 0,-4-1 0,3 10 0,-14-15 0,9 14 0,-8-7 0,8 13 0,1 1 0,0 2 0,-2-4 0,3 4 0,-8-4 0,7 4 0,-4-1 0,0 0 0,2 3 0,-3-4 0,3 4 0,3 0 0,-7 1 0,5-2 0,-16-1 0,12 2 0,-13 0 0,9 2 0,-3 0 0,3 0 0,2 0 0,7 2 0,2-2 0,3 2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2:49.046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135 39 24575,'-6'0'0,"-1"0"0,3 2 0,-2 0 0,0 2 0,2 0 0,-1 0 0,-2 5 0,4-4 0,-8 22 0,7-19 0,-3 20 0,6-20 0,-1 12 0,2-8 0,-2 6 0,2-6 0,-2 5 0,4-7 0,0 11 0,1-13 0,2 11 0,-2-12 0,6 6 0,-6-4 0,8 2 0,-8-4 0,8 2 0,-6-7 0,8 2 0,-6-2 0,8-2 0,-6 0 0,6-2 0,-5-2 0,1-2 0,-5 1 0,9-4 0,-9 4 0,16-8 0,-14 4 0,6-1 0,-9 1 0,3 2 0,-3-1 0,2-5 0,-4 5 0,-1-5 0,-2 9 0,0-3 0,0-2 0,0-3 0,-2 2 0,1-7 0,-2 12 0,3-14 0,-4 15 0,2-10 0,-2 11 0,0-10 0,0 7 0,0-5 0,1 7 0,-5-5 0,1 2 0,-16-8 0,12 8 0,-15-4 0,17 9 0,-11-2 0,7-1 0,-9 1 0,10-1 0,-13 1 0,14 2 0,-9 0 0,8 0 0,-3 2 0,4-2 0,-3 2 0,12 0 0,-2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2:51.69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0 24575,'2'6'0,"2"9"-9831,5 13 8341,6 12 4308,0 1-2818,2-4 1719,-9-8-1719,10 15 0,-5-8 0,13 34 6784,-8-29-6784,12 47 0,-12-52 0,6 36 0,-11-50 0,1 22 0,-8-29 0,2 18 0,-7-26 0,1 7 0,-4-12 0,0 0 0,-2-4 0,2 2 0,0-2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2:52.88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2 193 24575,'0'-4'0,"0"-1"0,0 0 0,0 0 0,0-1 0,0 0 0,0 0 0,0-4 0,2 3 0,2-8 0,0 7 0,7-13 0,-3 13 0,5-11 0,-6 12 0,6-8 0,-6 9 0,8-5 0,-7 8 0,11-5 0,-9 5 0,20-3 0,-16 3 0,9 2 0,-14 1 0,6-2 0,-5 1 0,4 0 0,-6 1 0,6 2 0,-6 0 0,20 8 0,-16-5 0,17 9 0,-12-3 0,-2-2 0,5 8 0,-5-4 0,-2 4 0,15 16 0,-19-12 0,19 21 0,-19-23 0,6 11 0,-8-15 0,-1 7 0,-2-7 0,-1 11 0,-3-13 0,-3 8 0,-3-7 0,-9 5 0,5-6 0,-4-1 0,6-6 0,-23 9 0,5-3 0,-27 7 0,22-10 0,-10 2 0,20-6 0,-9 1 0,15-3 0,-7 1 0,3-4 0,-5 0 0,0-2 0,7-3 0,6 3 0,7-1 0,-2 1 0,2-2 0,-7 0 0,6 0 0,-12 2 0,9 0 0,-11 0 0,11 2 0,-5-2 0,9 2 0,0 2 0,2-2 0,2 2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28.200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12 36 24575,'0'-4'0,"-2"0"0,2 0 0,-2 0 0,2 0 0,0 0 0,-2 2 0,0-1 0,0 0 0,0 1 0,2 1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30.27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3263 24575,'5'-7'0,"2"2"0,1-7 0,-1 7 0,9-9 0,-8 7 0,8-5 0,-3 6 0,-3-3 0,5 4 0,9-9 0,-10 6 0,20-10 0,-18 6 0,15-8 0,-3-3 0,7-9 0,-12 11 0,8-8 0,-15 18 0,11-13 0,-12 15 0,2-8 0,-10 12 0,2-4 0,-5 5 0,5-8 0,-4 7 0,2-6 0,-3 6 0,8-6 0,-6 4 0,16-12 0,-15 13 0,10-7 0,-11 10 0,2-2 0,-2 0 0,3-4 0,-2 4 0,17-15 0,-9 9 0,18-17 0,-19 15 0,13-10 0,-14 12 0,20-15 0,-11 14 0,24-21 0,-22 20 0,15-12 0,-24 14 0,25-14 0,-21 13 0,28-17 0,-27 15 0,5-3 0,14-17 0,-8 14 0,9-14 0,4 8 0,-27 15 0,22-13 0,-25 13 0,32-21 0,-24 18 0,10-10 0,3 2 0,-20 9 0,23-16 0,-22 18 0,9-8 0,-14 11 0,22-13 0,-12 8 0,17-10 0,-19 10 0,7-3 0,-4-2 0,8-3 0,-4 1 0,8-6 0,-12 12 0,14-14 0,-17 17 0,5-8 0,-13 12 0,6-3 0,-5 2 0,3-1 0,-8 4 0,0-1 0,-3 2 0,0 2 0,0-1 0,0 0 0,2-1 0,0 0 0,2 0 0,6-3 0,-5 1 0,18-8 0,-15 6 0,16-7 0,-10 5 0,19-16 0,-13 10 0,32-25 0,-33 25 0,37-31 0,-35 25 0,28-20 0,-25 19 0,38-23 0,-24 15 0,11-4 0,26-15 0,-7 9 0,-29 15 0,3-1-357,7-5 0,-3 1 357,4-2-188,25-16 188,-34 21 0,3-3 0,6-4 0,11-10 0,2-1 0,-11 10 0,1-2-469,0-2 1,4-3 0,-12 9 468,-6 8-52,7-9 1,-2 2 51,-20 15-5549,28-20 5549,-34 20 120,30-23-120,-33 23 977,22-20-977,-25 24 78,7-10-78,-9 13 6784,9-9-6784,-10 10 0,18-16 0,-19 15 0,11-10 0,-12 11 0,10-8 0,-6 5 0,2-2 0,-3 2 0,23-10 0,-19 8 0,41-22 0,-38 22 0,21-15 0,-21 16 0,25-23 0,-27 23 0,29-28 0,-34 30 0,10-11 0,-17 16 0,2-3 0,-5 6 0,3-3 0,-4 3 0,2 0 0,-5 2 0,2 2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42.437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1 24575,'2'6'0,"-2"-2"0,4 4 0,0-2 0,6 10 0,29 31 0,6 5 0,-7-8-318,18 17 0,-3-4 318,-24-32 157,21 16-157,-26-21 0,20 17 0,-18-16 0,14 13 0,-20-17 0,33 26 0,7 6 0,8 6-764,8 8 1,1 0 763,-1 0 0,-27-21 0,0-2-690,10 8 690,-4-4 0,-1-1 0,0-1-2946,5-1 1,-2 0 2945,-13-7-321,21 6 0,2 0 321,-14-6 490,1-2 1,-1 0-491,-11-6 0,2 4 0,0 0 0,-3-4 0,9 8 0,0 1 0,-13-7 475,38 29-475,-40-29 0,12 11 0,12 9 0,-9-7 0,2 1 2867,22 17 1,-8-5-2868,-43-35 0,13 16 0,3 3 0,-3 0 0,13 13 0,1 2 0,-10-10 0,-2-3 0,1-1 0,0 2 1052,22 19-1052,-31-31-6201,6 11 6201,-15-21-392,29 31 1,4 4 391,-14-13 189,13 11 1,-4-2-190,-29-27 0,18 22 0,14 9 0,-19-16 0,-1 0 0,26 19 0,-22-17 0,-2-2 0,0-6 6385,23 25-6385,-38-38 1206,21 18-1206,-19-16 0,19 25 0,-21-25 0,12 23 0,2 4 0,-5-9 0,5 9 0,-1-1 0,-11-17 0,3 2 0,-12-14 0,17 17 0,-10-7-6784,34 33 6784,-31-32 0,46 39 0,-42-43 0,32 25 0,-32-30 0,3 3 0,-8-8 0,44 29 0,-34-24 0,48 29 0,-56-37 0,23 12 0,-23-10 0,19 9 0,-22-9 6784,12 5-6784,-17-11 0,16 15 0,-14-15 0,15 19 0,-17-18 0,31 21 0,-28-20 0,26 12 0,-34-15 0,14 4 0,-12-2 0,9 0 0,-10-3 0,0-4 0,-5 0 0,-6-4 0,-1 2 0,-1-3 0,1 0 0,-1 1 0,0-1 0,-9 0 0,-3-5 0,-1 3 0,-78-23 0,59 19 0,-30-8 0,1 0 0,36 8 0,-29-11 0,35 12 0,-22-12 0,21 10 0,-39-19 0,36 14 0,-31-15 0,32 14 0,-16-7 0,22 13 0,-24-9 0,26 12 0,-22-7 0,31 11 0,-13-2 0,14 3 0,-3-1 0,5 2 0,0 1 0,0 0 0,0 0 0,44 37 0,-22-21 0,35 30 0,-30-31 0,-2 1 0,28 13 0,-13-9 0,51 26 0,-49-30 0,26 11 0,-46-22 0,10 0 0,-10-1 0,2-5 0,-10 1 0,-1-6 0,-8 2 0,4-5 0,-5 4 0,4-8 0,-2 10 0,2-8 0,-2 9 0,0-4 0,-2 2 0,1-7 0,2 3 0,5-41 0,-4 32 0,2-29 0,-6 35 0,0-10 0,2 5 0,-1-19 0,-4 9 0,-3-17 0,-2 15 0,-2-7 0,4 15 0,-4-4 0,5 12 0,0 1 0,1 8 0,2-2 0,0 5 0,2-2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3:50.967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1 24575,'2'10'0,"2"-1"0,1 4 0,6 1 0,-3 3-9831,7 9 8341,-7-8 4308,17 24-2818,-8-14 0,28 46 0,-16-32 0,9 15 0,3 3 0,7 6 532,-6-10 1,-1 0-533,2 1 0,12 11 0,-29-35 0,17 19 6460,-22-28-6460,30 41 0,-27-38 0,35 50-5806,-42-54 5806,15 22 0,-22-28 0,31 35 0,-21-26 0,12 17 0,0 1 0,-14-18 0,15 25 6784,-23-35-6784,6 10 0,-2-4 0,11 13 0,-11-16 0,7 6 0,-14-15 0,5 1 0,-10-10 0,2-2 0,-6-7 0,-3-3 0,-1 0 0,-9-9 0,8 12 0,-9-10 0,11 11 0,-6-3 0,1 4 0,-11-7 0,8 7 0,-8-4 0,5 2 0,-10-1 0,4 2 0,-17-8 0,24 10 0,-8-6 0,15 7 0,1 0 0,-3-1 0,0 0 0,1 2 0,-2-4 0,7 6 0,-5-4 0,2 3 0,-10-6 0,6 5 0,-19-9 0,19 9 0,-12-5 0,14 3 0,1 1 0,2 2 0,6 2 0,0 4 0,4 3 0,2 1 0,4 3 0,51 48 0,-31-30 0,35 33 0,-43-46 0,-3 0 0,21 6 0,-15-4 0,13 7 0,-6-12 0,-6 3 0,9-8 0,-17-4 0,-3-9 0,-9 0 0,-4-13 0,2 8 0,-4-24 0,2 18 0,-4-23 0,2 23 0,-2-5 0,2 12 0,0 1 0,0 2 0,0-2 0,0 1 0,0 2 0,0 1 0,0-2 0,0 2 0,0-2 0,0 2 0,3-6 0,0 4 0,2-3 0,-3 4 0,2 2 0,-4-1 0,2 2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4:16.58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83 118 24575,'8'-8'0,"-2"2"0,0 2 0,-4 2 0,1 0 0,-2-2 0,1 2 0,-2-2 0,-2 1 0,1-1 0,-2 0 0,-1-4 0,0 4 0,-7-6 0,5 4 0,-11-4 0,11 5 0,-5-1 0,5 5 0,-1 0 0,0 0 0,-2 1 0,5 1 0,-2 8 0,2 6 0,2 0 0,2-2 0,0-7 0,5 1 0,3 3 0,-1-1 0,11 3 0,-10-9 0,13 4 0,-13-7 0,10-2 0,-12-2 0,7-5 0,-6 3 0,-1-11 0,-1 10 0,-3-11 0,-2 11 0,0-1 0,0 2 0,-4 0 0,3 2 0,-8-4 0,6 4 0,-6-2 0,1-1 0,-4 2 0,3-1 0,-7 10 0,11 0 0,-6 15 0,11-6 0,-4 9 0,4-7 0,0 2 0,2-9 0,2 3 0,0-9 0,0 3 0,0-2 0,3 0 0,-3-1 0,4-2 0,-6-2 0,7-8 0,-5 4 0,6-11 0,-8 12 0,0-8 0,-2 8 0,0-2 0,0 3 0,-2 2 0,1 0 0,0 2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4:29.83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151 53 24575,'-10'0'0,"1"2"0,-2-2 0,2 2 0,3-2 0,2 2 0,4 0 0,4 2 0,2 0 0,3 0 0,-1-2 0,32 4 0,-19-5 0,39 3 0,-34-4 0,41-7 0,-23 2 0,11-3 0,-20 1 0,29-7 0,-28-1 0,22-1 0,-50 7 0,-7 7 0,-11 0 0,-34 2 0,1 0 0,-7 1 0,-2 0 0,-5 2 0,-1 3 0,2 2 0,6-1 0,1 4 0,1 0 0,2-2 0,-6 6 0,32-8 0,12-2 0,12-2 0,22 2 0,-2 0 0,48 0 0,-29-2 0,42-3 0,-18 0 0,-7-3 0,1-1 0,16 3 0,-23-5 0,-5-1 0,-22 2 0,0-3 0,-25 1 0,-3 6 0,-7-5 0,-32 2 0,14-1 0,-34-2 0,32 4 0,-54 9-6784,49-4 6784,-32 9-2824,57-11 2824,4 4 0,0-4 0,4 4 0,0-4 0,16 6 5386,1-3-5386,28 6 4222,-16-4-4222,23 0-6784,-26-3 6784,10-2 0,-16 0 0,15 0 0,-13-2 0,1 0 0,-14-3 0,-17 1 0,3 0 0,-67-8 6784,41 8-6784,-62-8 0,61 9 0,-21 0 0,28 2 0,-2 3 0,22 2 0,3 0 0,6 2 0,35 7 0,-9-4 0,42 6 0,-41-11 0,10 0 0,-29-2 0,-2-2 0,-14-2 0,2 1 0,-14-5 0,-10 0 0,-14-1 0,-23-6 0,14 9 0,-18-3 0,37 7 0,-30 2 0,40 0 0,-20 1 0,34-1 0,-4-2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36.58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137 61 24575,'0'4'0,"0"2"0,0 0 0,0 5 0,0-2 0,0 4 0,0 0 0,2 32 0,-2-9 0,2 46 0,1-32 0,-3 29 0,3-28 0,-3 20 0,0-1 0,0-13 0,0 4 0,0-38 0,0 22 0,0-21 0,0 0 0,-2-17 0,2-18 0,-2-6 0,2 5 0,0-9 0,0 7 0,0-21 0,2 12 0,-2-7 0,5-19 0,-2 13 0,2-14 0,2 6 0,-2 25 0,1-15 0,-1 22 0,4-39 0,-4 37 0,2-33 0,-6 37 0,-1-17 0,0 14 0,0-16 0,0 18 0,0-14 0,0 17 0,0-12 0,-1 7 0,0 3 0,0-3 0,1 9 0,1-7 0,0 4 0,2-14 0,-2 10 0,2-8 0,0 12 0,2-8 0,0 7 0,1-2 0,-2 3 0,0 2 0,2-1 0,3-2 0,1 5 0,7-2 0,-7 4 0,11 0 0,-11 1 0,10 0 0,-11 0 0,25 2 0,-17 0 0,25 6 0,-26 0 0,14 5 0,-8 2 0,-3-1 0,-4 8 0,-11-11 0,-2 10 0,-2-13 0,-10 24 0,0-16 0,-12 18 0,7-22 0,-7 9 0,7-14 0,-22 12 0,16-12 0,-23 6 0,25-10 0,-26-1 0,24-2 0,-40 0 0,33 0 0,-45 0 0,46-2 0,-21 1 0,36-1 0,0 2 0,8 0 0,2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38.04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3029 79 24575,'-5'0'0,"0"0"0,-1 0 0,2 0 0,-6 0 0,0 0 0,-4-2 0,1 2 0,-5-2 0,0 2 0,-23-3 0,14 3 0,-37-7 0,26 3 0,-24-4 0,32 5 0,-32-2 0,35 5 0,-28-5 0,-3-1 0,14 2 0,-50-7 0,69 8 0,-14-1 0,10 4 0,-19-5 0,18 5 0,2-3 0,12 3 0,-45-2 0,33 2 0,-35-2 0,50 2 0,-24 0 0,12 0 0,-41 0 0,38 0 0,-25 0 0,3 2 0,12 1 0,-22-1 0,35 1 0,-19-3 0,18 0 0,-27 0 0,23 0 0,-18 0 0,27 0 0,-29 2 0,27-2 0,-29 5 0,31-5 0,-20 7 0,16-6 0,-35 9 0,34-8 0,-26 6 0,36-5 0,-6 1 0,3-1 0,-30 3 0,22-5 0,-36 6 0,46-5 0,-29 1 0,27 1 0,-22-4 0,18 2 0,-8-2 0,7 0 0,-9 2 0,14-1 0,-28 3 0,28-4 0,-28 2 0,31-2 0,-10 0 0,15 0 0,-17 2 0,17-1 0,-31 3 0,29-4 0,-26 3 0,20-3 0,-13 2 0,17 0 0,-7 0 0,12 0 0,-1-2 0,4 2 0,-2-2 0,-22 4 0,14-4 0,-28 4 0,37-4 0,-8 2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40.33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 24575,'0'8'0,"0"9"0,0-4 0,3 36 0,-2-26 0,2 25 0,-3-16 0,0-4 0,0 24 0,0 4 0,0-5 0,0 13 0,0-1 0,0-18 0,0 46 0,0-38 0,2 32 0,-1-41 0,1 21 0,-2-31-6784,3 41 6784,-3-42-70,2 24 0,-1 0 70,-1-19 0,0 46 0,0-61 0,0 17 0,0-7 6715,0 47-6715,0-38 209,0 44-209,2-55 0,-2 33 0,2-29 0,1 28 0,-3-23 0,2 13 0,-2-22 0,5 24 0,-4-24 0,6 29 0,-4-30 0,5 40 0,-4-26 0,5 36 0,-7-44 0,4 18 0,-5-35 0,3 15 0,2 28 0,7 24 0,-5-2 0,-2-31 0,0-3 0,-2-1 0,1 1 0,1 3 0,2 10 0,-1-8 0,0 1 0,4 21 0,1 20 0,-4-35 0,3 26 0,-8-49 0,6 40 0,-4-42 0,0 36 0,-2-38 0,0 52 0,-3-43 0,-2 13 0,1-26 0,-1 38 0,4-34 0,-1 39 0,3-51 0,4 32 0,1 5 0,0-9 0,5 20 0,-1-3 0,-6-33 0,7 22 0,-7-29 0,6 22 0,-2-23-6784,-1 14 6784,-3-23 0,7 29 0,0 1 0,6 17 0,-9-16 0,-3-17 0,-7-16 6784,5 12-6784,-3-10 0,3 23 0,-1-20 0,-3 5 0,2-12 0,-3 8 0,0-10 0,1 16 0,-1-18 0,1 4 0,-2 1 0,0 33 0,0-24 0,0 28 0,0-40 0,0 12 0,0-12 0,0 10 0,-2 2 0,1 4 0,-1 5 0,2 6 0,0-21 0,0 11 0,0-22 0,0 8 0,0-8 0,0 6 0,0-7 0,-2 4 0,1-4 0,0 5 0,1-6 0,-2 4 0,0-5 0,0 0 0,0-1 0,2 0 0,0-2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42.74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25 40 24575,'4'0'0,"-2"2"0,2 0 0,-2 2 0,2 0 0,-1-2 0,1 1 0,0-1 0,0 2 0,2 5 0,-2-3 0,5 25 0,-4-17 0,1 21 0,-4-19 0,-2 15 0,0-2 0,-6 20 0,2-19 0,-13 19 0,8-29 0,-8 12 0,8-20 0,-4 8 0,8-10 0,-2 2 0,8-9 0,-3-6 0,6-1 0,-2-6 0,10-12 0,-4 5 0,6-8 0,9-8 0,-8 9 0,17-25 0,-16 21 0,12-12 0,-14 16-6784,25-27 6784,-25 28 0,33-38 0,-35 44 0,10-12 0,-18 23 0,-4 2 0,2 4 6784,-6 2-6784,0 4 0,-3 2 0,1 1 0,0 3 0,1-1 0,-9 20 0,7-1 0,-3 17 0,7-15 0,3 7 0,0-21 0,4 7 0,-1-13 0,7 10 0,-3-13 0,-1 7 0,7-7 0,-4-2 0,4 1 0,-2-4 0,-9-4 0,2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43.23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36 8191,'15'79'0,"-11"-39"5063,16 5-5063,-18-43 2818,1 0-2818,0 0 1719,0-6-1719,0 0 0,0-4 6784,1-27-6784,-1 18 0,1-21 0,-4 27 0,-4-11 0,1 8 0,-5-8 0,4 13 0,0 1 0,0 5 0,2-1 0,-2 0 0,0 2 0,2 2 0,2 0 0,2 2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47.63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 24575,'6'0'0,"-2"0"0,4 0 0,-1 0 0,3 0 0,2 0 0,4 0 0,28 0 0,-15 3 0,27-3 0,-29 2 0,19-2 0,-14 0 0,27 0 0,-34 0 0,23-2 0,-38 2 0,11-2 0,-19 0 0,-2 7 0,-5-1 0,0 2 0,2-2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48.02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68 24575,'4'-2'0,"0"-1"0,1-1 0,1 1 0,2-2 0,1 3 0,-1-1 0,10-1 0,3 4 0,28-4 0,-22 3 0,15-1 0,-25 2 0,3-2 0,-1 1 0,9-3 0,-4 1 0,8-1 0,-14 1 0,1-3 0,-12 6 0,-2-8 0,-3 8 0,-2-4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49.05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45 807 24575,'-2'-1'0,"0"-1"0,0-2 0,2-2 0,-4-3 0,-1-17 0,1 3 0,-3-32 0,7 21 0,-7-61 0,6 51 0,-3-8 0,0 0 0,4 9 0,-3-26 0,5 39 0,1-29 0,3 35 0,2-22 0,1 18 0,-2 9 0,2-12 0,-3 20 0,3-9 0,-3 13 0,2-1 0,-3 4 0,4 0 0,-4 4 0,0 0 0,-2 2 0,-2 2 0,2-1 0,1 3 0,-1 1 0,4-1 0,-1 10 0,17 21 0,-9-6 0,13 25 0,-18-28 0,2 5 0,-9-11 0,3 12 0,-5-8 0,-2 24 0,-1-31 0,-11 19 0,-5-20 0,-3 3 0,2-5 0,5-10 0,12-3 0,-5-2 0,7 1 0,-3-2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49.90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60 0 24575,'-6'2'0,"2"-1"0,-4 4 0,-3 2 0,4 1 0,-3-1 0,5 4 0,3 0 0,-2 17 0,4-9 0,-2 23 0,2-27 0,4 23 0,-3-24 0,9 17 0,-5-18 0,9 15 0,-4-17 0,4 10 0,-3-11 0,20 16 0,-13-14 0,19 10 0,-25-17 0,8-1 0,-12-6 0,5-4 0,-9 3 0,1-3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50.46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42 9 24575,'0'4'0,"-2"2"0,-1 0 0,-1 0 0,0 2 0,0-1 0,2 1 0,-6 18 0,4-10 0,-2 22 0,2-23 0,6 26 0,-4-27 0,12 26 0,-5-29 0,11 12 0,-6-9 0,14 5 0,-10-8 0,18 3 0,-14-12 0,2 2 0,6-11 0,-12-4-6784,13-25 6784,-18 16 0,-1-35 0,-10 33 0,-3-23 0,-2 26 0,-6-12 0,1 16 6784,-10-12-6784,9 17 0,-9-6 0,12 11 0,-24-6 0,20 6 0,-18 0 0,25 3 0,-6 4 0,8-2 0,-1 4 0,4-2 0,2 2 0,0 0 0,0-2 0,0-1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51.05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209 0 24575,'-6'8'0,"0"-4"0,2 4 0,0-5 0,0 4 0,2 0 0,-2-1 0,4 4 0,0-1 0,10 15 0,-2-10 0,6 8 0,-3-13 0,19 14 0,-4-7 0,24 17 0,-24-19 0,15 12 0,-27-15 0,11 9 0,-18-12 0,1 7 0,-6-10 0,-6 8 0,1-7 0,-33 17-6784,18-13 6784,-23 8-4537,19-10 4537,7-3-50,-6 0 50,-31 0 0,-5-2 0,14-5 0,-17 5 0,8-3 0,40-6 0,2 0 4512,8 1-4512,0-4 6747,2-3-6747,2-1 0,0-1 112,3 3-112,5-3 0,-7 8 0,5-4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51.62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41 0 17502,'-14'36'0,"4"-3"0,5-11 0,3 1 3163,-1 3-3163,-2 70-6171,4-60 6171,2 23 0,1 0 1920,2-20-1920,12 32 1377,4-7-1377,-4-20 0,11 3 0,-18-36 6784,16 13-6784,-16-21 0,18 7 0,-14-9 0,16-5 0,-10-5 0,10-7 0,-14 1 0,16-39 0,-19-3 0,8-31 0,-16 1 0,-11 35 0,-2 2 0,1-13 0,-29-20 0,21 63 0,-21-17 0,22 21 0,-7-1 0,10 6 0,-12 6 0,12 0 0,-11 5 0,14 4 0,-10 6 0,1 0 0,-2 6 0,6-6 0,2 3 0,9-9 0,-3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51.93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0 24575,'4'2'0,"4"0"0,1 0 0,-1 0 0,5 0 0,-4-2 0,5 2 0,10 0 0,13 1 0,16 2 0,25 5-462,-22-4 0,-1 1 462,19 1 0,21 1 0,-73-9 0,11 0 0,-22 0 0,1 0 0,-11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57.69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1668 0 24575,'-91'27'0,"-1"1"0,25-8 0,-1 0 0,8-1-1533,-33 16 1533,40-16 0,-1 1-3788,-6 3 1,3-1 3787,-12 9 0,10-9 0,2 1 1801,3 2-1801,-20 15 0,4 0 0,-3 14 0,0 4 0,2 4-1338,15-4 0,-8 11 0,13-10 1338,9 4 0,0 0 0,3-2 4537,18-16-4537,5 12 0,2 7 0,7-11 0,1 2 0,-3 35 0,4-1 0,11 7-344,5-35 0,4-4 344,11 0 0,-2-13 0,2 0 0,9 7 0,7-3-394,-11-17 394,13-2 0,8 0 0,-8-2 0,5-2 0,37 11 0,9-2-1540,-3-5 1,9-6 1539,-18-12 0,11-3 0,1-1 0,-7 0 0,-7 2 0,-6 0 0,4-1 0,0-3 0,6-2 0,-4-1 0,-9 0 0,0 0 0,-6 0 0,3-4 0,1-1 0,0 1 0,1 0 0,21-3 0,-3 0 0,-31 1 0,0 0 0,32-5 0,6 0-891,-4-1 0,4-1 891,-12-1 0,4-2 0,-6 2 0,7 2 0,-6 1 0,-14-2 0,0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17.972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4 1 24575,'-1'2'0,"0"-2"0,0-2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16.35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 24575,'0'10'0,"2"7"0,1 3 0,5 9 0,0 4 0,15 51 0,-1-16 0,1 28 0,-1 3 0,-3-8-4252,-2-14 1,-3-5 4251,-10-19 583,0 2 1,1 0-584,-2 9 0,-1 2 0,1-3 0,0-16 0,0 26 0,-1-40 0,-2 20 0,2-31 6511,-1 23-6511,1-29 0,-2 7 0,0-23 825,0-15-825,0-32 0,-3-5 0,2-6 0,-2 7 0,3 35 0,0-2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17.17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1 150 24575,'0'-7'0,"0"-1"0,0 2 0,2-1 0,-2 2 0,2-1 0,0-1 0,3-7 0,0 5 0,9-7 0,-7 7 0,16-7 0,-7 5 0,16-6 0,-14 12 0,34-1 0,-31 8 0,35 5 0,-36 1 0,51 24 0,-38-12 0,52 33 0,-56-28 0,32 33 0,-39-32 0,-3 24 0,-4 2 0,-12-14 0,-8 53 0,-10-66 0,-38 20 0,15-22 0,-14-2 0,-3-3 0,7-5 0,-42 2 0,61-10 0,-32 0 0,30-2 0,-23 2 0,35-5 0,-12 2 0,23-2 0,-5 0 0,12 0 0,0-2 0,6 0 0,-2-2 0,1 2 0,-2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0.32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14 24575,'12'12'0,"-1"-1"0,9 2 0,-11-7 0,20 10 0,32-8 0,-22 0 0,28-1 0,-32-7-6784,27-8 6784,-20 4 0,57-9 0,-58 5-4537,22 3 4537,-23-5-3034,-18 9 3034,2-6 1267,-9 4-1267,-8 1-168,2-2 168,-6 2 3578,0-2-3578,0-2 5350,-3 2-5350,0-2 965,-2 2 0,0 2 1,0 1-1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0.712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0 24575,'7'2'0,"3"2"0,-3 1 0,19 13 0,-11-6 0,17 10 0,7 4 0,-11-8 0,24 17 0,-33-20 0,13 6 0,-26-14 0,7 7 0,-12-1 0,-6 17 0,-1-9 0,-9 9 0,8-16 0,-3-1 0,5 0 0,-1-5 0,0 3 0,1-4 0,-1 3 0,-2-3 0,5 1 0,-3-2 0,6-4 0,0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18.54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 24575,'6'4'0,"15"36"-9831,-1-1 8341,5 18 4119,3-1-2629,4 20 0,-3-16 0,-9-8 0,-1-1 0,-3-2 0,3 19 0,-2 1 0,-4-6 0,0 3 0,0-5 0,-8-26 1746,0 4-1746,0-20 0,-2 16 0,-1-14 6703,1 14-6703,-3-25 243,0-1-243,0-8 0,-2-4 0,1-6 0,-2-2 0,0-5 0,-4-12 0,4-1 0,-7-18 0,5 15 0,-1 6 0,1 15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19.177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0 157 24575,'0'-6'0,"2"0"0,-1 0 0,1-5 0,-1 6 0,0-5 0,2 2 0,2-6 0,0 3 0,13-13 0,-7 10 0,12-7 0,-8 10 0,34 6 0,-24 1 0,40 15 0,-32 0 0,21 24 0,3 5 0,-5-4 0,6 9 0,-6 0 0,-29-15 0,9 15 0,-23-21 0,2 4 0,-8-2 0,-1 1 0,-11 26 0,-4-18 0,-10 14 0,-8-24 0,8-11 0,-4 0 0,15-11 0,-13 6 0,14-6 0,-10 4 0,13-6 0,-2 4 0,3-4 0,-1 3 0,6-2 0,0-2 0,2 2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19.69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176 89 24575,'-9'0'0,"2"2"0,-6 0 0,4 4 0,-10 3 0,9 0 0,-9 0 0,10-1 0,-2 1 0,2 0 0,-2 2 0,4-5 0,-1 5 0,3-4 0,3 3 0,0-1 0,2 1 0,11 20 0,-4-12 0,20 29 0,-10-29 0,14 17 0,-12-23 0,14 4 0,-16-13 0,12 1 0,-14-4 0,0-4 0,0-21 0,-12-25 0,2 4 0,-14-17-6784,3 40 6784,-6-5 0,2 9 0,-49-30 0,24 20 0,-37-16 0,52 36 0,-7 4 0,21 3 0,-6 0 0,10 2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1.27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5 24575,'4'0'0,"0"0"0,0 0 0,0 0 0,-1 0 0,1 0 0,0 0 0,0 0 0,0 0 0,0 0 0,1-2 0,2 2 0,12-2 0,36 2 0,-14 0 0,37 0 0,-48 2 0,19-2 0,-30 3 0,16-1 0,-23 0 0,8 0 0,-12 0 0,-1-2 0,-5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1.897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0 24575,'3'2'0,"2"0"0,0 2 0,3 2 0,0 1 0,4 4 0,-1 1 0,19 15 0,-8-6 0,16 20 0,-19-23 0,13 26 0,-21-28 0,18 38 0,-22-26 0,6 7 0,-18 27 0,-5-27 0,-4 24 0,-5-19 0,8-23 0,-8 21 0,9-21 0,-4 15 0,6-20 0,-1 17 0,2-10 0,2 0 0,3-8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2.28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41 24575,'3'-4'0,"3"0"0,1 2 0,-1-2 0,8 2 0,5-2 0,6 1 0,1 1 0,32-5 0,12 5-278,-14-1 1,2 0 277,21 3-3301,-1-1 1,-3 2 3300,-26 1 0,48 2 0,-86-1 0,-14-1 0,-3-2 93,-1-2 0,3 2 0,3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2.67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 10294,'66'6'0,"-15"-2"5068,-23-2-5068,-11 0 2483,15 1-2483,63 13 0,-38-11-1796,20 5 1,-1-2 1795,-30-6 1609,20 2 0,-1-1-1609,-24-2 0,33 1 0,-55 0 0,-14-1 0,-8 0 1656,-5-3 1,3 2 0,1-2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3.48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0 24575,'2'4'0,"2"0"0,0 10 0,2 3-9831,4 13 8341,-4 4-665,5 10 2155,-1 5 2155,2 10-2155,2 4 0,-1 0 0,4 10 0,-1 0 0,-1-1 0,-1-1 0,2 14 0,-4-11 0,-2 18 0,-2-22 0,0-5 0,-3-17 0,-4-41 0,-2-10 4537,1-6-4537,-2 0 0,0-6 0,1 9 0,-1-3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3.97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20 24575,'0'-4'0,"1"2"0,0-1 0,2 2 0,-1-2 0,2 2 0,4 0 0,-2-1 0,4 1 0,1-1 0,0 4 0,12 3 0,8 6 0,22 6 0,-8 1 0,21 18 0,-40-16 0,10 18 0,-31-22 0,1 18 0,-6-11 0,-13 22 0,3-17 0,-18 12 0,9-16 0,-6 4 0,0-1 0,-14 4 0,-2 1 0,1 3 0,-39 23 0,67-50 0,3-2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4.45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300 462 24575,'-37'11'0,"-1"11"-9831,1-4 8341,7 19 4308,27-15-2818,1 15 0,6-15 1719,5 6-1719,1-15 0,2 7 0,-5-12 6784,4 0-6784,-6-6 0,5-4 0,-3-3 0,1-3 0,1-5 0,-6 3 0,5-8 0,-2 0 0,2-2 0,-1-5 0,1-32 0,-2-8 0,-6-5 0,5 1 0,-5 1 0,-25 3 0,-3 15 0,-18-12 0,16 27 0,-1 6 0,17 20 0,3 6 0,-24-3 0,15 5 0,-14-1 0,21 4 0,8-1 0,1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5.097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31 24575,'6'0'0,"2"0"0,-2 0 0,3 0 0,1-2 0,-3 1 0,14-3 0,-7 4 0,12-3-3392,41 3 0,6 0 3392,-20-2-272,41 0 1,-1 1 271,-47-2 0,50-3 0,-3 6 0,-37-1 0,0-1 0,39 2 0,3 1 0,-65-1 0,12 0 0,-37-2 0,2 2 0,-10-2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5.48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12 0 24575,'8'6'0,"-1"0"0,3 1 0,4 4 0,-5-4 0,10 5 0,5 7 0,-2-7 0,22 18-6784,-20-13 6784,5 2 0,-13 0 0,-12-10 0,-1 5 0,-24 6 0,0-6 0,-21 10 0,13-11 0,3 1 0,7-5 0,4 4 0,-3-1 0,-1 3 0,4 0 0,4-1 0,5-2 0,4-4 0,2-4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5.79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8 10 24575,'0'-3'0,"-2"-1"0,0 2 0,0 1 0,0 2 0,2 1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7.05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8 0 24575,'0'23'0,"-3"28"0,2-12 0,-2 31-587,3-31 587,7 52 145,-1 2-145,3 6 0,-5-10 0,-2-47 0,-1 1 0,5 19 0,1 3 0,-2 15-105,2-4 0,0-4 105,-4-21 0,2 8 0,-2-41 0,0 11 0,-2-21 0,-1-5 0,-1-4 0,0-13 0,-3 4 652,1-17-652,-2-4 0,2 11 0,1-3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7.47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170 1 24575,'25'0'0,"-7"0"0,10 0 0,-13 0 0,9 0 0,-6 0 0,4 0 0,-3 0 0,-2 0 0,2 0 0,-7 3 0,13 10 0,-14 0 0,14 23 0,-17-13 0,4 27 0,-9-22 0,1 10 0,-3-12-6784,-4 14 6784,-3-14 0,-19 27 0,-5-19 0,-14 7 0,-14-3 0,18-18 0,-24 3 0,34-14 0,-6-1 0,15-6 0,-17-2 0,13 0 0,-15-2 0,30 1 0,4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7.99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427 407 23558,'-22'13'0,"5"1"502,-1-3-502,4 3 0,5 0 0,-3-2 0,5 6 170,-1-8-170,1 9 86,2-3-86,1 2 259,4 1-259,4-7 0,1 4 0,29 19 0,-17-13 0,21 13 0,-24-26 0,2 3 0,14-2 0,-4 1 0,35-11 0,-23-8-6784,13-8 6784,-20-16 0,-12 10 0,-1-28 0,-12-3 0,-3 6 0,-52-7 0,-39-17 0,-9 1 0,22 16 0,31 22 0,0 2 0,-30-22 0,-21-16 0,7 8 0,37 32 0,42 30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8.48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1 191 24575,'4'0'0,"-1"0"0,1 0 0,2 0 0,1 0 0,3-2 0,1 2 0,12-5 0,12-1 0,27-7 0,4-1-3392,-7 1 0,1-1 3392,6-1 0,2 0 0,-3 0 0,-18 4 0,33-8 0,-10 3 0,-32 4 0,21-3 0,-49 11 0,-4 2 0,-4 2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28.87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98 0 24575,'6'2'0,"-2"0"0,4 2 0,-1 2 0,1-3 0,3 5 0,0-3 0,16 11 0,-6-5 0,9 4 0,-14-9 0,-8-2 0,-4 0 0,-4-1 0,-5 8 0,4-5 0,-17 25 0,11-18 0,-19 25 0,17-19 0,-15 21 0,11-16 0,-14 20 0,11-23-6784,-18 16 6784,17-20 0,-19 12 0,25-19 0,-4 1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31.27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 24575,'9'6'0,"-1"0"0,1 5 0,2 1 0,1 5 0,0-3 0,6 6 0,-1 9 0,9 5 0,13 40 0,-13-24 0,3 23 0,-22-42 0,-7 6 0,-5-19 0,-10 16 0,5-19 0,-29 24 0,14-23 0,-15 13 0,19-20 0,9-5 0,8-7 0,6-7 0,1 3 0,1-4 0,2 2 0,18-28 0,-11 16 0,9-14 0,-17 27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31.57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76 1 24575,'-11'4'0,"1"1"0,1 0 0,-2 11 0,3-3 0,-1 7 0,2-4 0,4 0 0,-4 14 0,7 10 0,-1-1 0,10 11 0,-1-28 0,14 17 0,-13-26 0,11 14 0,-9-17 0,8 6 0,-6-11 0,2 1 0,-8-6 0,-1 0 0,-5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31.80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14 0 19500,'21'37'0,"-6"-12"2357,-1 3-2357,-9-15 0,2 4 863,-5-4-863,-2-6 448,-2 2-448,2-4 0,-13 4 0,8-6 1407,-17 2-1407,14-7 0,-7-2 0,8 0 0,3 0 0,3 2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32.46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1 111 24575,'2'8'0,"-2"1"0,4 5 0,-1-1 0,1 1 0,3 2 0,0 1 0,5 8 0,0-6 0,10 10 0,-6-19 0,4 3 0,-11-13 0,0-3 0,-5-2 0,2-3 0,-2-1 0,0-1 0,1-4 0,3-11 0,-2-9 0,1-23 0,-4 18 0,-1-11 0,-2 32 0,2-2 0,2 15 0,-4 5 0,8 11 0,15 66 0,-8-32 0,3 19 0,1 2 0,-2-9 0,-6-7 0,1 0 0,0 3 0,4 40 0,-8-38 0,-2 19 0,-9-36 0,-17-7 0,5-18 0,-20-6 0,19-11 0,-14-13 0,19 3 0,-5-14 0,10 2 0,2 6 0,1-6 0,10-11 0,-4 20 0,19-35 0,-13 37 0,11-14 0,-11 15 0,-4 7 0,-1 1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32.75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214 0 8957,'23'74'0,"-5"-18"5117,-9-11-5117,-4-13 2702,1 13-2702,3-1 1615,-2 1-1615,2 13 0,1 2 6184,-1 2-6184,0 23 0,-1-1 0,-5-29 0,-7 1 0,-3-2 0,-1-20 0,-20 16 0,-56-11 0,34-21 0,-43 4 0,58-33 0,20 5 0,0 2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33.22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39 0 8191,'-21'76'0,"4"-8"5063,17-36-5063,2 8 2818,5 6-2818,6 13 0,3-4 0,2 2-2818,10 23 2818,-10-24 0,-1-3 0,5 8 0,-9-14-12,4-2 12,17 31 0,0-12-188,1-6 1,0-1 187,-2-2 4346,26 15-4346,-29-45 6497,27 4-6497,-13-9 0,-9-11 0,-20-7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34.30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28 1 24575,'-6'4'0,"2"3"0,0-4 0,2 3 0,0-3 0,-2 3 0,4-2 0,0 0 0,0-4 0,4-4 0,-2 2 0,2-2 0,-2 2 0,0 0 0,-2-2 0,0 0 0,0 1 0,-2 0 0,1 0 0,-2 3 0,-1-1 0,0 4 0,0 2 0,2-1 0,2 2 0,0-2 0,0 0 0,0-2 0,0-1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35.02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46 0 24575,'-10'62'0,"0"-1"0,0-4 0,2-4 0,4 16 0,1 26-9831,3-33 8341,0 31 1490,0-29-2155,3 2 2155,-3-6 2155,6-2-2155,9 26 0,2 1 0,-2-18 0,5 16 0,-1-11 0,-11-53 4537,0 1-4537,-3-12 6784,0-2-6784,-2-3 0,0-2 0,-3-3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38.02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1 216 21645,'9'23'0,"-2"-5"0,3 10 0,0-5 1408,1 11-1408,0-11 494,-3 1-494,-5-12 0,1 4 252,-2 10-252,-4-13 0,4 10 776,-6-18-776,4 0 0,-2 0 0,2-1 0,0 0 0,-2-2 0,2 1 0,-2-1 0,2 2 0,0 0 0,0 0 0,0 0 0,-2-2 0,2-8 0,0-5 0,3-2 0,3-12 0,-1 9 0,4-22 0,-1 16 0,1-13 0,-2 14 0,4-23 0,-5 22 0,1-23 0,-5 32 0,0-10 0,-2 14 0,4-17 0,-2 18 0,6-20 0,-4 23 0,8-12 0,-5 10 0,1-1 0,0 2 0,19-14 0,-12 12 0,41-22 0,-33 23 0,14-5 0,-24 10 0,1 2 0,-9 0 0,8 5 0,-8-2 0,4 18 0,-4-9 0,2 25 0,-21 14 0,-14 0 0,-41-2 0,39 0 0,-1-7 0,-30-37 0,59-7 0,2-2 0,0-2 0,2 2 0,0-5 0,0 6 0,0-3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38.36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60 0 24575,'-6'9'0,"-2"-1"0,0 8 0,3-8 0,-5 19 0,6-13 0,-3 11 0,3 3 0,3-6 0,-3 9 0,3-7 0,-1 5 0,2-12 0,0-1 0,2-13 0,0 1 0,2-3 0,0-2 0,-2-1 0,0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39.167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8 0 24575,'-2'8'0,"0"3"0,-1 9 0,3 8 0,-1 3 0,4 8 0,2-11 0,0-1 0,0-10 0,3 1 0,-3-8 0,12 8 0,-9-13 0,7-2 0,-4-15 0,-6 3 0,3-8 0,-8 4 0,4 1 0,-3-7 0,1 5 0,0-11 0,-2 9 0,2-8 0,-2 13 0,0 1 0,-7-8 0,-2 6 0,-2-5 0,0 8 0,8 10 0,2 2 0,1 3 0,12 6 0,-8-7 0,8 3 0,-6-6 0,6-4 0,-5 0 0,12-9 0,-15 3 0,7-6 0,-10 8 0,-1 2 0,-2 1 0,-2 4 0,2-1 0,-2 6 0,4 1 0,-2-1 0,2 2 0,0-2 0,0 10 0,2-3 0,2 17 0,-1-14 0,7 19 0,-6-19 0,6 17 0,-7-19 0,1 9 0,-4-13 0,0-1 0,-2-3 0,-11 0 0,4-2 0,-11 0 0,12-2 0,-4-2 0,9-19 0,1 5 0,7-13 0,5 7 0,-1 6 0,-4 4 0,-1 4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39.62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49 0 23587,'-7'24'0,"0"2"0,5-3 0,-4 13 488,3-1-488,-3 9 165,3-3-165,-2-1 0,-1 43 0,2-28 0,4 5 0,3-1 0,3-16 83,14 30-83,-9-56 252,29 4-252,-17-25 0,11 0 0,-10-18 0,-7-7 0,1-18-6784,-2 11 6784,-10-9-4537,0 26 4537,-5-28 0,1 20 0,-2-21 0,-2 27 0,-16-23 0,10 29 4537,-30-32-4537,25 41 6784,-15-15-6784,19 21 0,1-2 0,4 2 0,1 2 0,-1-2 0,2 4 0,-2-4 0,2 2 0,0-2 0,0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39.94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 24575,'10'2'0,"-4"-2"0,4 4 0,-1-2 0,0 3 0,6-3 0,0 2 0,4-1 0,3-1 0,34 6 0,-18-7 0,21 2 0,1 0 0,-16-3 0,53-3 0,-76 1 0,9-4 0,-23 3 0,-1-3 0,-5 6 0,-1-2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40.27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13 18918,'43'0'0,"-12"0"0,0 0 0,-16 0 0,9 0 0,-11 0 2600,5 0-2600,-3-2 965,-2 1-965,1-2 0,-10 1 0,0-1 0,-4 2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40.53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 23403,'9'16'0,"2"18"-9831,0-13 9247,-1 12-460,-1-14 1044,-6-5 2127,5 2-2127,-1 10 148,1-6-148,1 22 0,-7-29 0,0 12 5014,-2-10-5014,2 1 5342,-2 9-5342,4-9 0,-4-6 0,2-8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41.21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5 732 24575,'-3'-17'0,"1"-2"0,2-1 0,0 3 0,3-19 0,-1 12 0,4-13 0,1-1 0,-1 10 0,3-10 0,-1 13 0,15-37 0,1 7 0,-3 4 0,-1-1 0,6 0 0,4-15 0,-20 48 0,10-14 0,-10 20 0,5-5 0,-8 12 0,7 2 0,-8 6 0,7 0 0,-9 6 0,2-4 0,-2 2 0,0-2 0,3 10 0,-3-5 0,3 17 0,-5-13 0,0 15 0,-4-13 0,-4 8 0,-1-12 0,-4 4 0,0-6 0,-18 12 0,15-14 0,-14 7 0,25-16 0,0 0 0,3-2 0,0-2 0,0 4 0,0-2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42.24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 24575,'2'5'0,"1"0"0,-2 3 0,1-4 0,-2 4 0,4 7 0,-1-2 0,8 16 0,-4-15 0,4 11 0,-2-7 0,6 6 0,-4 2 0,4-5 0,-8-4 0,5 1 0,-6-7 0,5 17 0,-7-20 0,0 11 0,-4-16 0,-2 1 0,-2-3 0,0-4 0,2-2 0,-2-3 0,4-3 0,-4 0 0,3-11 0,2 4 0,9-11 0,-3 11 0,22-16 0,-16 20 0,18-8 0,-19 18 0,12 0 0,-13 3 0,5 1 0,-6 4 0,5 9 0,-2 1 0,1 2 0,-7-3 0,7 9 0,-10-15 0,7 8 0,-11-21 0,2 2 0,0-2 0,6-2 0,10-3 0,-5 3 0,14 0 0,-16 10 0,8 4 0,-7 2 0,13 10 0,-8-1 0,28 29 0,-25-25 0,15 15 0,-23-27 0,-4-1 0,0-1 0,-3-1 0,1-4 0,-2-4 0,-1-2 0,2-7 0,-3 4 0,13-16 0,-10 15 0,18-21 0,-17 25 0,3-11 0,-5 15 0,-4-2 0,2 4 0,-2 2 0,0 0 0,0-1 0,0 1 0,0-2 0,0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42.71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4 0 24575,'-1'6'0,"0"9"0,-1-2 0,2 12 0,0 13 0,0-1 0,0 9 0,3-7 0,-3-12 0,6 34 0,5-5 0,0-8 0,3 1 0,6 5 0,9 3 0,-18-48 0,3-3 0,-5-6 0,1 0 0,-2-4 0,0-1 0,4-11 0,-2-2 0,-2 0 0,2-42 0,-5 10 0,-1-1 0,-1-3 0,-5-14 0,-9 13 0,-3 5 0,-1 13 0,-15-16 0,23 50 0,-2 3 0,5 4 0,-4 4 0,4 1 0,-6 7 0,-1 0 0,-6 15 0,6-13 0,0 2 0,9-16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42.93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0 24575,'4'0'0,"0"0"0,0 0 0,1 2-2126,27-2 0,-22 2 0,19-2 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43.22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0 24575,'33'39'0,"21"22"0,-27-28-2320,24 29 0,8 10 2320,-15-14 0,0 1 0,15 18 0,0-1 0,-15-16 0,-3-4 0,-9-13 0,-3-3 1416,19 29-1416,-13-6 0,4 12 0,-6-9 0,7 20-13,5 11 1,-14-9 12,-38-56 0,-16 4 0,-1-15 2362,-9-8-2362,14-6 0,5-5 0,4-5 0,8 2 0,0-3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43.80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0 109 24575,'53'-12'0,"-10"2"-9831,13-3 8341,-21 3-665,13 3 2155,-15-1 2155,22 0-2155,-18-1 0,29 2 0,2 1 0,-21-1 0,18 2 0,-7 3 0,-40 2 4537,16 0-4537,-24-2 6784,4 1-6784,-8 0 0,0 1 0,-2 1 0,-2 0 0,0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44.18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1 190 24575,'4'-1'0,"0"-2"0,-2-1 0,1 2 0,1-1 0,2 1 0,0-2 0,2-2 0,1 1 0,8-5 0,10-2 0,39-21 0,-24 15 0,44-20 0,-54 26 0,25-3 0,-32 8 0,21 2 0,-23 0 0,5 3 0,-19-1 0,-7 3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45.52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0 22017,'0'30'0,"0"-4"1236,0 14-1236,0-11 431,3 23-431,-2-14 219,7 28-219,-4 2 0,5 16-143,-6-30 1,1-2 142,2 19-174,-2-10 0,-2-4 174,2-10 0,-2 32 0,-2-56 0,0 1 0,0-14 0,0-6 0,-2 0 939,2-4-939,-2-2 366,4-4-366,-1 0 0,1-8 0,-2-4 0,0 0 0,-3-23 0,2 13 0,-2-3 0,3 16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46.03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208 50 24575,'5'-14'0,"-3"4"0,0 4 0,0 4 0,0-2 0,0 2 0,3-2 0,-1 0 0,4 2 0,-2 0 0,5 4 0,-3 3 0,33 12 0,-25-6 0,30 17 0,-35-18 0,7 13 0,-10-11 0,0 9 0,-10-1-6784,2-3 6784,-20 9 0,-62 30-506,16-12 506,8-7 0,3-2 0,6-5 0,4 0 0,30-17 0,-3 3 0,17-11 6534,0 2-6534,4-7 756,7 2-756,0-2 0,17-6 0,-17 4 0,8-4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46.35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47 0 23266,'-12'19'0,"4"-2"644,1-1-644,4 1 0,-2 2 219,-1 6-219,5-1 110,-4 12-110,5-11 336,2 5-336,1-13 0,7 8 0,-4-14 0,15 16 0,-12-18 0,25 13 0,-16-14 0,22 1 0,-21-7 0,11 0 0,-10-1 0,28-15 0,-29 9 0,15-11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48.03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17 0 24575,'0'6'0,"0"0"0,-2 8 0,1-5 0,-3 7 0,3-5 0,-3 3 0,4 2 0,-4 19 0,3-2 0,3 17 0,1-24 0,9 5 0,-5-21 0,10 8 0,-10-11 0,9 3 0,-4-8 0,16 0 0,-13-4 0,10-8 0,-18 3 0,12-47 0,-12 33 0,1-55 0,-11 56 0,-5-17 0,3 23 0,-1 4 0,6 1 0,2 5 0,2 3 0,4 1 0,-1 0 0,7-2 0,-4 1 0,26-11 0,-20 10 0,34-10 0,-32 11 0,17-5 0,-23 5 0,0-4 0,-8 2 0,-4 0 0,-2 0 0,-25 4 0,16 4 0,-19 5 0,26 1 0,2 2 0,4-6 0,23 22 0,-9-15 0,19 18 0,-17-19 0,21 12 0,-20-16 0,26 19 0,-31-20 0,6 10 0,-16-11 0,-7 2 0,-5-5 0,-13 0 0,6-2 0,-20-2 0,18 2 0,-11-1 0,19 2 0,3 0 0,6-1 0,9 1 0,2-2 0,6 0 0,-1-1 0,39-10 0,10-3 0,-2 5 0,26-4 0,-3 0 0,-30 8 0,30 3 0,-51-1 0,18 6 0,-18-2 0,49 13 0,-43-10 0,46 15 0,-63-16 0,18 7 0,-31-11 0,6 2 0,-15-3 0,1-2 0,0 0 0,2-1 0,0 0 0,24-1 0,-9 0 0,34 2 0,-18 0 0,21 3 0,-18 0 0,35 3 0,-30-3 0,45 3 0,-55-3 0,16 0 0,-37-2 0,-4 0 0,-4-2 0,-3 2 0,-2-1 0,2 1 0,0-1 0,-2 0 0,2 2 0,-2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7:55.31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4 24575,'4'0'0,"0"0"0,0-2 0,-1 2 0,-1-2 0,0 2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10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3 24575,'-8'8'0,"3"1"0,0 5 0,5-4 0,-2-2 0,4 0 0,17 11 0,-9-10 0,12 8 0,-2-17 0,-9-2 0,5-2 0,-7-2 0,-5-8 0,1 6 0,-3-9 0,-4 12 0,-9-13 0,5 11 0,-7-6 0,1 9 0,-11 2 0,3-1 0,-19 1 0,20 2 0,-24 2 0,18 1 0,-2 1 0,16 0 0,11-2 0,2 3 0,0-2 0,0 1 0,-2-3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11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1 409 24575,'6'-4'0,"1"0"0,7-1 0,-1 1 0,37-10 0,-5-1 0,25-7 0,-26 8 0,6-3 0,-21 7 0,14-4-807,-2 0 807,35-8 0,27-6 0,-15 4 0,-38 10 0,1 1 0,25-5 0,18-4 0,-2 2 0,-24 7 0,-12 7 0,14 2 0,0 1 0,-24 1-98,52-1 98,-52 2 0,11 0 0,4 0 0,8-2 0,1 1 0,6 0-1112,-13-2 0,2 0 1112,34-2 0,0 1 0,-29 2 0,0-1 0,3 0 0,4-1 0,-9 1 0,32-2 0,-2 1 0,1 0 0,-49 3 0,1 0 0,14-1 0,7 1 0,-3 1 0,6 0 0,1 1 0,-1-1 0,5-1 0,-5 2 0,4-1 0,-4 2 0,15-1 0,-8 0 0,-5 0 0,4 0 0,-2 2 0,-20 1 0,13 2 0,-4 2 0,-34-1 712,31 10-712,-46-11 90,10 7-90,-17-6 0,1 4 2327,-3-6-2327,5 12 0,0-5 0,8 15 0,-11-12 0,14 16 0,-16-21 0,28 32 0,-24-26 0,21 22 0,-24-26 0,1 4 0,-12-12 0,-5 0 0,-1-3 0,-2 0 0,-1 0 0,1 0 0,-6-4 0,-10-1 0,2-3 0,-26-8 0,-4-1 0,12 4 0,-16-8 0,4 1 0,25 9 0,-23-15 0,33 17 0,-9-8 0,22 12 0,-1-1 0,4 3 0,-1-1 0,2 9 0,2-1 0,1 10 0,1-5 0,3 7 0,8 19 0,-5-13 0,11 23 0,-6-20 0,7 6 0,-7-11 0,16-2 0,-21-15 0,28 5 0,-28-8 0,25 2 0,-24-4 0,17-4 0,-14 0 0,22-14 0,-20 13 0,34-20 0,-35 19 0,19-8 0,-20 11 0,-3-1 0,-3 2 0,-3 0 0,-2 2 0,0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12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39 117 24575,'2'6'0,"0"0"0,-2-3 0,0 1 0,2 0 0,-2 0 0,3 0 0,-2 1 0,2 0 0,1 2 0,0-5 0,2 3 0,-2-4 0,0-1 0,1-3 0,5-4 0,-1 2 0,8-12 0,-9 11 0,9-15 0,-10 13 0,5-7 0,-8 8 0,0-1 0,-4 2 0,0-4 0,0-1 0,-26-11 0,13 11 0,-22-3 0,21 12 0,-10 9 0,9 0 0,-9 16 0,16-11 0,1 8 0,17 8 0,-4-40 0,5 28 0,-7-40 0,-4 20 0,0 2 0,0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13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0 24575,'2'2'0,"3"10"0,-2-2 0,4 12-9831,-3-8 8341,-1 19-665,-1-10 2155,-2 9 2155,0 1-2155,-29 23 0,13-16 0,-28-1 0,-7-4 0,12-13 0,-14 0 0,-1-2 0,11-7 0,-1-2 0,26-8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9:00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7788 1286 24575,'-45'-18'0,"0"2"0,0-1 0,-4 4 0,0-4 0,-5 0-6784,0-2 6784,-17 2 0,-13-4-4537,9 6 4537,5-2 0,-7-1-301,-1 2 0,-8 1 301,15 1 0,-8-1 0,-3-1 0,5 2 0,-7 0 0,4 1 0,-4-1-460,6 1 1,-3 0 0,0 0-1,5 2 460,0 0 0,5 2 0,-5 0 184,-7 1 1,-6 1 0,-1 1-1,6-1-184,3 1 0,6 0 0,-5 0 0,-2 2 0,-6 1 0,2-1 0,12 2 1057,1-1 1,2 1-1058,-11 0 0,-8 1 0,3 0 0,-11 1 0,-3 0-383,21 3 0,-9 1 0,0 0 1,9-1 382,-17 0 0,1 1 0,16 1 0,-8 3 0,1 0 0,15-2 951,15-1 0,-3 0-951,-13 1 0,-18 1 0,-8 2 0,3-1 0,12 0 0,7 0 0,7 0 0,-7 1 98,-2-1 0,-10 0 1,-3 0-1,4 1 0,13-1-98,-17 5 0,7 0 0,6-2 0,-4 1 0,11 0 322,15-2 0,1 2-322,-11 0 0,-7 1 0,8-1 0,13-1 0,0-1 0,-12 4 0,-7 1 0,9-2 0,-20 6 0,-3 7 0,4 1 0,20-3 1418,13 1 0,2 1-1418,4 0 415,-21 23-415,35-20 4069,-16 23-4069,22-22 0,-4 12 0,1 3 0,3-4 895,-3 6 0,1 0-895,5-13 0,-7 27 0,-8 11-3246,13-17 0,0 0 3246,-12 23-231,13-12 0,2-6 231,10-23 0,-4 52 0,15-42 0,25 47 0,-3-34 0,12 14 0,-10-36 0,8 0 0,2 0 0,10 10 2222,25 13 1,6 0-2223,4-9 0,3-2 0,2-3 0,-39-26 0,1-3 0,14 5 0,8 1 0,-6-5 0,-9-6 0,2-2 0,23 6 0,12 1 0,-9-2 0,-17-6 0,2 0 0,10-1 0,15 2 0,0 0 0,-13-2 0,-2-1 0,0-1-780,6 1 1,14 0-1,-1-1 1,-14 0 779,-10-2 0,-2 0 0,16 0 0,10 0 0,-12 0-1030,-21-1 0,-1 0 1030,23-1 0,12 0 0,-9 0 0,-10 1 0,-1 0 0,4-1 0,7-2 0,-10 1 0,-17 1 0,4-2 0,9-5 0,18-4 0,8-2 0,-6 1 0,-15 1 0,3 1 0,1-2-629,4-2 1,19-2 0,5-2 0,-7 0 0,-22 1 628,-13 0 0,-5-1 0,17 0 0,10-2 0,-9 1 395,-16 1 0,0 1-395,16 0 0,8 0 0,-9 2 0,-19 2 0,3 1 0,9 0 0,15-2 0,3 1 0,-11 2 0,15 0 0,1 1-406,-19-1 1,9-2 0,0 0 0,-4 0 405,4-2 0,-3-1 0,-2-1 0,-4-1 0,-1-1 0,-2 1 183,23-2 0,-4 0-183,-7-4 0,-6 1 0,-30 8 0,1-1 0,13-7 0,7-4 0,-6 2 0,-9 2 0,4-2 0,7-4 0,14-6 0,-2 0 0,-14 6 0,-16 4 0,-2 2 0,26-7 0,10-2 0,-20 5 2744,-23 5-2744,16 3 0,3-2 0,10-20-1802,1 12 0,-1 0 1802,-1-10 1742,-4 10 0,-3 3-1742,-14 4 598,2-9 1,-3 1-599,-11 10 0,15-12 0,-3 0 0,-20 13 263,42-32-263,-55 31 6428,3-10-6428,-1-11 837,-9-28-837,2 13 236,-6-25-236,-5 49-3392,0-33 0,-2-2 3392,-2 18 0,-2-20 0,-3 3 0,0 34 0,-24-45 0,12 29 0,-7 1 0,-2 0-790,-7-5 790,-23-8 0,-8-3-639,25 24 1,-2 0 638,-10-4 0,-7-4 0,4 4 1819,1 2 1,-7 1-1820,-11-1 0,-18-6 0,-9-3 0,4 3 0,14 6-1457,15 6 0,9 5 0,-12-4 1457,2 3 0,-14-5 0,-7-3 0,-3 0 0,3 2 0,8 5 0,13 6 0,-26-2 0,4 5 0,1-1 0,-12-2 0,0 1 0,13 4-602,-1 3 0,3 3 602,-4-1 0,-6 0 0,10 3-159,22 5 0,1 1 159,-14 1 0,-9 0 0,7 1 0,3 2 0,4 0 0,-10 0 0,-2 0 0,18 2 0,-2 1 0,3 1 0,-11 3 0,0 1 0,-18-2 0,-1 0 651,17 2 0,8 0-651,-18-4 0,17 1 0,-24 2 0,-11 1 0,3 0 0,16-2 876,12 0 1,9-2 0,-12 1-877,6 0 0,-14 0 0,-8 1 0,-1-1 0,3 1 0,9-2 0,16 0 234,-18 0 0,2 1-234,7 0 0,-16 2 0,-10 1 0,0 0 0,7 0 0,15-1-1068,6 2 0,11-1 0,-8 1 1068,-6-1 0,-13 2 0,-1 0 0,6 0 0,19-1 0,10 2 0,9 1-352,-13 4 0,2 0 352,-33 6 0,21-5 0,-12 3 0,12-4 0,-16 3-57,14-4 0,-13 3 0,13-2 57,-11 4 0,-9-1 0,-1 1 827,5 0-827,11-4 0,2 0 0,-4 3 0,0 0 0,-2 3 0,32-9 0,-1 4 0,-15 9 0,-8 6 0,8-3 0,18-10 0,3 1 0,-32 22 0,9-1 5075,26-17-5075,2 5 0,0 0 0,-4 4 1113,-14 22-1113,26-24 0,-10 44 0,20-38 0,3 11 0,3 6 0,4 28 857,8-29 0,2-1-857,-1 28 0,9-7 0,3-4 1139,3-17-1139,2 11 0,4 15 0,1-8 0,0-20 0,2-3-3183,5 32 0,1-3 3183,6-1 0,10 5-673,-12-22 673,5 0 0,1 1 0,4 10 0,14 3 0,6 1 0,-23-30 0,4-1 0,29 20 0,15 8 0,-9-11 0,-18-20 0,0-3-369,18 11 0,10 4 1,-11-12 368,-26-22 0,2-4 0,23 6 0,13 2 0,-5-3-996,2 0 0,3-2 996,-14-5 0,9 0 0,0-1 0,-8-1 0,22 4 0,0-1 0,-21-5 0,8 1 0,-2-2 0,-8 0 0,5 0 0,1-1 0,3 1 0,13 0 0,-2 0 0,-15-2 0,-14 0 0,-2-2 0,28 1 0,12-1 0,-19 0 4267,-5-2-4267,-9 0 0,-5 0 0,-20 0 736,6-2-736,-37 1 0,-3 0 0,-8 1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9:05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2696 0 24575,'-4'4'0,"0"2"0,0-3 0,0 4 0,-2-4 0,-1 3 0,3-2 0,-6 0 0,7 2 0,-8 0 0,6 1 0,-8 0 0,5-2 0,-11 4 0,9-4 0,-7 3 0,0 1 0,-1-2 0,-8 5 0,-24 13 0,25-14-6784,-29 19 6784,42-22 0,-29 15 0,23-12 0,-28 11 0,25-11 0,-17 6 0,16-8 6784,-6 4-6784,-51 25 0,-17 6 0,27-15 0,-2 0 0,6 1 0,-3 2 0,6-4 0,5-6 0,13-5 0,21-8 0,5 1 0,-1-1 0,5-3 0,-14 8 0,2-2 0,-36 15-6784,31-14 6784,-14 3-4318,31-11 4318,1-1 0,-13 4 0,-5 2 0,-3 1 0,-20 8 4646,26-10-4646,-19 6 6456,29-8-6456,-17 4 0,19-1 0,-14 0 0,18-3 0,-4-2 0,8-2 0,-4 4 0,5-6 0,-3 8 0,6-8 0,0 4 0,1-5 0,1 4 0,-2-2 0,-4 3 0,4 0 0,-11 4 0,7-5 0,-5 4 0,-8 5 0,11-7 0,-8 7 0,12-11 0,-3 5 0,2-3 0,-12 9 0,7-3 0,-19 10 0,12-7 0,-6 0 0,7-4 0,3-2 0,-42 19 0,11-3 0,-17 5 0,19-8 0,29-12 0,-5 0 0,13-4 0,-6 2 0,5-2 0,0 2 0,-3-1 0,4 1 0,-3-1 0,-1 1 0,6-5 0,-4 6 0,3-4 0,-2 2 0,2-3 0,-3 3 0,4-2 0,-2 2 0,3-1 0,0-2 0,0 2 0,0 0 0,1-2 0,-1 3 0,0-3 0,0 2 0,2 0 0,-2-2 0,2 0 0,0-1 0,-1 2 0,0-1 0,-1 1 0,1-1 0,0 4 0,0-2 0,1 2 0,-2-2 0,2 0 0,0 0 0,-1 3 0,0 0 0,-5 4 0,4-5 0,-3 7 0,2-8 0,-3 8 0,4-6 0,-13 15 0,10-13 0,-14 16 0,13-19 0,-11 12 0,11-14 0,-3 6 0,8-8 0,0 1 0,1 0 0,1-3 0,1 2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9:09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90 123 24575,'-2'3'0,"0"1"0,2 0 0,0 2 0,0-2 0,0 1 0,0-1 0,0 0 0,2 0 0,0-2 0,2-2 0,-1-1 0,1-2 0,0-1 0,0-3 0,3-9 0,-5 1 0,2-10 0,-8 8 0,-1-4 0,-2 9 0,-4-4 0,3 9 0,-12-5 0,12 9 0,-11-1 0,8 7 0,0 0 0,2 4 0,5 0 0,2 0 0,0 1 0,3 2 0,0-4 0,4 3 0,-4-5 0,6 2 0,-5-3 0,4 0 0,-2-2 0,-2-2 0,-1-4 0,1 1 0,-2-2 0,2 4 0,-2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9:15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1843 1775 24575,'-2'10'0,"0"-3"0,2 0 0,0-1 0,0-2 0,0 2 0,0-2 0,2-2 0,0 1 0,2-2 0,-1 1 0,1-2 0,2-2 0,-2-1 0,8-14 0,-8 8 0,5-19 0,-9 20 0,0-13 0,-2 15 0,-6-7 0,-1 6 0,-18-4 0,12 6 0,-26-1 0,16 15 0,-1 0 0,8 6 0,15-5 0,2-2 0,-1 4 0,2-2 0,4 5 0,-1-8 0,6 6 0,-4-7 0,17 11 0,-10-11 0,20 7 0,-16-8 0,26-3 0,-23 0 0,23-13 0,-31 6 0,5-16 0,-14 15 0,0-11 0,-6 13 0,-2-9 0,-3 9 0,-1-4 0,-8 4 0,7 1 0,-7 1 0,-20 19 0,16-6 0,-13 9 0,26-11 0,11-7 0,16 0 0,-6-4 0,13-1 0,-9-4 0,-4 2 0,41-16 0,-18 7-6784,24-9 6784,-24 8 0,5-2 0,4-2 0,14-6 0,-17 6 0,3 0 0,-33 11 0,14-12 0,-22 13 6784,8-7-6784,-7 12 0,2-5 0,-2 5 0,2-3 0,-1 3 0,23 0 0,-14-1 0,16 1 0,-19 2 0,4 0 0,5-2 0,11-3 0,-11 0 0,15-6 0,7-7-6784,-11 5 6784,8-5-2542,-28 12 2542,-3 1 0,7-1 0,-3 1 0,25-15 0,-20 12 5525,22-16-5525,-27 16 3801,18-15-3801,-14 14 0,7-12 0,-9 14 0,21-18 0,-8 12 0,37-20 0,-33 22 0,21-10 0,-31 15 0,9-5 0,-14 8 0,12-3 0,-14 5 0,7-1 0,-8 0 0,-6 2 0,28-9 0,-6 0 0,16-2 0,-13-2 0,-12 6 0,37-19 0,-31 14 0,39-15 0,-46 22 0,16-7 0,-17 6 0,23-10 0,-21 10 0,20-11 0,-22 8 0,19-11 0,-11 9 0,13-7 0,-4 1 0,6-1 0,-7-2 0,7-1 0,-19 8 0,18-10 0,-18 9 0,26-14 0,-24 12 0,14-3 0,-18 4 0,7-2 0,-2 1 0,13-11 0,-13 15 0,8-10 0,-12 11 0,-1 0 0,17-4 0,10-7 0,-7 5 0,1-6 0,-32 19 0,8-5 0,-5 2 0,20-11 0,-17 9 0,19-9 0,-23 11 0,14-4 0,-13 2 0,17-11 0,-10 8 0,35-19 0,-20 6 0,24-8 0,-28 6 0,4 5 0,-17 8 0,9-7 0,-15 8 0,7-5 0,-9 8 0,2-1 0,-2 3 0,11-16 0,2-8-6784,3-2 6784,-7 3 0,-7 16 0,15-20 0,-15 23 0,13-18 0,-24 30 0,-3 0 6784,0 4-6784,-1 0 0,0 2 0,-8 0 0,6 0 0,-11 0 0,7-2 0,-13 6 0,5-2 0,-8 7 0,9-8 0,-35 25 0,30-20 0,-37 29 0,39-27 0,-17 16 0,17-17 0,-31 21 0,29-22 0,-29 20 0,27-18 0,-61 30 0,49-23 0,-38 16 0,51-24-6784,-22 13 6784,17-12 0,-53 35 0,49-32 0,-46 29 0,50-28 0,-21 16 0,24-20 6784,-23 14-6784,18-15 0,-26 16 0,29-19 0,-29 17 0,33-18 0,-30 15 0,29-10 0,-25 9 0,25-10-6784,-33 10 6784,29-13-71,-19 8 1,-3 1 70,8-5 0,-12 5 0,2 1 0,15-6 0,-57 15 0,55-13 0,-48 8-4490,50-15 4490,-18 4-144,6 1 0,1 1 144,-5 1 2174,-20 8 0,2 0-2174,29-9 136,-38 13-136,53-15 0,-40 22 0,-5 5 0,21-9 3073,-24 10 1,5-4-3074,44-21 636,-30 11-636,25-12 0,-29 15 0,33-15 0,-16 6 0,10-4 436,-22 4-436,13-2 0,-15 4 0,32-12 0,-18 7 0,25-10 0,-10 3 0,8 1 0,-25 10 0,18-5 0,-29 15 0,36-21 0,-7 5 0,8-7 0,-50 30 0,39-22 0,-41 25 0,59-34 0,-10 6 0,9-5 0,-4 4 0,1-4 0,-1 4 0,-6 0 0,-7 7 0,9-6 0,-26 19 0,19-13 0,-11 10 0,13-13 0,2 3 0,-6-5 0,-6 11 0,-1-6 0,0 2 0,7-3 0,4-7 0,-12 10 0,10-9 0,-9 7 0,0 2 0,18-11 0,-21 15 0,21-12 0,-26 16 0,26-15 0,-31 22 0,18-14 0,-6 7-6784,11-10 6784,7-7 0,6-2 0,-46 33 0,29-18 0,-45 35 0,48-40 0,-14 16 6784,17-19-6784,-13 19 0,16-22 0,-13 15 0,20-20 0,-2 2 0,11-8 0,5-2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9:18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1 134 24575,'5'-4'0,"-1"2"0,9-4 0,-6 1 0,9-2 0,10-8 0,-6 6 0,38-14 0,-32 14 0,40-9 0,-36 12 0,14-3 0,-23 6 0,31-6 0,-31 7 0,21-5 0,-34 9 0,-6 0 0,0 2 0,0 0 0,2 2 0,4 4 0,0 0 0,10 10 0,-10-10 0,13 11 0,12 32 0,-9-17 0,8 17 0,-23-36 0,-7-13 0,0 0 0,5 7 0,-1 1 0,8 10 0,-7-6 0,6 5 0,-7-12 0,3 2 0,-6-8 0,-2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16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17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5 910 24575,'-3'-4'0,"2"-2"0,1 0 0,0-10 0,0 5 0,0-7 0,0-6 0,6-16 0,-5-9 0,5-13-6784,-4 21 6784,-1 4 0,4-3 0,2-10-4537,2 3 4537,3-5 0,-7 32 0,8-17 4537,-7 15-4537,8-14 0,7-13 0,-9 23 6784,20-37-6784,-14 39 0,6-12 0,-9 16 0,30-10 0,-28 18 0,36-12 0,-42 21 0,13 0 0,-6 2 0,17 3 0,-13 0 0,18 9 0,-26-3 0,16 8 0,-17-7 0,12 14 0,-17-7 0,7 23 0,-11 0 0,-1 6 0,-8 7 0,-5-14 0,-2-4 0,-6-4 0,-1-8 0,-2-1 0,-5-8 0,1-6 0,-4-5 0,3-4 0,5 1 0,-9-6 0,19 6 0,-11-6 0,20 5 0,1 0 0,1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18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 24575,'5'3'0,"-1"1"0,0 0 0,-2 2 0,2 5 0,1 1 0,-1 4 0,4 10 0,-3-10 0,3 15 0,-3-16 0,-2 13 0,1 3 0,-9 54 0,4-41 0,-17 42 0,10-68 0,-12 9 0,12-15 0,-18 3 0,14-5 0,-11 0 0,16-4 0,4-8 0,3 0 0,7-23 0,7-11 0,-3 2 0,12-16 0,-16 32 0,12-14 0,1-2 0,-2 10 0,15-25 0,-5 18 0,5-6 0,-1 6 0,-6 11 0,-2-1-6784,-10 11 6784,-3 1 0,-7 7 0,0-1 0,-4 2 0,-2 7 0,-5 4 0,0 5 0,-1 1 0,-3 10 6784,1-4-6784,-1 6 0,0 0 0,5 0 0,-2 4 0,6 7 0,14 7 0,-6-19 0,9 4 0,-4-23 0,-3-3 0,15 6 0,-12-8 0,8 2 0,-10-5 0,4-3 0,8-3 0,-7 0 0,17-9 0,-26 11 0,11-4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19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0 24575,'-14'2'0,"1"2"0,6 0 0,1 0 0,-2 7 0,3-6 0,-1 5 0,-2-4 0,2 3 0,-2-3 0,4 5 0,-2 2 0,1-3 0,-2 32 0,9 3 0,-1 4 0,9 6 0,-5-36 0,11 21 0,-7-25 0,12 16 0,-13-22 0,15 5 0,0-6 0,4-8 0,8-5 0,-13-11 0,7-7 0,-4-8 0,-8 13 0,-3-1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20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 24575,'0'10'0,"0"3"0,0 4 0,0-3 0,0 3 0,0 5 0,0-9 0,6 24 0,-2-22 0,8 18 0,-4-19 0,4 9 0,-1-11 0,2 3 0,-5-12 0,5 0 0,-4-3 0,7-5 0,-2-7 0,-1-2 0,2-10 0,-12 11 0,8-21 0,-10 21 0,4-23 0,-5 24 0,-10-22 0,6 24 0,-12-17 0,6 17 0,0 1 0,-1 1 0,3 7 0,2-1 0,2 4 0,2 0 0,4 2 0,2 0 0,0 0 0,4 0 0,-4 0 0,27 1 0,-8-3 0,22-2 0,-9-6 0,-2 1 0,-9-3 0,15-5 0,-26 5 0,9-3 0,-20 6 0,-6 5 0,0-2 0,-2 4 0,2 2 0,-3 2 0,4 5 0,0-3 0,0 20 0,2-8 0,6 14 0,-3-16 0,11 5 0,1 3 0,26 25 0,-16-15 0,17 13 0,-29-27 0,0-2 0,-9 0 0,-2-6 0,-11 3 0,3-7 0,-6-3 0,-11-7 0,15-2 0,-19-6 0,23 4 0,-5-4 0,9 4 0,0 1 0,0-1 0,0-7 0,2 3 0,7-20 0,-1 14 0,1-6 0,-5 14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20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0 24127,'-8'21'0,"1"-5"222,4 58-222,0-40 37,3 18 1,1-1-38,3-13 38,2 12-38,10 2 113,0-13-113,8 12 0,4-16 0,7-15 0,-8-5 0,8-15 0,-23-2 0,8-12 0,-10 6 0,2-8 0,1-13 0,-8 6 0,7-34 0,-12 24 0,3-30 0,-5 23 0,-1-5 0,-5 12 0,1 6 0,-2 9 0,-4-8 0,0 10 0,-13-12 0,14 13 0,-10-1 0,15 12 0,-4 2 0,4 0 0,0 2 0,3 0 0,0 0 0,0 0 0,0 0 0,2 2 0,-1-2 0,2 2 0,-1-2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21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24575,'10'0'0,"3"0"0,-4 0 0,9 2 0,-3-1 0,5 3 0,12-1 0,-15 0 0,39 2 0,-33-2 0,17 0 0,-26-1 0,-4-2 0,-5 0 0,-1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40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1019 0 24575,'-7'9'0,"-1"0"0,3 5 0,-4 2 0,4 1 0,-7 3 0,1 0 0,-11 14 0,-6 1 0,-19 22 0,7-14 0,-30 19 0,26-24 0,-26 18 0,31-27 0,-5 11 0,0 3 0,7-3 0,-8 10 0,3 0-6784,18-10 6784,-12 14 0,19-18 0,-3 4 0,2-5 0,-18 35 0,5-24 0,4-4 0,-1 0 0,-10 4 6784,-7 4-6784,15-23 0,11-9 0,2-3 0,15-11 0,0-3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31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1235 24575,'0'-11'0,"0"2"0,0-2 0,0 3 0,0 1 0,0 1 0,0 2 0,0 1 0,0-1 0,-2 1 0,2-2 0,-2-5 0,2-2 0,0-11 0,-2 5 0,1-25 0,-1 16 0,-3-51 0,4 33 0,-3-14 0,0-2 0,3 4 0,-1-31-6784,2 48 6784,2 6 0,-1-6 0,4-12 0,2 0 0,0 4 0,6-44 0,-6 79 0,-3 4 0,0-1 6784,2-7-6784,1 2 0,4-6 0,-2 9 0,1-4 0,-2 8 0,9-9 0,-7 11 0,26-19 0,-15 12 0,31-21 0,-23 18 0,15-11 0,-22 17 0,4-1 0,-14 7 0,3 3 0,-8 4 0,1 8 0,-4 2 0,-1 4 0,1 2 0,-2 28 0,1-3 0,-8 41 0,2-43 0,-30 25 0,21-54 0,-18 14 0,21-27 0,-3 4 0,-2-3 0,-7 1 0,4-1 0,-8 0 0,15 0 0,-7 1 0,14-2 0,-2 2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32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 24575,'13'1'0,"-2"0"0,-6 2 0,-1-2 0,-2 2 0,0-1 0,-2 4 0,0-1 0,2 2 0,-2 14 0,2-12 0,-6 20 0,2-20 0,-12 18 0,7-15 0,-22 33 0,22-28 0,-14 17 0,21-23 0,20 22 0,53-12 0,-34 10 0,28-21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33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1 15723,'-35'23'0,"5"0"-4726,8 4 4726,8 0 3016,-11 36-3016,14-16-1967,-6 28 1967,10-25 1063,1 7-1063,2-5 0,1 0 0,0 19 0,0 26-275,3-31 275,3 2 0,4 14 0,5-31 0,3-2 4329,7 19-4329,12-6 210,-7-26-210,-5-19 0,13-2 0,-14-10 418,6-3-418,4-13 0,-19 8 0,10-8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33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 18399,'-22'19'0,"0"2"2811,10-3-2811,0 2 0,-1 0 1055,3 10-1055,-1 6 552,6 12-552,8-6 1758,1-11-1758,9-3 0,-3-12 0,15 5 0,-9-13 0,24-4 0,-25-8 0,7-1 0,-18 1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34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20 24575,'-4'6'0,"0"1"0,1 1 0,0 0 0,2 3 0,-3 3 0,4 0 0,-3 11 0,8-1 0,0 7-6784,4-8 6784,-2-5 0,1-7 0,1 1 0,2-2 0,4 0 0,-6-5 0,1-3 0,1-12 0,-2-12 6784,4 2-6784,-7-13 0,-4 18 0,-4-17 0,-2 17 0,-9-19 0,5 22 0,-8-10 0,13 15 0,10 5 0,8 3 0,4 4 0,5-3 0,-11-2 0,20 0 0,-11 0 0,13-2 0,-12-1 0,5-2 0,4 0 0,-1 2 0,23-6 0,-35 6 0,10-4 0,-31 6 0,-4-1 0,0 1 0,-9-1 0,3 4 0,-15 1 0,13 1 0,-20 8 0,24-6 0,-9 8 0,15-8 0,1 8 0,4 3 0,10 16 0,1-10 0,42 38 0,-21-29 0,36 28 0,-38-35 0,25 11 0,-38-27 0,8 9 0,-27-18 0,-13-2 0,4-3 0,-25-9 0,17 5 0,-18-9 0,23 14 0,-8-4 0,10 4 0,-2-3 0,6 1 0,4 0 0,3 2 0,0 0 0,0 0 0,0 1 0,1-1 0,0-2 0,2 1 0,3-6 0,-3 6 0,4-8 0,-3 8 0,1-5 0,-1 7 0,-2-1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34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24575,'17'-6'0,"-4"-1"0,-3 5 0,0 0 0,-5 2 0,7 0 0,31 5 0,-21 0 0,25 4 0,-40-3 0,-2 3 0,-5-2 0,-3 5 0,-2-1 0,-16 6 0,4-2 0,-29 15 0,27-14 0,-19 22 0,28-24 0,-1 17 0,7-19 0,11 8 0,-1-13 0,8 5 0,-2-3 0,4 1 0,25 18 0,10 5 0,-4-10 0,1 0 0,8 11 0,3-2 0,0-9 0,-6-5 0,-13-5 0,22 3 0,-32-6 0,-13-7 0,-5 2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35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24575,'37'5'0,"-7"-1"0,25 4 0,-14-2 0,3 0 0,1 0-6784,4-3 6784,0 0 0,-3-1 0,6-2 0,1-2 0,-6 4 0,8-5 0,-6-2 0,-33 2 0,7-5 0,-23 2 0,0 3 0,-2-1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35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24575,'0'16'0,"4"2"0,-3 1 0,6 4 0,-4 6 0,4-2 0,2 8 0,7 23 0,-3-15 0,7 37 0,-11-51 0,10 21 0,-11-39 0,23 15 0,-7-19 0,36 6 0,-19-13-1696,39-12 0,-52 7 0,12-6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36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68 24575,'-74'-30'0,"25"10"-9831,1 8 8341,28 9 283,-9 1 1207,13 2 2121,-1 0-2121,13 1 0,6 5 0,2-1 0,7 8 4990,10 1-4990,5 5 5417,-1 1-5417,7-1 0,19 12 0,3 1 0,-4-5 0,20 10 0,-3-1 0,-35-18 0,18 6 0,-34-16 0,-8-2 0,-11-6 0,-3 0 0,-5 0 0,0 0 0,-6-2 0,5 1 0,-6-3 0,7 3 0,-3-4 0,8 2 0,3-10 0,6 5 0,0-6 0,3 6 0,0-1 0,24-11 0,-8 8 0,19-7 0,-12 13 0,-2 3 0,5 1 0,-11 4 0,1 6 0,-8 5 0,1 10 0,-6-7 0,2 6 0,-9-15 0,2 4 0,0-7 0,-2 0 0,0-4 0,3-6 0,0-5 0,4 1 0,4-9 0,13-1 0,-5-4 0,14-9 0,-20 18 0,9-3 0,-16 15 0,3-1 0,-7 6 0,0 2 0,0 2 0,2 3 0,11 14 0,16 15 0,-6-5 0,39 29 0,-44-44 0,31 18 0,-36-26 0,14-5 0,-15-1 0,5-4 0,3-2 0,0-4 0,6-2 0,6-11 0,-19 8 0,15-17 0,-19 17 0,11-9 0,-16 15 0,5-1 0,-6 8 0,0 2 0,20 13 0,-12-8 0,28 21 0,-28-24 0,6 7 0,-21-17 0,-7-5 0,-8-3-1696,-33-27 0,29 24 0,-20-16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36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0 100 24575,'11'-11'0,"-1"1"0,-2 1 0,1 3 0,11-9 0,-9 7 0,11-5 0,-13 5 0,13-1 0,-12 4 0,9-1 0,-15 6 0,1 2 0,-1 0 0,0 6 0,2-1 0,-1 4 0,3-3 0,0 10 0,-1-7 0,3 7 0,-7-11 0,2 4 0,-3-6 0,4 6 0,-2-6 0,12 9 0,-1-7 0,20 10 0,1-5 0,17 2 0,16-5 0,-32-3 0,4-3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37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24575,'36'41'0,"-4"1"0,2 4 0,7 15 0,-13-11 0,16 18 0,-13-8 0,7 5-1374,-5-3 0,0 5 1374,-10-17 0,-1 5 0,2 10 0,0 7 0,-4-9 0,0 20 325,-13-22 0,-8-10-325,-14-31 0,-42 16 0,2-15 0,6-6 0,-1 0 0,-11 1 0,-29 16 0,65-22 0,-16 12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41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24575,'8'2'0,"3"2"0,1 5 0,5 4 0,0 2 0,10 6 0,5 0 0,14 20 0,14 14 0,5 5 0,-22-16 0,0 1-651,8 7 0,6 4 1,-9-6 650,17 22 0,-24-30 0,-3-3 0,-6-1 0,33 28 0,-34-35 0,35 30 0,-32-41 0,4 8 0,-14-17 0,-15-4 0,3-2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43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0 258 8191,'58'-1'0,"-1"-1"0,4-1 0,15-1 0,14-1 0,10 0 0,7-1 0,5 0 0,2 1 0,-2 1 0,-3 1 0,-21 2 0,2 0 0,3 1 0,0 0 0,3 1 0,0 0 0,1 0 0,0 1 0,0-1 0,0-1 0,0 1 0,-1-2 0,-2 1 0,7-2 0,-1-1 0,1 0 0,0 0 0,-1-1 0,1 1 0,-1-1 0,-1 0 0,0 1 0,-1 0 0,-1 1 0,0 1 0,2 1 0,3 0 0,2 1 0,0 0 0,-1 1 0,-2 0 0,-5 0 0,-4-1 0,-8 1 0,-8-1 0,-10 0 0,32-1 0,-20 1 0,-12-2 2029,25-2-2029,-11-2 0,23-2 0,0 0 0,-20 0 0,-27 0 0,-2-1 857,41-3 0,14-2 0,-39-1-857,-54 3 4307,-18-15-4307,-14 12 6441,-58-16-6441,31 19-1611,-38-7 1,57 17 0,2-1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44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7 461 24575,'-6'2'0,"5"0"0,6-7 0,4-1 0,3-4 0,-3-1 0,18-14 0,13-18 0,1 2 0,14-21 0,-27 30 0,13-30 0,-22 33 0,15-33 0,-24 43 0,7-21 0,-15 32 0,0-1 0,-2 13 0,0 6 0,4 35 0,-2-15 0,7 44 0,-8-33 0,14 49 0,-7-40 0,17 43 0,-9-55-6784,13 29 6784,-17-42 0,11 20 0,-17-34 0,4 8 0,-8-14 0,-4-2 0,-2 1 6784,-2-4-6784,-5 2 0,-25-2 0,16 0 0,-35-2 0,34 2 0,-10-2 0,15 2 0,-36-3 0,27 3 0,-28-3 0,37 3 0,-9 3 0,9 1 0,-3 3 0,13-1 0,11 5 0,0-3 0,23 13 0,-10-8 0,35 12 0,-15-8 0,42 7 0,4-6-628,-16-7 1,1-1 627,23 1 0,-19-4 0,-6-2 0,-17-1-6368,41-1 6368,-67-5 0,6-11 0,-32 2 0,-11-8 0,9 11 0,-6 1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21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24575,'6'0'0,"2"0"0,-4 0 0,4 0 0,1 2 0,2 0 0,15 3 0,4 0 0,-1-1 0,16-2 0,1 1 0,9-2 0,16 2 0,-3-8 0,-20 2 0,3-4 0,-36 2 0,-1 2 0,-10 0 0,-2 2 0,-2-1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21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 24575,'-2'5'0,"-2"7"0,2 0 0,-1 4 0,-2 9 0,5-6 0,-3 13 0,3 5-6784,0-10 6784,0 19 0,4 33 0,-1-39 0,7 45 0,-7-71 0,1 3 0,-4-13 0,-2-6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23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1306 24575,'-2'-4'0,"0"-2"0,2-2 0,0-16 0,0 2 0,0-17 0,0 15 0,0-26 0,-4-11 0,4-19-361,-4 28 0,0-1 361,1-35-56,4 2 0,3-3 56,0 24 0,1 2 0,4-17 0,1 2 0,0 24 0,0 9 0,4 2 0,11-16 0,0 24 0,31-16 0,-26 25 717,29 8-717,-46 16 117,16 4-117,-15 2 0,3 3 0,3 7 0,0 3 0,-4 3 0,12 38 0,-16-32 0,9 57 0,-17-59 0,-3 31 0,-5-38 0,-1 3 0,-3-12 0,4-4 0,-12 3 0,-8-5 0,-15-5 0,3-5 0,3-1 0,13-1 0,6 5 0,2-1 0,8 2 0,0 2 0,4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25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0 24575,'-8'0'0,"1"0"0,-4 0 0,5 0 0,-6 2 0,8-1 0,-4 4 0,2 0 0,0 1 0,2-1 0,2 1 0,4 10 0,15 27 0,1 3 0,5 0 0,1-5 0,-7-14 0,10 8 0,0 3 0,-3-9 0,-3-7 0,-8-2 0,1-2 0,-8-2 0,-1-2 0,-9-5 0,-3-9 0,-3 2 0,3-2 0,-8-4 0,4 1 0,-2-1 0,7 0 0,2 0 0,4-1 0,-4-2 0,3-4 0,0-16 0,3 8 0,2-14 0,1 23 0,8-13 0,-6 14 0,12-12 0,-9 12 0,20-10 0,-18 11 0,14-7 0,-13 8 0,-2-1 0,0-1 0,-5 1 0,-2 3 0,0-2 0,0 16 0,-2-4 0,0 10 0,3 4 0,-2-4 0,7 25 0,-4-16 0,8 29 0,-6-30 0,4 3 0,-8-17 0,-3-10 0,1 1 0,-1-4 0,0-4 0,-1 3 0,2-13 0,-1 9 0,6-20 0,-3 17 0,9-14 0,-10 18 0,12-5 0,-9 8 0,10 1 0,-9 2 0,5 6 0,-6-1 0,3 11 0,6 9 0,3 7 0,6 14 0,6-7 0,-2 8 0,-5-21 0,6 4 0,-15-22 0,4 0 0,-11-8 0,-3-2 0,-4 0 0,2-2 0,-4 2 0,0-2 0,-2 3 0,-2 0 0,2 0 0,-10 0 0,9 1 0,-4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26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0 24575,'0'25'0,"0"4"0,3-1 0,-3-2 0,5 10 0,-4-18 0,4 31 0,0-25 0,7 19 0,-2-14 0,8 11 0,-4-12 0,1-5 0,-5-9 0,-2-12 0,-4 0 0,0-4 0,0-6 0,-2 1 0,2-12 0,-2 9 0,3-21 0,-5 18 0,3-27 0,-3 26 0,-2-13 0,0 19 0,-1 3 0,0 9 0,2 4 0,-1 4 0,2 35 0,0-23 0,0 36 0,0-38 0,0 28 0,0 5 0,0-11 0,1 24 0,-2-1-6784,-1-29 6784,1 22 0,-1-34 0,0 15 0,-6-9 0,-11 14 0,-4-26 0,-7-4 6784,12-14-6784,-8-8 0,5-2 0,-5-9 0,0-1 0,4-4 0,8 4 0,2-11 0,11 12 0,4-12 0,2 16 0,20-15 0,-12 16 0,8-6 0,-15 14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27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8 24575,'-2'-4'0,"0"2"0,2 1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28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1 24575,'-8'0'0,"-6"6"0,6 0 0,-6 10 0,6 8 0,0 4 0,2 15 0,3 5 0,3-4 0,0 37 0,3-36 0,0 28 0,24 8-718,0-21 0,3 1 718,10 26 0,23-14 0,3-13 0,-31-41-3154,20 7 0,-2-8 3154,-27-20 0,14-3 0,-22-7 0,8-10 0,-6-10-3577,-1-46 3577,-10 27 4537,-12-22-4537,-20 24 0,-10-2 0,1 2 0,-36-19 0,-3 2 0,27 25 0,-25-20 0,7 9 0,45 41 6784,-7-4-6784,10 5 0,2 5 0,2-2 0,9 7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28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24575,'5'4'0,"1"-2"0,-2 1 0,0-1 0,4 2 0,-1 0 0,6-1 0,7 1 0,44 1 0,11-2 0,2 1 0,-1 0 0,-6 0 0,-29-4 0,-6 0 0,-17 0 0,13-4 0,-24 3 0,-1-3 0,-5 4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29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24575,'5'-2'0,"1"2"0,-2-4 0,0 4 0,2-4 0,-2 4 0,4-4 0,-2 3 0,13-3 0,-5 4 0,10-5 0,24 2 0,-18 0 0,28 0 0,-37 3 0,65-6 0,-57 2 0,42-3 0,-65 5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29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24575,'59'9'0,"-28"-5"0,22 3 0,-37-7 0,3 0 0,-4 0 0,24 0 0,-7 2 0,25-1 0,-19 3 0,30-3 0,-27 1 0,7-2 0,-20-2 0,-21 1 0,3-2 0,-6 2 0,0 0 0,-3 1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46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315 0 24575,'0'11'0,"0"6"0,0 0 0,0 36 0,0-16 0,0 25-610,0-14 610,-4 45-1443,-4 1 1,0 5 1442,3-30 0,-1 3 0,-5 4 0,-2 13 0,-2-2 0,3-16 0,-8 26 0,-1 0 0,-3-3 0,-7-24-5626,3-15 5626,0 9 0,-10 21 0,23-21 0,-8 12 348,18-18-348,5-38 1989,2 16-1989,-1-23 0,1 1 0,-2-10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47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24575,'18'2'0,"-7"0"0,4 0 0,-8-1 0,6 3 0,-1-2 0,-1 3 0,9 7 0,-9-2 0,21 36 0,-18-13 0,12 45 0,-15-25 0,-3 6 0,-3-20 0,-8-11 0,0-5 0,-11 11 0,7-14 0,-28 24 0,21-32 0,-20 15 0,24-22 0,-10-1 0,14-4 0,-3-9 0,9-1 0,10-44 0,-4 29 0,22-52 0,-16 49 0,13-13 0,22-9 0,2-2 0,-7-5 0,8 6 0,-7 4 0,-31 19 0,-15 26 0,-1 2 0,-1 2 0,-4 9 0,-3 6 0,-6 18 0,4-7 0,-4 11 0,9-18 0,-2 30 0,10-30 0,13 49 0,0-49 0,18 29 0,-16-33 0,32 26 0,-28-28 0,48 34 0,-46-37 0,29 15 0,-33-20 0,21-1 0,-20-3 0,9-3 0,-19 0 0,-3-2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47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 24575,'-9'6'0,"1"2"0,3-2 0,0 3 0,-1-1 0,1 3 0,-1 0 0,-1 3 0,0 2 0,-5 41 0,8-28 0,-2 42 0,8-48 0,2 14 0,1-21 0,15 19 0,-10-15 0,25 22 0,-20-22 0,15 3 0,-15-19 0,22-6 0,-18-3 0,8 0 0,-21 1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48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87 24575,'-11'9'0,"0"-1"0,-1 5 0,1-4 0,2 7 0,-5 4 0,1 37 0,3-25 0,3 32 0,7-45 0,12 18 0,-5-17 0,23 16 0,-16-20 0,43 8 0,-26-16 0,33-10 0,-32-8 0,2-10 0,-16 0 0,4-13-6784,-15 10 6784,5-6 0,-11-8 0,-3 18 0,-1-15 0,-4 20 0,-2 0 0,2 0 0,-19-21 0,12 19 0,-7-12 0,16 23 6784,1 4-6784,4-2 0,-2 1 0,4 0 0,2 0 0,9-2 0,-1 3 0,27-11 0,-12 5 0,39-7 0,-31 6 0,38-2 0,-42 7 0,44-14 0,-53 12 0,14-11 0,-36 11 0,-8 0 0,2 3 0,-10 0 0,6 4 0,-9 4 0,7 1 0,-9 11 0,9-7 0,-5 17 0,12-12 0,3 16 0,5-14 0,9 9 0,-6-12 0,28 33 0,-17-25 0,16 23 0,-16-27 0,-2 8 0,-4-13 0,-1 15 0,-8-21 0,-3 8 0,-2-13 0,-6 0 0,-25-5 0,-3-2 0,-1 1 0,15-3 0,19 2 0,9-10 0,-4 4 0,19-14 0,-14 17 0,8-5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49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123 101 23629,'-10'16'0,"0"4"468,3-6-468,-8 43 0,3 0 0,2 25 0,8 16 0,5-44 0,12 36 0,3-41 0,11 11 158,2-16-158,11-5 79,-14-21-79,17-1 241,-26-16-241,17-9-6784,-11-9 6784,0-5-4023,-3-7 4023,-11 12 0,1-13 0,-4 2 0,0-4 0,-6-22 0,-2-5 0,-2 7 2021,-12-27 1,-7 0-2022,-3 26 0,-10-1 0,-3 3 5705,-1 11-5705,-28-16 0,32 32 0,-31 0 0,41 16 0,-20 7 1059,37 2-1059,-4 6 0,6-3 0,0 1 0,2 5 0,2-7 0,2 10 0,2-6 0,6 10 0,-1-7 0,0 3 0,-4-10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49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24575,'6'-2'0,"1"2"0,-2-2 0,5 2 0,-3 0 0,12 0 0,-6 0 0,18 0 0,-9 0 0,33 0 0,-17 0 0,33 0 0,-33-2 0,28-1 0,-38-2 0,30-6 0,-39 5 0,8-5 0,-23 9 0,-2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50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11611,'66'2'0,"-13"1"-1967,-6 0 1967,-9 0 2974,6-1-2974,53 3 0,-22 1 0,2-3 0,-1-1 0,-6 4 0,-12-6 0,-4 0 0,-18 3 2089,24-10-2089,-43 5 755,5-6 1,-18 7-1,-2-1 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50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24575,'11'34'0,"2"-4"0,-10-16 0,8 8 0,-6-1 0,4 1 0,3 10 0,-4-15 0,13 29 0,-10-26 0,6 17 0,-9-22 0,0 5 0,4 7 0,-2-7 0,3 3 0,-2-4 0,-6-13 0,1 3 0,-4-7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51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1 24575,'-22'0'0,"6"0"0,-6 0 0,9 0 0,-1 4 0,-1 6 0,5 0 0,0 13 0,8-12 0,0 12 0,2-15 0,2 9 0,0-8 0,4 6 0,-1-4 0,4 1 0,-4-3 0,15 18 0,-11-14 0,12 20 0,-13-23 0,7 14 0,-9-14 0,7 12 0,-5-10 0,6 15 0,-4-11 0,5 10 0,-8-18 0,0-1 0,-3-9 0,-2-4 0,1-1 0,0-2 0,5-8 0,-3 5 0,14-16 0,-10 15 0,9-7 0,-10 12 0,6-6 0,-5 5 0,7-11 0,-9 10 0,14-44 0,-13 31 0,9-49 0,-12 53 0,-2-16 0,0 34 0,-2 0 0,5 19 0,-5-1 0,9 28 0,-7-21 0,6 20 0,1 12 0,4 19 0,0 9 0,-5-32 0,0-3 0,2 2 0,9 38 0,-3-33 0,10 34 0,-13-35 0,6 22 0,-16-46 0,3 26 0,-16-36 0,-9 3 0,-4-18 0,-23-21 0,20 2 0,-28-22 0,27 17 0,-30-29 0,36 32 0,-13-26 0,30 34 0,-1-17 0,8 16 0,5-17 0,3 11 0,35-33 0,-22 25 0,12-13 0,0-1 0,-10 12 0,10-13 0,-28 28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52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4 24575,'-4'-2'0,"-2"0"0,2 2 0,-2 0 0,2 0 0,-2 2 0,0 0 0,-1 2 0,2 4 0,3-2 0,0 9 0,4-5 0,4 14 0,-1-11 0,14 23 0,-7-18 0,16 23 0,-4-11 0,17 22 0,-11-15-6784,-2-2 6784,-13-15-2142,-8-9 2142,-2-2-414,1 1 414,-6-5 0,-1-1 0,-4-1 5518,-6-2-5518,-5 0 3089,4-1-3089,-6 0 733,11 0-733,1-1 0,4-3 0,4-3 0,-1 1 0,3-2 0,-2 4 0,9-21 0,-3 11 0,10-21 0,-10 20 0,33-32 0,-21 24 0,33-25 0,-34 32 0,7 2 0,-11 10 0,-7 6 0,-1 6 0,-7 4 0,0 4 0,0 15 0,0-8 0,0 7 0,6-3 0,-1-9 0,14 8 0,-8-15 0,15 1 0,-16-11 0,15 1 0,-14-6 0,8-4 0,-12-2 0,5 0 0,-8 4 0,6 0 0,-5 4 0,2-2 0,25 32 0,13 9 0,11-28 0,2-2 0,-8 27 0,-2-3 0,46-31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53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20 24575,'-6'9'0,"2"2"0,0 0 0,3 11 0,-1-4 0,5 17 0,6 36 0,1-23 0,3 2 0,6 12 0,1 0-4252,0-5 1,1-5 4251,16 14 1719,-5-9-1719,2-9 0,11 8 0,10-6 0,-17-20 0,-8-19 0,-15-11 6784,-3-28-6784,-1 13 0,-5-44 0,-9 34 0,-6-41 0,0 28 0,-14-38 0,11 37 0,-7-20 0,1 17 0,-10-24 0,-2-4-475,-5 1 475,3 3 0,3 7 0,15 35 0,-3 4 0,11 10 0,-8-2 0,10 10 0,-5 2 0,4 2 475,-4 9-475,5-3 0,-2 10 0,1-3 0,3 7 0,0-9 0,2-1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53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24575,'4'4'0,"0"-2"0,0 0 0,0-1 0,0 2 0,-1-1 0,1 1 0,9-1 0,-7 1 0,15 0 0,-10 0 0,26 1 0,-13-1 0,45 1 0,-32-3 0,34 3 0,7 2 0,-3-2-3392,-9 1 0,-3-1 3392,-17 1 0,-17-5 0,-12 3 0,-1-3 0,-10-2 0,-6 1 0,-5-2 0,3 2 0,-2-1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53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24575,'47'0'0,"-6"2"-9831,4-2 8341,-20 2 4308,4 0-2818,-6-1 1719,6 3-1719,-3-4 0,-4 7 0,16-3 6784,11 4-6784,16-2-6784,-4-3 6784,-14 0 0,-11-3 0,2-2 0,-12-1 0,11-2 0,-21-4 0,-2 4 0,-9-1 0,-4 4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54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 24575,'16'0'0,"-1"0"0,1 0 0,-2 0 0,8 0 0,-5 0 0,20-3 0,-1 0 0,25 0 0,-13-2-6784,29 0 6784,-40-1 0,26-1 0,-45 2 0,15 0 0,-23 3 0,4-2 0,-9 4 0,-2-2 0,-2 2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55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1763 24575,'-2'-4'0,"-2"-4"0,2 1 0,-2-8 0,-1 0 0,0-14 0,-2-5 0,2 0 0,-5-15 0,4 13 0,-2-13 0,2 9 0,2-36 0,1-27 0,0 8-588,1 15 1,0-3 587,0 0 0,1-15 0,0 2 0,1 16 0,1 12 0,2 6 0,3-22 0,2 6 0,4 9 0,0 11 0,2 5 0,0 9 0,19-17 0,-20 40 0,22-11 0,-21 22 0,17 4 1175,-15 4-1175,10 11 0,-14-3 0,10 14 0,-11-5 0,24 42 0,-19-23 0,15 40 0,-24-47 0,-1 10 0,-9-24 0,-12 7 0,2-10 0,-18 6 0,17-6 0,-9-2 0,14 0 0,-1-3 0,-4 6 0,4-4 0,0 3 0,7-5 0,3-1 0,4 10 0,1-3 0,2 7 0,2-5 0,-4-2 0,39 53 0,-14-16 0,18 21 0,-25-30 0,-12-25 0,-1 4 0,-4-11 0,-5-2 0,-7-7 0,2-1 0,-4 1 0,3-1 0,-5-1 0,1 2 0,-10-1 0,6 1 0,1 2 0,9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8:57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 24575,'8'-2'0,"-2"2"0,-2 2 0,20 36 0,0-3 0,11 22 0,-6-17 0,-9-7 0,2-5 0,22 37 0,-9-17 0,-6-5 0,-1 0 0,3 1 0,5 11 0,-27-35 0,5 1 0,-13-15 0,0-1 0,-3 5 0,2 1 0,-4 2 0,2-2 0,-3 0 0,-2 8 0,2-3 0,-5 6 0,5-11 0,-1 2 0,-7 9 0,9-8 0,-6 5 0,10-13 0,-2-1 0,1 1 0,0 2 0,-1-3 0,0 1 0,-4-3 0,4 3 0,-4-4 0,6 1 0,-4-1 0,2 2 0,-2 3 0,1-4 0,0 4 0,0-5 0,1 2 0,-2-2 0,-12 2 0,7-2 0,-23 0 0,18 0 0,-15-2 0,17 0 0,-13 2 0,13 1 0,-5-1 0,11 0 0,4-4 0,-1 2 0,2-3 0,-1-1 0,2-1 0,0 0 0,0 1 0,0 0 0,0 0 0,2-4 0,-2 4 0,2-17 0,0 7 0,-1-14 0,3-7 0,-4 9 0,7-20 0,-4 23 0,6-20 0,10-39 0,-1 1-291,-5 27 0,-1-1 291,2-39 0,-8 35 0,1-25 0,-6 48 0,4-12 0,-5 34 0,-2-1 0,2 8 0,-2-3 582,2 6-582,0 4 0,4 1 0,-2 1 0,4 3 0,5 11 0,0 1 0,5 6 0,4 4 0,9 13 0,-1-4 0,26 44 0,-33-48 0,19 31 0,-30-44 0,3 13 0,-8-19 0,-10 15 0,-1-18 0,-15 15 0,5-11 0,-23 28 0,-4 10 0,-12 15-6784,12-13 6784,10-14 0,12-17 0,-4 4 0,12-9 0,0-3 0,13-14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9:25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6997 153 20065,'-27'-15'0,"-2"1"0,-32-6 0,4 3 0,-9 0 0,-21 1 0,-1 1 0,14-1 0,2 3 0,-6 6 0,10 4 0,25 3 0,-25 4 0,-12 3 0,10 2 0,-5 1 0,-3-1 0,-6 1 0,4-1 0,-8 2 0,1 0 0,14-2 0,-3-1 0,10-1 0,-19 2 0,2 1 0,3-1 0,21-2-1536,-4 6 1,-21 5 0,-6 2-1,9-1 1536,8 0 0,6 0 0,-11 4 0,-1 2 0,-13 4 0,-7 3 0,0 1 0,7-2 0,13-5 0,1 0 0,10-3 0,-9 5 0,-1 2 0,-12 6 0,-7 2 0,1 0 0,10-3 0,14-8 0,-5 0 0,2-2 0,7 0 0,-12 4 0,-5 2 0,4-2 0,12-6-87,-15 1 0,3-4 87,11-3 0,-7 1 0,-2 0 0,6-4 0,0-1 0,5-3 0,-5 1 0,-21 4 0,-5 0 0,10-2 0,14-6 0,-4 1 0,8 2 0,-13 2 0,-5 3 0,4-2 0,15-1 0,-2 0 0,0 1 0,-14 3 0,-17 3 0,4 2 0,22-3 1552,-3 12-1552,22-5 0,-1 1 0,-23 21-346,3 13 0,4 4 346,4-2 1392,9 17 1,12 0-1393,33-33 1299,11 12 0,7 1-1299,10-10 0,23 39 0,-8-40 0,26 26-371,-15-31 0,5-1 371,11 9 0,3 0 0,1-3 0,0-4 0,-15-11 0,3-4 0,37 12 0,6-5 0,-20-14 0,1-3 0,-6 2 0,4 1 0,5-2 0,-1-2 0,6-2 0,0-1 0,-7-1-1830,16 1 0,8-1 1830,-20-2 0,15 1 0,11 1 0,3 1 0,-1 0 0,-8-2 0,-13-2-1084,12 1 0,-14-1 1,21 0 1083,-27-3 0,13 2 0,11 0 0,8 1 0,5 0 0,2 0 0,-1 0 0,-4 0 0,-6-1 0,-10-1 0,-12-2-657,22 3 0,-18-2 0,0 0 1,17 0 656,-23-3 0,12 1 0,7 0 0,7 0 0,4 0 0,1 0 0,-2 0 0,-3 0 0,-5-2 0,-10 1 0,-10-2-381,25 1 1,-18 0 0,0-2 0,19-2 380,-28 0 0,10-1 0,7-1 0,7-1 0,5 0 0,2 0 0,0 0 0,-1-1 0,-4 1 0,-5-1 0,-7 1 0,-9 0 0,26 0 0,-15 0 0,-5-1 0,5 0 0,13-1 0,-23 1 0,10-2 0,6 1 0,5-2 0,2 1 0,1-1 0,-2 0 0,-4 0 0,-6 1 0,-9 0 0,-9 0 0,21-1 0,-16 1 0,-3-1 0,9-2 0,-5 0 0,8-3 0,3 0 0,-1 0 0,-6 0 0,-8 2 0,11-1 0,-9 1 0,3-1 0,-8 1 0,2-2 0,2-1 0,2-1 285,15-3 0,4 0 0,0-2 1,-4-3-286,-9 0 0,-3-2 0,-1-2 0,1 2 0,2 1 0,2 1 0,-4-1 0,-8-3 0,-2-5 0,-6-2 0,-28 0 0,-39-14 0,-6 4 2577,-16-8-2577,-13-17 0,2 7 695,3 6 0,-10-19 0,-4-9 0,1 3 0,7 15-695,-3-4 0,-2-3 0,5 7 0,-7-17 0,-4-6 0,1-1 0,5 10 0,9 17 0,3 5 0,4 5 190,-6-11 1,-4-8 0,7 8-191,9 9 0,5 6 5876,-8-19-5876,-5-2 38,13 53-38,-7 6 622,-33 0-622,9-2 0,-24 4 0,-9 0-218,24 3 1,-3-1 217,-21-2 0,-10-2 0,4 1-1539,3 1 1,-10-4 1538,19 1 0,-15-3 0,-11-3 0,-4 0 0,1-1 0,6 2 0,13 1-1233,-2 1 0,11 1 1,0 0-1,-9-1 1233,-8-2 0,-12-2 0,-4 0 0,1-1 0,7 2 0,15 3 0,1 1 0,12 2 0,0 0-504,-5 2 1,-1 0 0,3 0 503,-16-4 0,-8 1 0,3 5 0,-14 0 0,0 2 0,19 1 0,15 0 0,3 1-669,-20 1 1,-10 0 0,30 3 668,42 5 0,20-4 0,-1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9:30.9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85 24575,'8'14'0,"-1"-3"0,7 21 0,-2-10-8503,17 42 8503,-6-23 0,15 28 1719,-17-32-1719,17 26 0,-15-21 0,2 4 0,0 3 0,10 31 0,2-8 0,-5-4 0,-2-26 0,-8-11 6784,3 0-6784,-18-27 0,0-2 0,-3-4 0,12-41 0,-6 17 0,13-49 0,-11 35 0,13-56 0,-11 41-497,7-8 0,0-2 497,-1 3-3227,5 4 0,0 2 3227,-6 7 0,16-26 0,-23 49 0,3-7 0,2 3 664,-7 14-664,6-9 0,-12 17 0,-1 7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9:35.2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12935 928 14290,'-49'-29'0,"5"5"4254,-1 1-4254,15 8 1782,-21-12-1782,22 15 971,-20-18-971,-12 2 0,-3-1 0,-11-9 1639,5 7 0,2 3-1639,6 2 0,-3 1 0,-15-4 0,10 4-910,26 7 1,-5-1 909,-24-6 0,-23-8 0,-9-1 0,5 3 0,20 7 0,10 6 0,-1 1 0,-7-3 0,-18-6 0,-7-1 0,6 2 0,15 7 0,-2 4 0,1 3-1206,-4-4 0,-14-3 0,0 1 1,11 3 1205,-8 1 0,-1 3 0,11 1 0,-11 0 0,1 0 0,10 2 0,-8-1 0,1 1-658,20 4 0,-7 1 0,0 0 0,9 1 658,-9-2 0,-6 2-619,13 0 0,-16 2 1,-8-1-1,-2 1 0,4 0 1,13 0 618,-12 1 0,11 0 0,-15 0-285,15 0 0,-14 0 0,-8 1 0,-2-1 0,2 1 1,8 0-1,14 0 285,-13 1 0,14 0 0,-9 1 208,1-1 1,-12 2 0,-3 0-1,5 0 1,11 0-209,1 0 0,11 0 0,-6 0-285,7-2 0,-2 1 0,-8 0 0,-14 2 285,26-2 0,-11 1 0,-8 1 0,-6 0 0,-5 0 0,-1 1 0,-1 0 0,3-1 0,4 0 0,6-1 0,8-1 0,-15 1 0,9-1 0,6-1 0,-1 1 0,-4 0 0,-11 1 0,15-1 0,-9 2 0,-6 1 0,-4 0 0,-3 0 0,0 1 0,3-1 0,4-1 0,6 1 0,9-2 0,11-1 225,-23 0 1,13-1 0,9 0-1,3 0-225,2 4 0,5 0 0,-8 1 0,-6-2 0,-10 0 0,-5 1 0,3-1 0,10 1 0,0 1 0,7 0 0,-9 2-141,8-2 1,-12 2-1,-6 0 1,3 1 0,9-1-1,15-1 141,-2 1 0,2 4 0,-6 5 0,-16 7 0,-6 3 0,6 0 0,17-5 0,5 2 0,3 2 0,-17 8 0,-16 10 0,2 1 0,20-7 0,26-9 0,5 4 0,-18 22 0,-7 12 0,10-8 966,19-18 1,4 1-967,-8 10 0,-2 7 0,9-8 3245,-3 12-3245,12-4 0,3 1 0,7-1 0,2 14 0,6 3 2994,14-3-2994,10-2 0,5-2 0,10-9 1531,23 2 1,7-5-1532,-3-17-542,2-4 0,14 8 0,-2-7 542,4-7 0,7-4 0,-9-4 0,9 2 0,4 0 0,-6-4 0,3-2 0,-2-3 0,11-2 0,-15-6 0,10-2 0,8 0 0,2-1 0,-2-1 0,-4 0 0,-10-1-1149,6 1 0,-10-2 0,0 0 0,13 0 1149,-12-2 0,9 1 0,5-1 0,4 0 0,2-1 0,0 1 0,-4-1 0,-3-1-579,12 0 1,-3 0 0,-1-1 0,-1 0 0,2 0-1,3-1 579,-15 1 0,-1 0 0,1 0 0,1-1 0,2 1 0,3-1 0,2 0 0,5 0-167,-10 0 0,5 0 1,4 0-1,3 0 1,1-1-1,2 1 1,0-1-1,0 1 1,-2-1-1,-1 1 0,-4-1 1,-3 1 166,8-1 0,-3 1 0,-3-1 0,-1 1 0,-1 0 0,0-1 0,0 1 0,2-1 0,2 1-91,-2 0 0,1-1 0,0 1 0,1-1 0,1 1 0,-1 0 0,1 0 0,0 0 0,-1 0 0,-1 0 91,0 1 0,1 0 0,0 0 0,1 0 0,0 0 0,-2 1 0,-3 0 0,-2-1 0,-4 1 0,-5 0 0,11 1 0,-10 0 0,-4 0 0,1 0 0,7 0 0,11 1 0,-16-1 0,8 0 0,6 0 0,6 0 0,4 0 0,2 0 0,1 0 0,0 1 0,-2-1 0,-4 0 0,-3 0 0,-7 0 0,-8 0 0,14 1 0,-10 0 0,-6-1 0,-2 1 0,2-1 0,5 0 0,9 0 0,-9-1 0,7 0 0,5-1 0,5 0 0,3 1 0,1-2 0,-1 1 0,-2 0 0,-3-1 0,-5 0 0,-7 0 0,-8 0 0,13-1 0,-10 0 0,-6 0 0,-2-1 0,3-1 0,7-1 0,1 0 0,6-2 0,4 0 0,2-1 0,-2-1 0,-2 1 0,-7-1 0,-8 1 0,19-4 0,-12-1 0,-3 1 0,6 0 0,-3 1 0,4 0 0,0 1 0,-2-2 0,-6 0 0,-10 0 0,-8 0 0,4-3 0,17-3 0,-23 4 0,11-3 0,8-2 0,8-2 0,5-2 0,4-1 0,2-1 0,1 1 0,0-1 0,-4 1 0,-3 0 0,-6 2 0,-8 2 0,-9 2 0,19-5 0,-14 3 0,-6 2 0,0-1 0,6-1 0,13-3 0,-17 4 0,10-2 0,8-2 0,6-1 0,4-2 0,3 0 0,0 0 0,-1 0 0,-4 1 0,-5 1 0,-7 1 0,-10 3 0,-10 3 0,-14 2 0,38-11 0,-15 2 349,9 0 1,6-3 0,-11 2-350,-22 2 0,-4 0 1151,24-10 0,-11 0-1151,-30 1 3688,-21-8-3688,-22 19 0,-60-36 0,5 22 1766,-15-2 1,-7-1-1767,23 16 0,-4 2-181,-19-6 0,-11-2 0,5 5 181,7 4 0,-3 3 0,9 1 0,-10-1 0,0 1 0,8 2 0,-15 0 0,-4 2 0,19 3 0,-10-2 0,-6 1 0,0-1 0,7 1-1092,2 0 1,7 1 0,-4-1 0,-13 1 1091,11 2 0,-12 0 0,-8 0 0,-5 0 0,-3 0 0,1 0 0,5 0 0,7 1 0,10 0-647,-5-1 1,12 1-1,3 0 1,-2 0-1,-10 0 647,2 1 0,-10-1 0,-6 1 0,-2-1 0,2 1 0,6 0 0,10 1 0,15 1 0,-30-1 0,9 2-228,12-1 1,-9 1-1,0 0 1,10 0 227,-14 2 0,1 0-244,15 1 1,-9-1 0,1 1-1,14 0 244,5 0 0,5 2 1150,-36 1 0,12 2-1150,41-2 3440,-15 8-3440,42-8 0,9 2 0,5-3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9:55.3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24575,'0'0'0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4:39.78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4 47 24575,'3'2'0,"0"1"0,0-1 0,1 4 0,9 4 0,-3-5 0,8 4 0,-9-7 0,10 1 0,-1-1 0,23-2 0,3-3 0,34-10 0,-29 3 0,35-15 0,-56 14 0,27-6 0,-38 10 0,7 2 0,-19 5 0,-1 0 0,-5 4 0,-2-2 0,1 2 0,-2 0 0,-19 6 0,7-4 0,-33 7 0,26-8 0,-32 4 0,25-5 0,-40 5 0,23-2 0,-46 4 0,53-5 0,-17 1 0,48-7 0,-1 2 0,10-2 0,0 0 0,4 0 0,2 0 0,-2 0 0,17 6 0,-9-3 0,28 8 0,-14-6 0,34 5 0,-25-4 0,32-1 0,-33 0-6784,42-5 6784,-45 3 0,27-3 0,-47-2 0,3 0 0,-14 0 0,-2-2 0,-2 4 0,-2-4 0,3 4 0,0-2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4:40.867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42 24575,'4'-10'0,"1"1"0,1 1 0,0 6 0,-2-2 0,2 2 0,-2 0 0,4-1 0,-2 2 0,13 5 0,-10-2 0,15 8 0,-16-3 0,9 13 0,-7-7 0,5 18 0,-8-12 0,2 17 0,-6-14 0,-8 25 0,-1-23 0,-9 21 0,2-24 0,-5 16 0,5-20 0,-4 12 0,8-17 0,-7 8 0,14-19 0,-3 2 0,13-16 0,-1 3 0,0-2 0,1-1 0,6-13 0,-2 7 0,20-28 0,-15 22 0,22-27 0,-21 31 0,15-18 0,-19 24 0,14-17 0,-19 21 0,8-9 0,-13 12 0,5-2 0,-6 4 0,1 4 0,-9 8 0,1 1 0,-4 10 0,1-8 0,-16 31-6784,10-18 6784,-8 14-3555,17-23 3555,0-2 0,3 6 0,-1-4 0,4 6 0,1-8 0,3-1 5023,11 14-5023,7-6 5316,-2 4-5316,4-6 0,-15-13 0,15 2 0,-12-4 0,15 1 0,-20-2 0,5 0 0,-10-2 0,4 0 0,-5 0 0,0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4:20.41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156 45 24575,'-2'-2'0,"0"-1"0,-2 2 0,-4-1 0,1 4 0,-6 4 0,3-1 0,-3 8 0,4-6 0,1 9 0,2-9 0,4 8 0,0-6 0,7 3 0,0-4 0,13 2 0,-8-5 0,23 5 0,-16-7 0,29 1 0,-25-4 0,33-10 0,-35 5 0,22-18 0,-30 12 0,-1-12 0,-10 11 0,-9-7 0,1 11 0,-13-8 0,9 9 0,-8-2 0,-17-4 0,-11 8 0,-13-1 0,11 11 0,8 6 0,24-4 0,-3 7 0,16-9 0,-1 8 0,4-8 0,10 13 0,-3-11 0,17 11 0,-11-9 0,21 6 0,-17-6 0,33 4 0,-28-7 0,17 0 0,-24-6 0,8 0 0,-3-4 0,2-5 0,-11 1 0,-6-17 0,-8 13 0,-7-15 0,0 16 0,-9-4 0,7 7 0,-14-3 0,12 6 0,-27 1 0,27 8 0,-19 2 0,22 12 0,4-5 0,2 12 0,10-17 0,2 11 0,5-9 0,8 6 0,-5-9 0,12 0 0,-12-7 0,7 0 0,-9-3 0,11-6 0,-9-1 0,10-7 0,-11 2 0,-4-16 0,-6 14 0,-6-8 0,0 18 0,-11-5 0,4 9 0,-13-4 0,9 8 0,-25 12 0,23-1 0,-26 17 0,33-16 0,-19 20 0,24-13 0,-6 9 0,21-8 0,-2-10 0,26 1 0,-16-7 0,25-1 0,-21-2 0,29-2 0,-20-5-6784,22-4 6784,-22-5 0,-2-9 0,-16 9 0,-5-8 0,-12 10 0,-6-4 0,-3 6 6784,-18 0-6784,8 7 0,-35 6 0,29 0 0,-31 14 0,36-7 0,-15 15 0,25-14 0,-4 9 0,15-13 0,1 8 0,6-10 0,12 10 0,7-9 0,11 2 0,7-8 0,-6-3 0,5-6 0,-19 1 0,8-12 0,-20 9 0,4-13 0,-15 18 0,-2-8 0,-3 8 0,-8-2 0,0 4 0,-16 2 0,12 6 0,-22 8 0,22-1 0,-16 14 0,19-13 0,-3 10 0,15-13 0,-2 3 0,6-6 0,11 6 0,-2-9 0,13 5 0,-11-8 0,16-6 0,-7 2 0,15-13 0,0-1 0,-15 1 0,4-11 0,-21 17 0,-3-6 0,-2 11 0,-14-2 0,6 5 0,-13 0 0,9 3 0,-22 14 0,17-9 0,-31 27 0,36-22 0,-17 15 0,28-19 0,-1 0 0,6-4 0,2-2 0,0-2 0,0 2 0,2-5 0,-2 2 0,2-3 0,-4 2 0,-2 0 0,-2 1 0,-2 0 0,0 0 0,-2 3 0,2-4 0,-9 4 0,5-2 0,-6 2 0,8-2 0,0 2 0,4-2 0,0 2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4:22.15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3422 33 24575,'-3'0'0,"-1"-1"0,0 0 0,-2-2 0,-1 2 0,1-1 0,-7 0 0,-13 0 0,6-1 0,-18 1 0,22 2 0,-23 0 0,23 0 0,-58-2 0,46-1 0,-40 0 0,9 1 0,-27-1 0,5 3 0,6-3 0,37 3 0,-17 3 0,-2 1 0,6 0 0,-22 3 0,4 0 0,36 0 0,-65 12 0,59-9 0,-53 13 0,57-12 0,-61 9 0,45-13 0,1 0 0,-39 6 0,34-8 0,7 0 0,15 2 0,-23-1 0,5 6 0,-20-1 0,16-1 0,-21 4 0,42-7-6784,-48 5 6784,45-8-85,-15 1 1,-1 0 84,6-1 0,-4 0 0,0 0 0,8 2 0,-38 2 0,40 1 0,-51 5 0,47-5 0,-24 2 0,-16 2 0,2-1 0,-11 2 0,23-4 6701,49-7-6701,2-1 252,14-2-252,2 1 0,2 2 0,0-1 0,0 1 0,-9 4 0,4-3 0,-4 3 0,3-5 0,4-2 0,-1 0 0,-7 0 0,3-2 0,-3 1 0,3 0 0,5 1 0,-3 0 0,2 0 0,-7-2 0,6 1 0,-7-4 0,10 2 0,-2-1 0,5 1 0,-2 1 0,2-2 0,0 0 0,-4 0 0,3 0 0,-6-3 0,4 2 0,-2-4 0,2 4 0,0 0 0,1 2 0,0 0 0,0 4 0,2 0 0,6 3 0,-16 0 0,15 1 0,-20-1 0,16 0 0,-8 0 0,6 0 0,-6-2 0,4 0 0,-1-1 0,4 0 0,0 0 0,2-1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4:23.98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2833 84 18593,'-25'-4'0,"0"-1"0,5 1 0,5-1 0,-9 0 0,9 0 2733,-14 0-2733,-27-7 1021,12 7-1021,-16-6 0,-5 2 0,-6 6 266,6-3 1,-4 2-267,4 6 0,3 4 0,-29 1 0,35-2 0,5 2 1695,5 1-1695,-2 1 0,-14 1 0,-4 0 0,-4 5 0,-18 0 0,1-1 0,27-1 0,-29 2 0,40-6 0,8-1 0,0-1-6784,-52 8 6784,39-5-136,-11-1 0,1 0 136,23-2 0,-31 3 0,55-10 0,-19 5 0,20-5 6650,-12 2-6650,14-4 0,-4 2 406,-8-8-406,-2 4 0,1-2 0,-5 4 0,19 0 0,-14 1 0,11-1 0,-18 2 0,7 2 0,-38 1-6784,32-1 6784,-19 1 0,33-3 0,-19 0 0,11 0 0,-26 0-4537,27 0 4537,-9 0 4537,11 0-4537,2 0 0,4 0 0,4-2 0,13 1 0,-2-1 0,5 2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4:25.97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0 24575,'2'6'0,"-1"5"0,1-1 0,0 11 0,1-6 0,2 13 0,2-1 0,2 27 0,0-8 0,-2 8 0,0 3 0,4 8-1227,0 5 0,2 15 0,-3-10 1227,2 24 0,0-23 0,2 12 0,-4-15 517,-1 6-517,0-19 0,0-4 0,0-7 0,0 16 0,0 2 0,-1-7 0,0-4 0,-1-4-5736,-5-14 5736,3-10 0,-4 2 0,4 28 1855,-4-22-1855,4 45 0,0 5 0,-3-22-37,2 19 1,-1-3 36,-3-32 0,0 36 0,0-32 6619,0 32-6619,0-39 0,5 31 0,-4-37 0,3 12 0,2 1 0,0-1 0,0 21 0,0-26 499,1 7-499,-6 4 0,11 25 0,-10-39 0,7 29 0,-6-49 0,2 26 0,-3-36 0,-2 14 0,0-12 0,0 30 0,0-15 0,-2 19 0,1-22 0,-1 4 0,2-12 0,-2 10 0,2-13 0,-2 10 0,2-13 0,0 10 0,0-12 0,0 18 0,0-15 0,0 18 0,-2-14 0,1 16 0,-1-12 0,2 13 0,0-17 0,-3 31 0,3-31 0,-2 40 0,2-45 0,-2 20 0,1-26 0,-1 17 0,2-15 0,-2 20 0,2-16 0,-4 24 0,1 9-6784,-1-12 6784,1 2-1421,0-28 1421,2-4 0,-1 6 0,2-5 0,-2 11 0,2-10 6080,-2 11-6080,2-12 2125,0 4-2125,-1-5 0,0 14 0,-1-12 0,1 12 0,0-14 0,-1 2 0,2 5 0,0-5 0,0 5 0,0-7 0,0 0 0,-2-2 0,0-2 0,0 0 0,0-2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4:43.732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234 4091 24575,'4'0'0,"-2"-1"0,2-2 0,-4 0 0,2-1 0,-2 0 0,0 0 0,0 0 0,0-2 0,0 0 0,-2-8 0,2 0 0,-4-9 0,1 5 0,-1-17 0,1 18 0,-1-20 0,4 21 0,-2-6 0,2 10 0,0-5 0,0 9 0,0-11 0,0 11 0,0-15 0,0 14 0,0-13 0,0-22 0,0 3 0,-2-12 0,1 14 0,-1 18 0,2-26 0,0 27 0,0-15 0,0 14 0,0 4 0,0-21 0,-2 21 0,0-28 0,-3 24 0,0-39 0,0 34 0,0-32 0,-4 5 0,0-4 0,3-5 0,1-2 0,-4-10 0,1 2 0,5 17 0,2 6 0,1-15 0,0 20 0,-3-45 0,1 43 0,-6-44-6784,0 61 6784,2-16 0,0 26 0,-1-52 0,1 41 0,-1-45 0,5 59 0,-2-23 6784,1 21-6784,-6-27 0,6 31 0,-3-18 0,5 19 0,-1-13 0,2 14 0,3-51 0,-2 40 0,2-45 0,-1 46 0,-2-24 0,3 22-6784,-3-54 6784,0 25-80,-3 2 1,1-1 79,1-5 0,-10-41 0,7 60 0,-2-46 0,4 54 0,2-30 0,0 33 0,0-36 0,0 32-250,-3-44 1,-1-4 249,0 29-34,0-26 0,-1 7 34,3 46 0,-3-28 0,2 27 6425,-1-35-6425,1 37 978,1-20-978,2 27 0,0 0 0,0 2 0,0 6 107,0-3-107,-2-10 0,1 4 0,-1-22 0,2 21 0,0-7 0,0 17 0,0-3 0,0 5 0,1-1 0,0 3 0,1 1 0,-2-2 0,0-2 0,0 2 0,0-2 0,1 2 0,5-19 0,-1 13 0,1-13 0,-3 19 0,-2 0 0,0 4 0,-1-2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4:45.00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1 394 24575,'3'-6'0,"-2"0"0,11-6 0,-10 2 0,9-3 0,-4-1 0,0 2 0,11-16 0,-9 14 0,16-19 0,-16 19 0,22-22 0,-19 21 0,17-13 0,-17 18 0,2-6 0,-5 9 0,0-6 0,-4 7 0,6-5 0,-10 7 0,6 0 0,-5 1 0,2 0 0,0-1 0,-1 2 0,-1-1 0,2 2 0,-2 0 0,0-1 0,2 0 0,-4-2 0,3 0 0,-1 0 0,2 0 0,-2 0 0,7-7 0,-5 6 0,5-4 0,-7 5 0,1 2 0,-2-2 0,2 2 0,-2-2 0,2 7 0,-1 0 0,2 3 0,3 8 0,0-1 0,12 20 0,-7-13 0,20 29 0,-18-27 0,24 34 0,-22-36 0,18 20 0,-26-31 0,11 10 0,-14-16 0,3 6 0,-7-8 0,-1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4:46.94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93 24575,'0'4'0,"0"4"0,0 1 0,2 9 0,-1-1 0,3 1 0,0 9 0,0-11 0,6 20 0,-8-17 0,10 19 0,-6-16 0,9 15 0,-5-22 0,2 4 0,-6-15 0,0-2 0,-3-1 0,8-2 0,-3-4 0,6 1 0,-4-3 0,-1 1 0,10-4 0,50-46 0,-32 21 0,5-1 0,-5 2 0,-19 8 0,4-9 0,-16 21 0,3-9 0,-8 15 0,0-2 0,2-17 0,0 8 0,0-6 0,0 12 0,-1 9 0,2 0 0,0 4 0,0 6 0,0-2 0,-2 4 0,2-2 0,0 8 0,19 50 0,-9-26 0,7 23 0,2 2 0,-1-7 0,-5-3 0,0-2 0,-1-5 0,-4-2 0,-9-25 0,-5 13 0,-3-18 0,-3 13 0,-5-23 0,-37 6 0,19-6 0,-41 3 0,42-7 0,-33-2-6784,34 1 6784,-14-1 0,27 0 0,-8-2 0,8-3 0,-5-4 0,12 4 0,5-8 6784,2 7-6784,7-20 0,1 8 0,11-16 0,-3 14 0,51-15 0,-37 24 0,37-9 0,-16 19 0,-10 1 0,9 0 0,11 2 0,0 1 0,-15-1 0,11 1 0,-7 1 0,-35 0 0,-11-2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44.72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9 252 24575,'0'14'0,"2"1"0,-1 0 0,1 4 0,-2-10 0,2 7 0,-2-7 0,4 4 0,-3-4 0,2 3 0,0 2 0,1-5 0,2 9 0,2-9 0,-2 1 0,7-5 0,-8-5 0,15-10 0,-11-4 0,8-5 0,-2-12 0,6-16 0,1-3 0,1 2 0,-1-8 0,-3 5 0,-12 32 0,-1-19 0,-2 22 0,1-15 0,-2 22 0,-1 1 0,-4 12 0,1 13 0,0-1 0,3 35 0,-1-15 0,6 42 0,-3-33 0,10 51-949,-3-14 949,-4-20 0,-1-2 0,4 16 0,-6-4 0,-2-53 0,-6 4 0,2-18 0,-10 3 0,5-8 949,-41-14-949,16-4 0,-38-12 0,35 6 0,-14-2 0,31 13 0,-15-9 0,26 10 0,-4-4 0,13 9 0,0 0 0,0 2 0,6-5 0,4-2 0,11-4 0,-2 3 0,32-12 0,-30 12 0,16-4 0,-31 12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45.21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32 24575,'2'16'0,"-2"8"0,3-2 0,-1 7 0,4 1 0,-1-8 0,12 21 0,6 1 0,3-7 0,4 3-6784,-11-24 6784,6-4 0,-3-8 0,5-1 0,-9-5 0,2-11 0,-10 2 0,8-18 0,-8 11 0,-1-46 0,-4 38 0,-9-55 0,1 63 0,-12-28 0,8 35 0,-12-12 0,1 12 0,-1-2 6784,2 6-6784,-15 16 0,18-6 0,-14 13 0,4 4 0,14-9 0,-23 19 0,27-24 0,-6 6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53.30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0 24575,'5'0'0,"5"4"0,2-1 0,0 1 0,1 0 0,4-2 0,4 1 0,12-1 0,-8-2 0,18 0 0,-20-3 0,9 3 0,-16-2 0,-5 0 0,2 1 0,2-4 0,-6 4 0,0-3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53.66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36 24575,'8'2'0,"0"2"0,-2-4 0,0 2 0,0-2 0,8 0 0,-4 0 0,5 0 0,2 0 0,1-2 0,13-1 0,17-7-6784,-18 6 6784,14-5-3289,-31 8 3289,2-1-845,-5 0 845,-4 2 0,0-4 0,5 1 0,-8 1 0,3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54.58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21 665 17744,'-8'-38'0,"3"2"3070,3 13-3070,0-3 0,1 0 1170,-1-3-1170,4-18 615,0 13-615,5-22 1976,1 33-1976,3-11 0,-4 19 0,4-5 0,-5 9 0,5-8 0,-4 8 0,23-42 0,-16 32 0,16-27 0,-19 34 0,2-3 0,-1 2 0,15-7 0,-12 12 0,21-2 0,-24 9 0,18 1 0,-17 2 0,8 6 0,-8 1 0,9 16 0,-9-6 0,16 26 0,-8-11 0,6 20 0,-15-21 0,-1 0 0,-13-19 0,-2 4 0,-3-9 0,-13 6 0,2-7 0,-3 3 0,-16 1 0,12-2 0,-5 3 0,4 1 0,18-9 0,-2 0 0,6-5 0,4-2 0,0 0 0,0 2 0,0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55.53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60 0 24575,'-11'2'0,"4"3"0,-7 1 0,7 3 0,-4-1 0,5 0 0,4-1 0,0 7 0,2-6 0,9 15 0,-3-10 0,12 9 0,-6-8 0,14 9 0,-14-7 0,25 22 0,-26-23 0,14 22 0,-19-26 0,-1 10 0,-4-10 0,-2-1 0,-1-5 0,-6-1 0,3-2 0,-3 0 0,5 1 0,-18-6 0,13 3 0,-12-6 0,16 2 0,0 0 0,0-4 0,0-7 0,2 2 0,0-8 0,4 8 0,8-15 0,-4 14 0,16-20 0,-11 22 0,11-14 0,-7 17 0,3-5 0,-6 11 0,9-2 0,-12 6 0,5 2 0,-11 3 0,0 8 0,1-1 0,5 19 0,-3-12 0,4 16 0,-7-20 0,3 6 0,-4-18 0,0 1 0,2-11 0,-4 2 0,2-4 0,2-4 0,-1 3 0,10-15 0,-7 15 0,10-14 0,-11 19 0,4-6 0,-5 10 0,-2 4 0,0 0 0,0 11 0,0-5 0,3 10 0,-1-10 0,0 12 0,1-14 0,-1 13 0,0-15 0,-2 3 0,0-7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56.07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10 1 24575,'-2'10'0,"0"4"0,2 6 0,-3 3 0,3 9 0,-2-7 0,2 13 0,2 5 0,-1-7 0,12 40 0,-6-42 0,11 14 0,3 0 0,-3-18 0,27 33 0,-29-53 0,22 4 0,-21-16 0,31-15 0,-32-1 0,15-10 0,-21 3 0,-1 8 0,4-43 0,-5 28 0,-1-37 0,-7 47 0,-16-29 0,1 28 0,-25-30 0,16 31-6784,-22-12 6784,26 23 0,-22-4 0,27 12 0,-13-3 0,21 5 0,-3 0 0,7 1 6784,-3 0-6784,2 0 0,-2 1 0,4 1 0,-2 1 0,4 2 0,-2-4 0,2 3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16:56.45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0 24575,'6'3'0,"2"0"0,-3 0 0,2 1 0,0-2 0,1 2 0,3-2 0,4 2 0,-1-1 0,21 1-6784,-14-3 6784,11 1-4159,-13-2 4159,-5 0 0,2 0 0,12-8 0,-13 2 0,9-2 1181,-19 4 0,-3 4 0,0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22.4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24575,'0'6'0,"2"0"0,0 0 0,9 9 0,-3-2 0,8 8 0,-4-7 0,3 1 0,25 13 0,4 2 0,-7-4 0,16 8 0,-1-1 0,-18-12 0,11 1 0,3 1 0,5 6 0,19 4 0,2 0 0,-10-5 0,16 5 0,1-1 0,-14-5-880,-7-3 1,10 5 0,-5-3 879,-13-7 0,-1-1 0,35 18 0,-3-2-1762,5-6 1762,-28-5 0,9 4 0,-9-4 0,25 10 0,-7-2 0,14 6 0,-14-4 0,10 10 0,1-1 0,-2 1 0,-8 0-72,-18-10 0,11 4 0,-10-4 72,18 9 0,-22-11 0,7 3 0,-11-5 0,3 3 0,6 3 0,14 7 0,-10-4-1109,14 8 1109,-18-11 0,10 4 0,-15-7 0,-12-6 838,-1-1 0,1 0-838,8 4 0,-1 0 0,-2 1 0,-2-2 0,5 3 0,0 0 0,-9-5 900,9 3 0,0 1-900,-1-2 249,7 5-249,-16-10 0,10 8 0,0 0 0,-3 0 0,14 7 0,0-1 0,-16-8 0,25 14 0,-12-9 0,22 14 242,-4-3-242,-23-16 0,1-1 0,22 12 0,-23-14 0,-2-3 0,-7-6-12,15 5 1,3 0 11,-2 2 0,-15-8 0,1 1 0,16 13 0,-28-16 0,20 11 0,-3-9 0,-17-1-5429,32 2 5429,-42-6 426,51 11-426,-44-6 0,46 14 0,-44-14 0,19 8 0,-25-13 6784,12 6-6784,-1 0 0,37 7 0,-25-5 0,34 3 0,-57-11 0,26 3 0,-31-3 0,35 6 0,-26-5-6784,36 5 6784,-40-11 0,10 1 0,-25-5 0,5-2 0,0 2 0,4-2 0,-12 2 0,-2-2 0,-9 4 6784,4-2-6784,-2 2 0,5-1 0,-5 0 0,6-2 0,-6-1 0,2-1 0,-4-2 0,0-4 0,-4 0 0,-2-5 0,-8-2 0,-3 0 0,1 4 0,-5 4 0,14 6 0,-18 4 0,13 0 0,-7 3 0,8-2 0,4 1 0,-3 3 0,5 2 0,-1 2 0,8 6 0,-1-7 0,19 11 0,-11-12 0,14 0 0,-16-7 0,1-4 0,4 2 0,3-7 0,-2 0 0,-3-6 0,-6-2 0,-3-41 0,-6 21 0,-4-29 0,-2 41 0,-7 8 0,8 9 0,-15 2 0,9 2 0,-14 2 0,13 0 0,-9 8 0,11-3 0,-1 3 0,8-2 0,0-1 0,1 1 0,1 2 0,2-3 0,4 10 0,5-6 0,10 8 0,-2-7 0,38-2 0,-33-7 0,24-4 0,-35-8 0,-3 0 0,6-13 0,-8 2 0,3 1 0,-17-13 0,3 22 0,-17-16 0,13 21 0,-24 1 0,21 8 0,-17 6 0,21 0 0,-2 2 0,8-4 0,1 8 0,1-6 0,8 14 0,-2-16 0,6 5 0,-1-11 0,7 3 0,-4-3 0,10-3 0,-12 1 0,6-16 0,-12 8 0,3-18 0,-8 8 0,0-5 0,-5 6 0,-11-6 0,-1 14 0,-11-4 0,15 13 0,-1 8 0,8 3 0,-2-1 0,4 5 0,1 9 0,4-10 0,7 16 0,-1-22 0,9 5 0,-6-11 0,6 2 0,-5-4 0,4 2 0,-6-2 0,5-10 0,-3-4 0,2-23 0,-7 8 0,-5-8 0,-4 20 0,-2 3 0,-1 10 0,-2-2 0,2 6 0,-26 15 0,15-5 0,-14 12 0,22-14 0,4 0 0,2-4 0,2 2 0,0-2 0,2 1 0,1-2 0,7 4 0,-1-6 0,11 4 0,-10-4 0,10-1 0,-10-2 0,4-2 0,-8 0 0,-2-2 0,-4 2 0,-10-6 0,1 5 0,-15-7 0,8 8 0,-10-3 0,12 6 0,-10-1 0,13 2 0,-8 0 0,12 0 0,4 2 0,3 0 0,2 2 0,2-2 0,-2 0 0,2-2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23.4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8191,'11'89'0,"0"1"0,0 0 0,0 0 0,-4-29 0,-1 0 0,5 21 0,3 19 0,-1-7 0,-4-33 0,-6-35 2908,3-3-2908,-5-6 0,3 0 2155,-2-6-2155,-2-5 0,2 0 4537,0-4-4537,-2-4 0,2-2 0,-4-7 0,1 0 0,-3-6 6784,2-9-6784,-1-2 0,-3-23 0,4 17 0,-2-7 0,4-1 0,2 9 0,0-6 0,5 2 0,-2 21-3392,16-32 0,2-2 3392,-7 18 0,8-16 0,2 5 0,-11 25 0,18-3 0,-10 7 0,4 3 0,-15 8 6784,1 1-6784,-8 2 0,6 4 0,-7-2 0,2 2 0,0 0 0,8 6 0,-5-4 0,21 14 0,-17-14 0,13 10 0,-15-10 0,17 10 0,-16-10 0,13 5 0,-21-9 0,0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29.4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 1355 24575,'-2'-23'0,"-1"1"0,-2-1 0,-2 3 0,1-5 0,-3-8 0,6 5 0,-1-11 0,4 16 0,12-40-6784,4 3 6784,9-12-139,-1 7 139,13-4 0,3-11-503,-5 16 1,2 0 502,14-16 0,9 0 0,1 4 0,-10 22 0,12-5 0,-1 4-90,-20 26 90,43-14 0,-40 24 6173,15-1-6173,-12 3 0,41 1 96,-37 8 0,3 1-96,12-2 0,-2 2 0,15 5 1507,-30 12-1507,-50 11 146,0 0-146,0-2 0,0-14 0,0 0 0,-2-4 0,-2 4 0,0-3 0,-5 2 0,4-2 0,-2-1 0,3 0 0,2 1 0,0-2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30.4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45 1464 24575,'-3'-11'0,"3"-3"0,-4 2 0,4-9 0,-4 6 0,-2-22 0,1 8 0,-3-31 0,5 16 0,-2-47 0,4 44 0,-2-23 0,1-1 0,1 16-945,5-13 0,4-18 1,3 5 944,7 6 0,6 0 0,-1-2 0,2-5 0,3 8-412,7 6 0,1 10 412,25-20 0,-8 50 0,-17 13 0,21 6 0,5 3 0,4-1 0,5 9 0,-3 4 0,-16 2 0,31 32 2702,-52-20-2702,18 32 956,-37-23-956,2 50 0,-16-26 0,-5 39 0,-8-44 0,-15 9 0,-4-2 0,1-15 0,-10 7 0,-3-6 0,12-29 0,-31 1 0,31-11-6784,-18-13 6784,24 6 0,-38-31 0,38 24 0,-24-17 0,43 22 0,-3-1 0,8 6 0,-4-6 0,5 7 0,-1-2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31.0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24575,'10'2'0,"-1"0"0,5 0 0,1-2 0,7 3 0,11-1 0,6-1 0,18 2 0,7 0 0,8 0 0,24 2 0,6-1 0,-12 1-2239,-19-1 1,-7 0 0,13 0 2238,-1-1 0,14 0 0,8 1 0,5-1 0,-2 1 0,-7-1 0,-13-1 0,22 0 0,-14 0 0,12 0 0,-14 0 0,11 0 0,6 1 0,0-1 0,-6 1 0,-10 0-1520,13 0 0,-11 1 0,15 1 1520,-20 0 0,12 1 0,7 0 0,3 1 0,-2 0 0,-5 1 0,-9-1-763,9 3 1,-10-1 0,0 2 0,12 0 762,-17-1 0,9 0 0,6 1 0,4 1 0,-2 0 0,-2-1 0,-7 0 0,-11-1-251,13 3 0,-13-2 1,0 1-1,8 1 251,-12-1 0,7 0 0,4 1 0,1 0 0,-1 0 0,-4 0 0,-6-2 72,19 2 1,-8-1 0,-1-1 0,3 1-73,-5-1 0,4 0 0,1 1 0,-4-1 0,-7-1 0,13 2 0,-7-2 0,-8-1 0,5 0 0,-18-3 0,-23-3 2696,-19-3-2696,-15 0 4032,-10-2-4032,-8 1 0,-30-3 0,25 3 0,-15-1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33.7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250 14 24575,'-16'-5'0,"-1"1"0,6 2 0,0 2 0,-2-2 0,1 2 0,-14 3 0,9 0 0,-19 9 0,22-4 0,-19 25 0,23-17 0,-11 16 0,16-15 0,0-5 0,3 42 0,9-15 0,-1 20 0,30 5 0,-15-38 0,14 18 0,-17-33 0,-4-4 0,2-3 0,15 3 0,-5-2 0,4 0 0,-6-3 0,-12-2 0,1 0 0,-7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34.6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12 24575,'-15'22'0,"3"-6"0,0 7 0,8-4 0,-1 4 0,11 44-8503,-4-36 8503,9 29 1719,1-39-1719,-3-8 0,10 4 0,-9-12 0,14-2 0,-13-5 6784,15-6-6784,-18 1 0,9-11 0,-9-1 0,3-24 0,-6 15 0,-2-10 0,-8 16 0,0 9 0,-2-6 0,1 8 0,1-3 0,-5-7 0,2 5 0,-4-2 0,5 11 0,5 3 0,3 4 0,7 0 0,1 0 0,0 0 0,48 0 0,-22 0 0,31 0 0,-39 0 0,4 0 0,-15 0 0,11-1 0,-18-2 0,1-1 0,-12-1 0,1 2 0,-5-2 0,2 4 0,1-1 0,-5 2 0,1 0 0,-6 6 0,7-3 0,-1 7 0,7-5 0,0 16 0,0-12 0,0 16 0,5-4 0,5 13 0,-1-8 0,11 17 0,-11-24 0,6 10 0,-9-17 0,-2 5 0,-2-11 0,-5 14 0,-2-14 0,-3 5 0,0-8 0,-2 1 0,1 1 0,-6 0 0,7-2 0,-8 3 0,11-5 0,-3 1 0,6-6 0,2-1 0,2-3 0,-2 4 0,8-4 0,-5 2 0,7-3 0,-4 3 0,10-5 0,-9 7 0,4-3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34.9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240 0 24575,'-26'16'0,"1"3"0,-2 3 0,2 6 0,-1 7 0,5 0 0,-6 9 0,6 17 0,1 1-924,13 6 1,3 16 0,0-10 923,-3 23 0,7-22 0,2 10 0,2-18-85,3-16 85,7-2 0,2 0 0,5 3 0,24 34 0,-22-45 0,9 0 0,-14-19 0,23 2 0,-13-11 2756,22-5-2756,-34-16 0,5-5 0,-20-17 0,2 20 0,-3-13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35.5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103 0 24575,'-8'6'0,"-16"43"-9831,10-19 8341,-9 35 4308,15-21-2818,-1 15 1719,5-6-1719,2 13 0,2 1 0,0-5 0,5 4 0,1-2 0,-2-20 0,15 21 6784,-10-37-6784,13 12 0,-14-30 0,13 0 0,-15-9 0,21-12 0,-15 2 0,17-26 0,-15 15 0,11-24 0,-13 16-6784,18-58 6784,-16 38-167,0-16 0,-3 1 167,-4 19 0,0-45 0,-9 65 0,0-10 0,-3 21 6619,-12-16-6619,7 16 499,-25-17-499,8 26 0,0-3 0,3 7 0,6 2 0,0 0 0,-10 8 0,9-2 0,0 4 0,2 1 0,-2 16 0,6-15 0,0 9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35.9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24575,'2'4'0,"6"0"0,-5 0 0,13 2 0,1 1 0,10 4 0,1-3 0,-2 1 0,-1-4 0,12 2 0,4-1 0,13 2 0,-22-5 0,9 0 0,-18-3 0,4 0 0,3-2 0,-19 0 0,7-1 0,-16 1 0,2 2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36.2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24575,'8'0'0,"-2"0"0,2 0 0,1 0 0,0 0 0,4 2 0,-2-2 0,5 5 0,39-3 0,-17 4 0,54 2 0,-49-5 0,28 5 0,-36-8 0,24 1 0,-32-2 0,5-3 0,-22 2 0,-7 0 0,0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37.1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234 8 24575,'-4'-4'0,"0"2"0,0 0 0,-1 2 0,0 0 0,-3 0 0,4 0 0,-12 3 0,0 2 0,-13 3 0,3 5 0,2-3 0,3 36 0,5 9 0,1-10 0,0 30 0,5 5 0,14-3 0,1-26 0,1-1 0,8 14 0,6-14 0,-10-31 0,5 0 0,1-13 0,11-10 0,-2-3 0,13-17 0,-19 4 0,10-30 0,-16 24 0,-2-23 0,-3-5 0,-8-2 0,0-4 0,-3 1 0,-4 7 0,-7-13 0,8 40 0,-8-7 0,4 12 0,-8 2 0,7 6 0,-15 4 0,17 5 0,-14 2 0,16 1-1696,-51 33 0,44-25 0,-37 25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37.4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24575,'16'4'0,"5"1"0,0 0 0,1-2 0,-5 1 0,-1-1 0,4 1 0,2-1 0,-2-1 0,22 0 0,-15 1 0,44 0 0,-5 3-6784,-9-6 6784,-7 4 0,-43-4 0,-4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38.0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128 132 24575,'-13'0'0,"3"0"0,2 0 0,0 1 0,1 4 0,-1-1 0,-1 2 0,1 0 0,1 1 0,-9 15 0,12-13 0,-8 16 0,12-20 0,0 5 0,2-8 0,0-1 0,2-4 0,2 0 0,-2-3 0,30-65 0,-64 25 0,48-29 0,-60 48 0,38 27 0,1 0 0,-1 0 0,1-2 0,2 2 0,1-2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38.3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24575,'30'83'0,"-7"-20"0,3 4 0,-2-4 0,2 5-2264,4 13 1,2 8-1,-2-7 2264,-3-11 0,0-1 0,1 11 0,3 8 0,-4-9-308,-4-14 0,0-1 308,0 9 0,1 7 0,-3-9 0,-4-21 0,-3-1 397,10 49 1,-5-8-398,-9-38 0,-10 20 0,-16-57 3094,-43-11-3094,9-10-3976,-33-15 3976,19-1 0,-20-11 0,38 15 0,1-1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42.8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494 1 24575,'0'6'0,"0"0"0,0 0 0,-1-2 0,0 9 0,-1-8 0,2 6 0,0-3 0,0 1 0,0 0 0,-5 4 0,3-8 0,-5 7 0,6-6 0,-8 16 0,3-8 0,-10 15 0,6-16 0,-2 9 0,5-12 0,-5 14 0,4-11 0,-6 13 0,6-11 0,-2 8 0,-1 7 0,0-3 0,-1 1 0,4-14 0,4-8 0,2-2 0,-3 4 0,0 2 0,-2 0 0,2-1 0,1-6 0,2 1 0,-2 0 0,4 0 0,-4 0 0,2 1 0,-2-2 0,1 4 0,-1-5 0,0 4 0,0-3 0,0 1 0,2 0 0,-3 2 0,2-4 0,-3 1 0,3-1 0,0 0 0,0 0 0,3 6 0,-2-1 0,0 4 0,-1 2 0,-1-4 0,-6 13 0,-1-8 0,-12 25 0,4-19 0,-2 7 0,-21 15 0,9-11 0,-5 6 0,17-18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27.6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24575,'0'0'0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14.8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1406 24575,'0'-8'0,"0"-1"0,0-2 0,2-15 0,-2 14 0,8-40 0,-4 20 0,5-16 0,-4 8 0,-2 10-6784,6-57 6784,-4 0 0,-1-10 0,-1-1-594,1 0 594,-3 15 0,0 9 0,-1 41 0,5-33 0,-4 43 0,5-25 0,-3 25 6490,12-27-6490,-7 29 888,9-14-888,-1 11 0,5-5 0,-1 4 0,9-9 0,-11 19 0,27-21 0,-24 23 0,33-13 0,-16 20 0,15 0 0,-15 8 0,-10-2 0,-6 6 0,-9-1 0,17 6 0,-9 7 0,8 24 0,0 5 0,-2-2 0,-2 7 0,-6-2 0,-14-22 0,-5 24 0,-2-25-6784,-17 24 6784,7-31 0,-29 10 0,22-19 0,-34 2 0,25-10 0,-9 4 0,10-7 6784,0 4-6784,-4-3 0,-12 1 0,21-2 0,1 0 0,16 0 0,1 2 0,2 0 0,-2 0 0,2 0 0,-2-2 0,0 0 0,2 1 0,-1 0 0,2 0 0,0-1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25.3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837 219 24575,'-58'0'0,"18"0"0,-47 7 0,-6 1-9831,23-1 9086,-19 1 0,4-1 745,40-1 2818,0-3-2818,-22 8 1719,24-7-1719,-17 7 0,38-8 0,1 9 0,16-8 0,-1 4 6784,12-8-6784,15 2 0,13 1 0,35-3 0,-14 0 0,10-12 0,2-3 0,-2-2 0,14-10 0,5-4 0,-31 7 0,-2-1-548,18-10 1,-2 0 547,17-12 0,-12 4 0,-55 32 0,-54 29 0,8-2 0,-18 12 0,-1 3 0,-1 4-677,-1 4 1,-4 2 676,-19 13 0,19-14 0,1-1-5292,2 0 5292,4-3 0,18 6 0,24-2-4220,-2 4 4220,22-20-1764,6-10 1764,-8-11 3287,15 10-3287,36-1 0,27 1 0,-12-3 0,18 0-202,-13 0 1,14 1 0,-25-8 201,-33-12 4676,15-28-4676,-36 19-1319,11-18 1319,-26 22-1594,-6 3 1594,-1 0 717,-53-8-717,32 14 0,-47 0 0,47 14 5903,-50 32-5903,39-23 2658,-32 23-2658,54-31 0,5-3 0,6-5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26.0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1 24575,'-2'11'0,"1"12"-9831,-1-1 8341,5 25-665,-2-18 2155,7 25-879,-4-21 879,1 17 0,1 4 0,0 5 0,-2 12 0,-1 2 0,4 13 3034,-4-1-3034,1-23 4537,-2-37-4537,0-5 6784,1-11-6784,-2-9 0,-1-7 0,-2-12 0,2 3 0,-7-36 0,6 23 0,1-21 0,1-3 0,3 4 0,5-16 0,5-2 0,8 7 0,0 14 0,3 3 0,8 4 0,35-4 0,-28 24 0,45-10 0,-42 19 0,8-3 0,1 1 0,-11 3 0,50-15 0,-64 20 0,9-7 0,-25 10 0,-5-2 0,-2 2 0,1 0 0,-2 1 0,1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15.8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 24575,'8'0'0,"0"0"0,3 0 0,-2 0 0,12 0 0,2 0 0,4 0 0,46 0 0,-36 0 0,55 0 0,-48 0 0,38-3 0,-40 2 0,23 0 0,1 0 0,-25 1 0,18 0 0,-3 0-6784,-32 0 6784,7 0-1302,-20-2 1302,-5 1 0,-3-1 0,-2 4 0,-7-2 0,5 2 0,-2-2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16.9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 24575,'11'0'0,"3"0"0,-9 0 0,10 0 0,0 0 0,8 0 0,-3 0 0,3 0 0,-6 0 0,11 0 0,2-2 0,11 1 0,-9-2 0,-3 3 0,-4 0 0,-7 0 0,16 0 0,-16 2 0,14 1 0,-18-1 0,3 0 0,-9-2 0,0 4 0,1-4 0,-3 6 0,-1-6 0,-4 2 0,0-2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46.5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57 0 24575,'-3'4'0,"0"2"0,2 2 0,-1 4 0,-1 10 0,-2-7 0,0 16 0,-3 9 0,2 0 0,-3 32 0,4-2 0,1 10 0,3 15 0,1 2-3392,-1 4 0,1-2 3392,2-18 0,2-8 0,7 16-495,7-33 0,4-1 495,8 29 0,8-10 0,3-3 0,5-11 0,12 4 0,6-2 0,-25-29 0,3-2 0,39 24 0,3-4 0,-37-27 0,1-3 0,32 10 0,1-4 0,11 0 0,-34-13 0,8-3 0,20-1 0,12-2 0,1-3 0,-5-5 0,-1-2 0,3 0-604,-15 3 0,1 1 0,1-1 0,-4-3 604,17-5 0,-4-4 0,-14 1 0,14-7-284,-20 1 1,-2-1 283,2-1 0,3-2 0,1-3 0,1-7 0,-20 10 0,-5 1 4816,-12-1-4816,-10 7 1132,-22 10-1132,1-1 3680,-8 2-3680,1 0 1129,-1-2-1129,-1 2 0,-3-2 0,-4-3 0,2 0 0,-11-5 0,8 3 0,-3 2 0,7 3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47.7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24575,'97'27'0,"-1"0"0,-17-17 0,9-5 0,1 0 0,-4 4-1871,9 8 0,-5 3 0,3-5 1871,21-7 0,3-4 0,-46-3 1675,-59-1-1675,-5 0 907,-4 15-907,-4-8 0,1 12 0,-7-8 0,5 0 0,-8 6 3031,7-5-3031,-30 40 0,21-29 0,-25 31 0,23-33 0,-14 17-6784,7-8 6784,-3 5 0,9-6 0,-12 16 0,-2 2 0,5-4 0,-9 14 0,1-4 0,19-29 0,-4 9 0,11-23 0,-1 3 0,4-10 6784,0 4-6784,2-8 0,0 0 0,0-7 0,-5-4 0,0-4 0,-17-36 0,-16-21-395,14 29 0,0 0 395,-18-34-204,-6 10 204,30 34 0,-19-18 0,22 30 0,-21-21 0,19 24 782,-29-31-782,31 33 212,-17-20-212,26 27 0,-4-3 0,8 6 0,-2-2 0,2 4 0,-2-2 0,4 3 0,-1-1 0,-1-3 0,0 1 0,0 0 0,2 5 0,2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50.2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24 24575,'0'-6'0,"0"0"0,-1 4 0,0-1 0,-1 0 0,1 1 0,0 1 0,0 1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54.1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11797 726 24575,'-11'-4'0,"4"0"0,-12-3 0,5-1 0,-32-7 0,-21-2-830,-2 2 830,14 5 0,-2 0-1426,-35-3 1426,6 1 0,-6-2 0,21 2 0,-3 0 0,0 0 0,-6-1 0,5 1 0,5 0 0,-11 0 0,16 3 0,-16-3 0,-14-1 0,-7 0 0,-5-1 0,1 0 0,5 1 0,8 1 0,13 3-1510,-11-1 1,14 2 0,0 1 0,-14-3 1509,16 1 0,-11-1 0,-7-2 0,-5-1 0,0 1 0,1-1 0,6 2 0,7 1 0,12 2-879,-35-2 1,16 3 0,6 0 878,18 2 0,4 0 0,-9-2-593,-12-1 1,-12-1-1,-6-2 1,2 2-1,12 0 593,0 2 0,8 1 0,-14-1 0,18 1 0,-12-1 0,-8 0 0,-4 0 0,-1-1 0,3 1 0,6 1 0,12 0-447,-11 0 0,12 1 0,1 1 0,-8-1 447,1-1 0,-8 0 0,-3 0 0,0 0 0,6 0 0,11 1 0,-9 1 0,10 0 0,-9 0 0,12 1 0,-9-1 0,-4 0 0,-2 0 0,0 1 0,3 0-141,-8 0 0,1 2 0,1 0 0,-3-1 0,-3 1 141,13-1 0,-5 0 0,-2 0 0,0 0 0,2 0 0,3 1 0,7 0 0,-18 0 0,8 1 0,2 1 0,0 3 441,0 1 0,0 2 0,1 3 0,3 0-441,-12 6 0,4 3 0,0 0 0,-2-2 0,1 0 0,3 1 0,15-2 0,3 1 0,-8 4 0,-4 3 0,-13 6 0,-3 1 0,6-1 0,13-5 1059,-13 3 0,-1 3-1059,17-4 0,-16 7 0,-8 2 0,2 1 0,13-3 0,21-8 0,14-1 0,9-2 0,-29 18 0,5-2 0,18-7 0,0 8 0,-1 2 0,-20 15 0,5 0 0,2 1 0,2 3 1612,14-13 1,2-1-1613,-3 8 0,-12 21 0,0 3 0,7-9 0,14-13 0,-4 9 0,8-12 0,1 1 245,7-9 1,3-3-246,8-11 5793,-14 17-5793,13-21 1718,-17 33-1718,25-38 1247,-8 49-1247,17-45 28,-2 29-28,5-26 0,22 33 0,6 6-6784,-3-4 6784,7 5 0,1-2-127,-7-23 127,16 2 0,16 8 0,-4-6 0,-10-11 0,4-1-646,23 19 1,11 8 0,-8-13 645,-23-22 0,1-6 0,14 5 0,8 2 0,-6-5 0,-6-7 0,1-1 0,16 5 0,11 2 0,-8-6 0,-10-9 0,6-1 0,-10 2 0,16 3 0,8 1 0,1 0 0,-5-1 0,-14-3-719,-2-1 1,-9-3 0,14 3 718,-2 0 0,15 2 0,12 2 0,5 0 0,0 1 0,-4-2 0,-10 0 0,-16-3 0,10 1 0,-17-2 0,23 1 0,-27-3 0,12 2 0,12 0 0,8 0 0,6 1 0,5 0 0,2 0 0,0 1 0,-3-2 0,-5 0 0,-6 0 0,-9-1 0,-11-2 0,20 2 0,-14-3 0,-7 0 0,4 0 0,14 2 0,-11-1 0,12 1 0,8 1 0,4 0 0,2 1 0,-1-1 0,-4-1 0,-9 0 0,-10-2 0,-15-1 0,15-1 0,-18-2 0,7-2-616,-3 0 0,5-1 0,5 0 0,1-2 0,0 0 616,6-2 0,1-1 0,1 0 0,4-2 0,6 1-176,-18 0 0,6 0 0,4 0 0,1-1 0,1 0 1,-2 0-1,-2 0 0,-5 0 176,6-2 0,-4 1 0,-2 0 0,-1-1 0,0 0 0,3-1-150,9-2 1,4-1 0,1 0 0,-4 0 0,-5 0 0,-12 2 149,8-3 0,-13 0 0,6-1 147,8-2 0,7-2 1,-2 0-1,-12 1-147,2-1 0,1-2 0,-17 5 0,11-4 0,4-1 0,-3 1 0,-11 2 0,21-7 0,-2-1 0,-9 2 0,9-5 0,0 0 0,-13 5 0,0 1 0,-6 2 0,10-8 0,-5 1 0,12 2 623,-3-6 1,5-5-624,-21 9 0,3-4 0,3-1 0,6-4 0,-8 2 0,-9 1 0,-7 1 1469,-5 4 1,-4-1-1470,-4-3 0,-4-3 0,-2-5 0,-2 0 0,1 4 0,1-1 1363,-1-12 0,-7 6-1363,-13 19 5744,3-27-5744,-17 37 3139,-1-52-3139,-7 29 0,1-29 0,-10 7 0,3 18 0,-15-34 0,9 34 0,-10-16 0,-2-2 0,3 6 0,-12-20 0,-1 3 0,15 34 0,-6-9 0,1 5 0,13 26 0,-14-17 0,21 26 0,-13-8 0,14 9 0,-61-27 0,41 23 0,-50-18 0,53 21 0,-31-3 0,24 6 0,-28-2 0,33 5 0,-12-2 0,23 5 0,-26-2 0,24 2 0,-20 0 0,27 0 0,-15-2 0,19 2 0,-15-4 0,17 4 0,-7-2 0,8 2 0,-2 0 0,2 0 0,0 0 0,0 0 0,0 0 0,2 0 0,1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56.9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914 91 24575,'-11'2'0,"2"-1"0,-4 5 0,4-5 0,-6 7 0,0-3 0,-2 3 0,-24 8 0,-8-2 0,-44 18-949,20-10 949,16-3 0,3 0 0,0 1 0,4-1 0,1 1 233,9-1-233,-6 3 0,0 2 0,8-1 0,-42 30 0,58-36 0,-11 11 0,33-24 716,4-2-716,26-1 0,0-5 0,46-12 0,-23 0 0,2-5 0,1-2 0,7-3-921,11-10 1,1-3 920,3-3 0,3-1 0,-2 2 0,-8 5 0,-20 13 0,-4 2 0,-1 3 0,7-2 0,1-1 0,-12 4 0,43-14 0,-85 30 0,-7 3 0,-8 2 0,-8 6 1841,-7 4-1841,-28 7-6784,4-2 6784,-9 0 0,16-2 0,-1 0 0,-23 8 0,25-7 0,-5 2-495,-28 10 0,4-2 495,11-2 0,-3 0 0,7-4 0,38-15 0,-2 0 6294,21-5-6294,1 1 0,19-5 0,-2-1 0,6 1 1480,-4-5-1480,11 2 0,-15-1 0,4 2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57.9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561 1 24575,'-6'6'0,"2"-1"0,0 1 0,2-2 0,-4 4 0,2-3 0,-5 5 0,3-3 0,-5 4 0,-5 4 0,-1-2 0,-53 38 0,32-28 0,-13 9 0,1-2 0,10-10 0,-30 18 0,37-23 0,-22 14 0,30-19 0,-10 5 0,31-14 0,0-2 0,11-5 0,8-1 0,12-9 0,1 4 0,34-21 0,13 0 0,12-9 0,-18 14 0,-3 2 0,3-1 0,-13 6 0,-5 3 0,-20 6 0,12-7 0,-28 14 0,-1-3 0,-11 8 0,-4-2 0,-7 2 0,-12 4 0,-1-1 0,-41 12 0,13-2 0,-1 2 0,-2 0 0,-4 6 0,2-1 0,-3 1 0,-34 14 0,36-15 0,-2 1 0,72-27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0:59.0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568 68 24575,'-2'11'0,"0"-1"0,-4 0 0,-1-1 0,-2 7 0,0-6 0,-3 6 0,-24 13 0,13-10 0,-47 37 0,42-33 0,-53 35 0,43-29 0,-39 22-6784,39-25 6784,-5 3 0,21-16 0,-11 9 0,21-15 0,-7 7 0,25-20 0,6-1 0,-2-2 0,13-7 0,-8 5 0,45-31 0,-7 3 0,16-10 0,-19 7 3392,9 1 0,2 1-3392,-4-1 0,3 0 0,-4 5 0,-23 18 0,31-18-6784,-31 20 6784,25-16-2646,-48 29 2646,-8 5-144,-7 4 144,1 3 0,-3 2 0,1-3 5403,-4 9-5403,0-5 3905,-3 6-3905,-15 14 266,15-16-266,-21 20 0,25-28 0,-13 9 0,16-12 0,-13 6 0,16-7 0,-8 2 0,4-2 0,-2 0 0,2 0 0,-1-2 0,4 0 0,2-2 0,0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1:10.3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876 0 24575,'-49'0'0,"0"0"0,0 0 0,-22 3 0,13 1 0,-14-1 0,-8 0 0,12-3 0,16 0 0,-1 0 0,-23 0 0,-11 2 0,44-1 0,4 1 0,26-2 0,4 0 0,3 0 0,4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1:11.8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2323 298 12549,'93'-8'0,"0"-1"0,0 1 0,0-1 0,1 1 0,-1-1 0,7 0 0,1-1 0,-2 0 0,-8 2 0,-12 3 0,16 1 0,-9 2 0,-11-2 0,2 0 0,-3 0 0,13 3 0,4 0 0,-15-4 0,10-2 0,-1-1 0,-12 3 0,0 2 0,-3 1 0,9-3 0,7-1 0,-11 0 1900,-19 2 1,-6 0-1901,34 0 2288,-28-11-2288,-56 8 1299,-26-5-1299,-20 5 0,-13 2 0,-24-2 0,-5 0 0,9 1-895,-16-1 1,-6 1 894,21 2 0,-14-2 0,-9 1 0,-1-1 0,6 1 0,14 2 0,-7-1 0,12 3 0,-10-1 0,-2 0 0,-10 0 0,-4 0 0,2 0 0,6 1 0,8 0 0,7 0 0,-2 1 0,-11 2 0,17 1 0,-9 1 0,-6 0 0,-3 2 0,-1-1 0,3 1 0,4-1 0,8-2-863,-9 0 0,7-1 0,4 0 0,-3 1 0,-8 1 863,-2 3 0,-11 2 0,-4 1 0,-1 0 0,5 0 0,10-1 0,14-2-542,-2-2 0,15-1 0,-4 2 542,-5 1 0,-5 2 0,3-1 0,13-1-123,12-2 0,5-2 123,-20 3 0,8 1 3197,22-2-3197,24 6 5480,41-5-5480,66 1 0,-16-5 186,-8 1 1,16-1 0,6 0-187,-16-2 0,6 0 0,2-1 0,2 0 0,0 1-1062,0 1 1,0 0-1,1 1 1,2-1-1,2 0 1062,1-1 0,4-1 0,3 0 0,-2 0 0,-4 0 0,-8 1-426,-3 0 1,-8 0 0,-1 0 0,8 0 425,2 0 0,9 0 0,3 0 0,-1 0 0,-4 0 0,-10 0-778,11 0 1,-10 0 0,8 0 777,0 0 0,10 0 0,3 0 0,-7 0 0,-16 0 0,5 0 0,-11 0 584,8 0 1,-13 0-585,-26 0 4423,-18-2-4423,-32 1 0,-63-4 0,-1 4-487,10 0 1,-23 0 0,-14-1-1,-4 0 1,6 0 0,17 1 486,2 0 0,11 1 0,-12-1 0,3 1 0,-15 1 0,-8-1 0,-2 0 0,4 1 0,9-1 0,17 1-202,-18-1 0,4 2 202,5 4 0,-15 4 0,-6 1 0,3 1 0,13-2 0,7-1 0,8-1 0,-9 3 0,-2 1 0,-12 3 0,-3 1 0,6-1 0,15-1-1631,-10 3 1,11 0 1630,-11 2 0,7-3 0,-6 0 0,50-7 3353,5-4-3353,73 1 0,7-5 0,7 1 0,0 0 0,-11-2 0,19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09:56.04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20 68 24575,'-2'3'0,"2"4"0,-2-2 0,1 4 0,-1-5 0,0 1 0,0 0 0,2 3 0,0 0 0,0 3 0,2-7 0,-2 2 0,3-5 0,-1 0 0,1-4 0,1 0 0,1-4 0,-2 2 0,1 0 0,-1-1 0,3-8 0,-1 5 0,0-9 0,-4 12 0,1-7 0,-2 5 0,2-7 0,-2 9 0,-2-6 0,2 8 0,-3-1 0,2 2 0,-2 2 0,1 0 0,0 2 0,-1 1 0,1 1 0,-1 1 0,-1 1 0,-3 4 0,2 0 0,-4 8 0,7-9 0,-1 5 0,3-9 0,0 2 0,0-2 0,0-2 0,-2-4 0,2-2 0,-4 1 0,4 1 0,-1 2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09:57.85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 24575,'0'0'0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6:08.53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0 24575,'0'4'0,"0"0"0,0 0 0,0 1 0,0-1 0,2-1 0,-2 0 0,2 1 0,-1-1 0,0 1 0,0-1 0,-1-1 0,0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4:07.6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24575,'0'6'0,"2"0"0,0-4 0,0 1 0,1-2 0,-1 1 0,2-2 0,0 0 0,0 0 0,3 0 0,0-2 0,3-1 0,-4 1 0,0-1 0,-4 2 0,0-1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4:17.7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78 24575,'0'6'0,"5"10"0,-3-10 0,5 7 0,-7-10 0,4-1 0,-2 2 0,3 0 0,-1 0 0,2 0 0,-2-2 0,1-1 0,-1-1 0,2 0 0,-2 0 0,-2-1 0,1-2 0,-1 1 0,2-1 0,0 1 0,7-7 0,-7 3 0,6-4 0,-8 5 0,0-6 0,0 6 0,-2-7 0,0 8 0,0-7 0,0 6 0,-2-6 0,0 7 0,-4-5 0,2 4 0,0-2 0,1 3 0,2 0 0,-2 2 0,1-2 0,-2 4 0,1-4 0,0 4 0,3 0 0,-2 2 0,2 2 0,0 0 0,0 2 0,2-2 0,-2 2 0,2-1 0,-2 0 0,0 2 0,0-3 0,3 3 0,-2-2 0,4 0 0,-5-1 0,4 1 0,-2-2 0,5 4 0,-4-8 0,4 2 0,-7-5 0,4 2 0,-4 0 0,2 2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4:19.0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215 0 24575,'0'8'0,"0"0"0,-2 1 0,-1 1 0,-4 7 0,-13 13 0,9-9 0,-19 10 0,22-22 0,-31 14 0,25-14 0,-24 7 0,29-12 0,-8 0 0,12-2 0,-2 1 0,5-2 0,0 1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4:20.2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151 1 24575,'-1'14'0,"0"-3"0,-3 0 0,4 0 0,-6 3 0,3-2 0,-4 1 0,3-5 0,-8 8 0,4-6 0,-6 6 0,8-10 0,-6 2 0,3-3 0,-8 2 0,6-4 0,-2 2 0,6-4 0,-2 2 0,6-3 0,0 2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4:11.8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95 122 24575,'2'10'0,"-2"-2"0,2-1 0,-1-1 0,2 3 0,-1-3 0,2 2 0,-2-4 0,0 2 0,2 1 0,0 0 0,2 5 0,1-5 0,0 2 0,-3-7 0,2 3 0,-3-4 0,5 1 0,-3-2 0,9-6 0,-8 3 0,9-8 0,-11 6 0,8-8 0,-7 5 0,6-13 0,-8 12 0,5-10 0,-8 15 0,2-4 0,-2 4 0,-2-3 0,0 2 0,-2-2 0,0 5 0,0 0 0,0 0 0,-1 2 0,-5-2 0,1 4 0,-5-1 0,7 2 0,-4 1 0,6-1 0,-10 6 0,11-6 0,-4 4 0,8-6 0,1-2 0,1-3 0,2-2 0,-2 0 0,8-7 0,-7 4 0,8-8 0,-10 10 0,3-4 0,-6 7 0,0-2 0,-2 4 0,-7 0 0,3 2 0,-10 2 0,11 0 0,-15 4 0,11-1 0,-14 5 0,15-7 0,-5 10 0,10-10 0,-1 8 0,4-6 0,4 0 0,-1-1 0,2 0 0,-1 0 0,2-1 0,2-1 0,-4 2 0,9-4 0,1 0 0,1-2 0,7-7 0,-10 2 0,6-5 0,-9 5 0,1-4 0,-6 6 0,0-2 0,-2 0 0,0 2 0,-2-2 0,0 3 0,-2 0 0,0 2 0,0 0 0,0 4 0,0 0 0,0 2 0,2-1 0,-1 3 0,-2 2 0,1-1 0,-4 8 0,5-9 0,0 7 0,3-9 0,2 0 0,-2-4 0,5-4 0,-4 0 0,5-4 0,-2 0 0,1-3 0,0-4 0,-2 6 0,-1-6 0,-2 10 0,0-5 0,-2 8 0,1-1 0,-2 2 0,1 0 0,-2 1 0,0 0 0,-4 3 0,4 0 0,-8 6 0,8-4 0,-4 5 0,6-5 0,-1 4 0,2-5 0,0 1 0,2-2 0,1-2 0,1-2 0,-2-2 0,1-2 0,0 0 0,1-1 0,-2 2 0,-1-2 0,0 2 0,0-7 0,-1 5 0,-2-3 0,1 5 0,-7 2 0,6 0 0,-7 2 0,7 0 0,-3 4 0,3 0 0,-2 4 0,5 1 0,-2-1 0,2-2 0,1 3 0,1-4 0,2 0 0,-2-1 0,2-2 0,-2 1 0,2 1 0,4 0 0,1 0 0,1-1 0,0-2 0,-4-1 0,4-1 0,2-7 0,0 1 0,-1-2 0,-6 1 0,-4 4 0,-2-5 0,-3 4 0,-2-4 0,-6 1 0,3 2 0,-6-2 0,5 4 0,-7 2 0,2 0 0,-1 2 0,4 0 0,-1 4 0,7-2 0,-1 4 0,3-2 0,4-1 0,-2 1 0,2 4 0,0-4 0,2 2 0,-2-3 0,2-1 0,-2 2 0,2-2 0,-2 0 0,2-2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4:12.8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24575,'0'6'0,"0"-1"0,0-1 0,0 0 0,0 0 0,0-1 0,0 1 0,0 0 0,1 2 0,1-2 0,4 5 0,-1-2 0,4 4 0,-5-6 0,4 2 0,-4-7 0,-2-1 0,-1-2 0,-1-2 0,0 4 0,4 1 0,-2 3 0,4-2 0,-2-1 0,-1-1 0,1 0 0,-2-2 0,2 2 0,-4 0 0,2 1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4:23.0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70 171 24575,'4'6'0,"-2"0"0,2-2 0,-2 0 0,2-1 0,6 10 0,-2-5 0,5 9 0,-7-10 0,2 4 0,-4-7 0,5 5 0,-4-6 0,2 2 0,-3-5 0,-1 2 0,1-2 0,-2-2 0,2 0 0,3-7 0,-1 2 0,7-9 0,-8 6 0,14-21 0,-9 7 0,8-15 0,-12 15 0,-2 0 0,-4 12 0,0-4 0,-2 9 0,-2-5 0,0 7 0,-4-4 0,6 5 0,-10-5 0,6 5 0,-11-3 0,2 7 0,-1 0 0,1 0 0,-1 3 0,-1-1 0,-11 3 0,7-2 0,-12 3 0,22-5 0,-10 6 0,16-5 0,0 6 0,3-4 0,4 1 0,0-1 0,1 6 0,1-5 0,0 6 0,0-7 0,4 11 0,-3-9 0,4 11 0,-4-12 0,0 2 0,-1-3 0,-2 0 0,2 0 0,-4-2 0,2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4:32.9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4405 28 24575,'-6'-1'0,"-2"0"0,1-1 0,-3 0 0,1 2 0,-4-4 0,-16 3 0,8-1 0,-30 0 0,10-1 0,-49 0 0,35 1 0,-21 2 0,47 0 0,-15 0 0,0 0 0,-32 0 0,24 0 0,-21-2 0,43 1 0,-19-1 0,27 2 0,-29 0 0,17 0 0,-32 0 0,22 0 0,-38 3 0,14 1 0,-22 2-962,-9 1 962,44-3 0,1-1 0,-41 1 0,27-2 0,2-1 0,-6-1 0,-23-3 0,44 1 0,-2 1 0,-9 0 0,-1 1 0,3-2 0,-1 1-363,-13 5 1,7 0 362,10 0 0,-35 7-318,33-5 318,-22 5 0,-11-4-273,26 1 1,1 0 272,-28-2 0,30 1 0,5 0 0,10-3 0,-40 4 0,35-2 0,-45 2 0,36 1 0,-31 2 0,41-3 0,-32 2 691,48-4-691,-37 6 320,39-8-320,-28 4 1539,36-5-1539,-29 2 0,31-3 0,-26 2 0,25-3 0,-20 1 0,17-2 0,-10 0 0,11 0 0,-11 0 0,6 0 0,-15 2 0,23-2 0,-7 4 0,20-4 0,-1 2 0,4 0 0,2-2 0,4 2 0,0-2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4:42.6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1 172 24575,'6'0'0,"1"0"0,6 0 0,-3 0 0,4 0 0,-3 0 0,2 0 0,11 0 0,-5 0 0,17 2 0,-23 0 0,11 2 0,-17-2 0,26 17 0,-19-13 0,21 16 0,-25-15 0,12 11 0,-4-4 0,13 12 0,-9-10 0,13 16 0,-18-15 0,10 5 0,-13-8 0,40 22 0,-28-18 0,41 23 0,-48-30 0,13 7 0,-17-9 0,20 9 0,-16-7 0,18 10 0,-21-11 0,11 6 0,-12-4 0,10 6 0,-10-3 0,6 4 0,-11-7 0,12 12 0,-13-13 0,23 30 0,-12-20 0,21 25 0,-21-28 0,8 10 0,-20-20 0,19 23 0,-20-21 0,25 29 0,-24-27 0,12 8 0,-13-10 0,12 8 0,-7-5 0,9 6 0,-14-12 0,2 1 0,4 2 0,2 6 0,4-3 0,-1 8 0,-6-13 0,9 12 0,-11-11 0,20 13 0,-18-12 0,16 12 0,-16-14 0,4 8 0,-2-9 0,37 34 0,-28-27 0,51 36 0,-55-40 0,33 21 0,-34-21 0,31 18-6784,-22-18 6784,4 8-3256,-7-8 3256,-12-3 0,45 24 0,-9-8 0,21 16 0,-23-14 5171,-21-10-5171,9 7 4869,-17-11-4869,30 20 0,-29-19 0,38 24 0,-34-21 0,28 13 0,-28-15 0,18 12 0,-17-10 0,27 14 0,-25-12 0,38 15 0,-37-16 0,30 6 0,2 0 0,-25-7 0,54 14 0,-73-22 0,8-1 0,-1 1 0,24 7 0,-17-6 0,21 9 0,-31-11 0,17 9 0,-18-10 0,9 4 0,-13-5 0,-2 2 0,14 2 0,13 5 0,-10-4 0,11-1 0,-30-4 0,7-2 0,-9 2 0,5-1 0,-8-2 0,27 8 0,-19-5 0,30 9 0,-26-8 0,12 1 0,-11 1 0,66 19 0,-51-14 0,28 6 0,0-2 0,-30-8 0,38 6 0,-46-10 0,14 3 0,-5 2 0,12 1 0,-11-2 0,10 1 0,-23-4 0,24 2 0,-10-2 0,22 0 0,-18 0 0,14-2 0,-28-1-6784,31 0 6784,-29-1 0,46 1 0,-37-2 0,39 0 0,-42-2 0,20-1 0,-26 0 0,18-1 0,-15 1 0,63-11 0,-51 7 0,21-3 0,-2 0 0,-26 3 6784,39-8-6784,-49 9 0,27-9 0,-29 7 0,13-4 0,-20 4 0,29-9 0,-22 10 0,45-18 0,-47 20 0,30-11 0,-33 13 0,31-5 0,-26 5 0,29-2 0,-30 3 0,17 0 0,-19 1 0,24-3 0,-12-2 0,35-4 0,-36 4 0,50-11 0,-54 12 0,39-10 0,-39 8 0,24-10 0,-20 5 0,48-22 0,-28 12 0,6-4 0,-2-1 0,-4 1 0,24-11 0,-53 25 0,16-5 0,0 0 0,15-13 0,5-1 0,21-20 0,-34 23 0,23-17 0,-46 28 0,27-19 0,-22 15 0,27-19 0,-17 12 0,16-18 0,-20 20 0,11-14 0,-15 10 0,15-8 0,-10 6-6784,16-10 6784,-27 23-4537,19-14 4537,-26 18 0,23-23 0,-23 19 0,39-38 0,-38 37 4537,41-43-4537,-39 40 6784,15-23-6784,-19 28 0,0-10 0,1-4 0,-2-5 0,-1 2 0,1 0 0,-4 11 0,20-34 0,-12 27-6784,10-18 6784,-18 34-3510,3 2 3510,-3-1 0,8-5 0,-8 4 0,8-4 0,-10 10 0,13-12 0,-11 8 5045,16-13-5045,-13 11 5249,11-9-5249,-11 10-6784,21-26 6784,-21 24 0,42-52 0,-40 49 0,19-26 0,-24 35 0,0-6 0,2 3 6784,6-13-6784,-8 13 0,5-8 0,-10 13 0,4-1 0,-5 3 0,4-4 0,-3 3 0,4-4 0,-6 7 0,4-4 0,-3 6 0,0-4 0,0 6 0,-2-2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4:51.4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4670 67 17482,'-45'0'0,"1"-3"3171,16 2-3171,-14-1 405,-13-1 0,-16 0 1,-4-1-406,-11-2 0,-6 0 0,2 1-1820,7 0 0,1 1 1,1-1 1819,-5 0 0,0-1 0,25 2 0,32 4 1381,-24 0-1381,8 0 0,13 0 0,-20-1 0,-1 0 0,11 1 0,-45-3 0,58 3 6784,9 2-6784,-12 1 0,11 0-6784,-30 6 6784,-17 0-390,3 4 390,3-1 0,0 1 0,-3 3 0,3-2 0,1-1 0,8 0 0,-25 7 0,48-10 0,-25 10 0,29-11 6591,-35 20-6591,32-15-6201,-36 25 6201,38-26 0,-20 17 0,14-6 0,-41 32 0,32-19 0,-31 24 0,52-38 0,-33 45 0,28-32 0,-7 5 0,0 1 0,3-3 0,-21 20 0,21-28 0,-12 12 0,-2 1 0,6-6 0,-11 9 0,3-2 0,22-17 0,-15 12 0,21-19 0,-16 16 0,-2 2-123,0 1 123,-9 10 0,3-1-4496,15-13 4496,-14 14-498,20-20 498,-21 34 0,-3 6 0,6-6 981,0 0 1,-7 12 0,10-13-982,6-5 0,-2 1 0,-7 12 0,7-10 0,0 5 0,2-4 0,-6 13 0,6-10 0,-8 16 0,7 2 0,3 1 0,4-1-214,7-20 0,2-1 214,3 11 0,-2 0 0,0 0 0,-1 4 0,6-8 0,0 12 0,1-13 5496,-4 8-5496,6-11 0,-1 11 0,1-9 0,-4 18-146,6-30 1,-2 5 145,-2 15 0,-1-2 0,2-22 0,0-1 0,-3 24 0,0-2 1846,-3 4-1846,3 2 0,-3 1 0,-1 7-723,6-12 1,-1 4 722,-2 1 0,-2 5 0,3-6 0,2-3 0,2-4 0,-1 2 0,1-5-5533,-1 16 5533,0 10-207,3-34 207,0 29 0,0 13 0,4-17 0,-1 4 0,0-10 0,-1 5 0,1-5 0,1 5 0,0-7 0,-2-13 0,1-7 0,0 20 0,-2 20 0,-1 1 0,3-11 0,0-21 0,0 10 0,0-14 0,1 1 0,6 28 0,1 2 0,-1-11 0,5 3 0,1-2-368,-5-21 368,2-8 0,0-1 1387,-2-2-1387,7 8 0,2-4 0,-4-18 0,16 30 0,2 1 0,-12-26 0,10 19 0,-1-1 0,-10-20 0,21 43 0,-21-41 0,22 45 0,-21-47 0,24 42 0,-25-41 5934,10 15-5934,4 19 0,-10-17 0,1 1 0,13 26 625,-11-23 1,-3-7-626,-8-22 666,20 42-666,-12-31-3240,0 6 1,2 0 3239,1-7 0,9 25 0,-17-39 0,12 26 0,3 4 46,-1-4-46,8 15 0,-1-3 0,-12-30 0,14 27 0,-19-34 6636,4 11-6636,18 16 0,-8-18 0,30 36 0,-32-39 0,20 16 0,-5-1 0,-5-12 0,2 2 0,-1-1 0,-9-10 222,7 5 1,0-1-223,-13-12 0,20 17 0,-23-22 0,27 20 0,-17-14 0,32 24 0,-17-14 0,26 21 0,-25-20 0,28 17 0,-31-25 0,28 20 0,-30-20 0,19 12 0,-28-16 0,49 20-981,-32-16 981,5 0 0,2 0 0,6-1 0,-5-4 0,3-1 0,-18-5 0,2 1-765,29 6 0,0 0 765,-27-7 0,1 0 0,25 7 0,-1-3 0,5 2 0,-6-3 0,-1 1 0,4 1 0,-20-6 0,-3-1 0,-15-3 0,8 2 0,-9-5 903,-1 2-903,42 2 1608,-27-1-1608,19-2 0,-40-2 0,-12-6 0,-4 2 0,-10-2 0,2 0 0,-5 0 0,5-3 0,-4 2 0,7-4 0,-6 4 0,3-1 0,-5 2 0,5 0 0,-1 0 0,7 0 0,-5 2 0,26 1 0,-15-1 0,32 3 0,-29-5 0,35 2 0,-27-2 0,59-9 0,-50 5-6784,28-6 6784,-47 8 0,12-3 0,-14 4 0,5-3 0,-15 2 0,-5-2 0,-2 0 0,0 4 6784,4 1-6784,-1 2 0,-3-3 0,11-9 0,-4 5 0,8-5 0,20-8 0,-22 9 0,12-11 0,-23 15 0,-2 1 0,4 0 0,-2 0 0,2 1 0,9 0 0,-8 0 0,24 2 0,-22 2 0,21 0 0,-14 3 0,19-1 0,-10 1 0,19 0 0,-19 0 0,60 1 0,-50-3 0,15-1 0,2-1 0,-1-3 0,25-4 0,-5 1 0,4-11 0,-7 2-3392,-18-3 0,0-2 3392,12-7-476,20-11 0,-1-1 476,-16 7 0,-1 1 0,13-6 0,-11 6-1708,9-5 1708,7-1 0,17-7 0,-13 5-972,-33 12 1,1-1 971,16-6 0,16-7 0,1 0 0,-14 5 0,-8 1 0,-1-1 0,7-3 0,13-6 0,-1 1 0,-13 5 0,-10 3 0,-4 1 0,13-8 0,6-5 0,-13 6 3335,9-15-3335,3-7 0,1-6 0,-32 23 0,-2 0 464,13-7 0,-2-2-464,-17 12 0,0-7 0,8-20 0,6-17 0,1-3 0,-6 13 255,1 1 0,1-3-255,-9 10 0,7-14 0,2-9 0,0 1 0,-7 8 0,-9 16 0,-4-4 0,-6 5 0,10-17 0,4-8 0,-8 13 0,-6-15 1481,-9 37 1,-3 3-1482,1-6 0,-2-12 0,-2-19 0,1 3-65,-2 20 0,0 2 0,-1-8 65,0-6 0,0-12 0,1-3 0,-2 2 0,1 11-1837,-1 1 1,0 7-1,-1 0 1837,-2-11 0,-1-2 0,-1 12 0,0 18 0,-1 5 132,-6-14 1,1-1-133,4 11 0,1-3 0,-7-38 0,1 2 0,7 43 0,0 0 0,-5-41 0,0 0 0,6 43 0,0-2 0,-2-21 0,1-9 0,1 9 0,2 21 0,-1-1-628,-2-31 0,-2-14 1,0 10 627,0 16 0,-1 1 0,-2-14 0,-1-9 0,-2 7 0,-1 8 0,-2 1 0,-4-8 0,-3-6 0,0 10 0,1 17 0,-2 2 43,-1-7 0,-4-6 1,-2-3-44,3 7 0,-3-3 0,1 1 0,2 6 0,-6-15 0,1 2 1038,0 1 1,-2-5 0,6 9-1039,8 12 0,5 11 0,1 0 463,-6-9 0,1 3-463,5 22-1360,-10-14 0,-2-1 1360,5 10 380,-11-22 1,-2 1-381,11 21 0,-11-16 0,-6-9 0,-2 1 0,-2-1 0,0 0 0,-1 0-1432,-2-3 0,2 7 1432,-6-1 0,16 20 114,2 10-114,-30-28 0,14 19 0,-3-1 0,4 3 0,-2-2 0,-29-19 0,0 3 0,35 26 0,1 1 1860,-17-10 0,2 2-1860,-17-12 0,-1 6 0,-15-9 0,10 7 0,26 15 0,-2-1 0,-13-5 0,-15-7 0,2 2 0,18 12 0,-5 6 0,-5 0 0,2 2 0,14 9 8,6 3 0,1 0-8,-4-2 0,-6 2 0,-14-1 0,8 1 0,-28-10 1232,12 7 0,-14 0 1,15 0-1233,-8-9 0,3 8 0,2 0-1085,9 0 1085,-7 1 0,-1-1 0,-15 2 0,8-2 0,1 1 872,1-2-872,-4-1 0,2 1 0,13 2 0,13 1 0,-10-3 0,9 2 0,-19-1-459,24 2 0,-1 0 459,8 3 0,0 1 0,-18-3 0,1 1 0,14 1 0,0 1 0,-20-2 0,9 1-3442,27 5 3442,-7-1 838,-5 1-838,-8 2 0,10 1 0,2 2 1029,37 0-1029,-6 0 6784,11 0-6784,-5 0 0,10-2 0,0 1 0,2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4:59.6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1 118 24575,'6'2'0,"4"0"0,-3-1 0,8 0 0,-5 1 0,11-2 0,-3 0 0,49 0 0,-25 0 0,56 0 0,-14-6 0,-16 4 0,-13 0 0,13-2 0,0 1 0,15-1 0,7 0 0,-4 0 0,-13 0-4252,12 1 1,-1-1 4251,11 0 0,18-1 0,-8-1 0,-38-1 0,-39-3 1719,4-5-1719,-12 1 0,6 0 0,-24 8 0,1 4 0,-2 0 0,0 2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01.2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19 121 24575,'-6'6'0,"1"-3"0,0 2 0,2-3 0,5 0 0,1 0 0,5-2 0,-2 0 0,25 2 0,1-1 0,40 1 0,-14-2 0,-4 0 0,1 0 0,17 0 0,23 0 0,-24 0-1361,-2-1 0,21 0 0,5-1 0,-12 1 1361,7-1 0,5-2 0,-9 0 0,16-1 0,6 0 0,-8 0 0,-17 0 0,-7 2 0,2-2 0,2-1 0,20-1 0,10-1 0,1 0 0,-10 0 0,-19 3 0,5 0 0,0 0 0,-12 1 0,17-2 0,9 0 0,-3 0 0,-11 1 0,-22 0-4981,28-3 4981,-34 4 0,2 1 0,7 0 0,-5 2 0,6 4 0,-11-2 0,2 1-158,-4 5 1,-5 2 157,6-1 1721,-4 3 0,-1 2-1721,-3-1 6530,21 10-6530,-31-11 0,21 8 0,-33-12 640,18 8-640,-23-7 0,-1-1 128,-8 1-128,12 2 0,-13-4 0,10 3 0,-18-12 0,-2 2 0,0-2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03.7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51 24575,'0'11'0,"2"0"0,-2 5 0,5 1 0,5 20-8503,-1-7 8503,4 6 1719,2-4-1719,-7-14 0,12 17 0,-9-15 0,7 7 0,-8-18 6784,6 5-6784,-7-9 0,8 3 0,-10-6 0,4 0 0,-2-8 0,-2 3 0,7-12 0,-6 7 0,5-22 0,-6 16 0,1-20 0,-5 16 0,-1-14 0,-2 15 0,0-26 0,0 30 0,0-25 0,0 27 0,0-17 0,0 20 0,2-9 0,-2 12 0,4-2 0,0 1 0,0-2 0,2 2 0,-1-2 0,0 6 0,-2-2 0,-1 4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04.4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83 43 24575,'-15'12'0,"3"0"0,-1-1 0,0 18 0,3-16 0,1 19 0,5-12 0,4 10 0,18 15 0,-7-13 0,25 14 0,-20-34 0,14 13 0,-12-19 0,22 5 0,-16-6 0,27-2 0,-28-1 0,23-6 0,-21-2 0,11-9 0,-17 4 0,-6-4 0,-9 7 0,-4-9 0,-6-16 0,-21-17-6784,6 7 6784,-10 5 0,12 23 0,-14-8 0,-5 0 0,-30-14 0,28 16 0,-31-1 6784,51 18-6784,-17 0 0,33 6 0,2 2 0,2 0 0,2 12 0,1-9 0,3 16 0,0-13 0,1 6 0,1-7 0,-4 0 0,0-4 0,0-1 0,-4-3 0,2-1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04.8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24575,'0'26'0,"0"-8"0,2 16-9831,1-12 8341,0 17-665,5-8 2155,0 41 2155,4-24-2155,-3 5 0,1 4 0,9 29-217,-7-30 1,1-1 216,3 25 4322,7-4-4322,-14-43 0,7 12 0,-7-28 6463,3 8-6463,-7-20 0,1 1 0,-6-12 0,0-2 0,0-4 0,0 5 0,0 1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05.3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23 24575,'13'0'0,"14"0"0,-13 0 0,14 0-9831,6 0 8341,-7 0 4308,19 0-2818,3 0 1719,-8 0-1719,27-2 0,-37-1 0,15-1 0,-29 1 0,0-1 6784,-4 4-6784,-2-4 0,-4 3 0,-1-1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05.6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24575,'4'16'0,"-2"4"0,2-6 0,-1 5 0,2 1 0,0 2 0,-2-5 0,3 14 0,-2-12 0,9 24 0,-9-23 0,8 15 0,-9-23 0,3 8 0,-3-12 0,0 2 0,-2-10 0,2-5 0,-2-1 0,3-7 0,-4 1 0,2 1 0,-2 5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05.9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24575,'0'10'0,"0"1"0,0-7 0,0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06.6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1 226 24575,'2'8'0,"3"1"0,-2 4 0,5 2 0,-3 0 0,0-4 0,0-1 0,3 9 0,-4-8 0,6 14 0,-7-16 0,3 1 0,-2 1 0,-2-4 0,1-1 0,-2-7 0,4-11 0,-4-3 0,7-3 0,-3-10 0,5 9 0,6-27 0,-5 20 0,7-18 0,-5 20 0,-1 0 0,8-6 0,-7 11 0,3-5 0,1 6 0,10 3 0,-3-1 0,6 5 0,-10 3 0,-8 7 0,6-4 0,-9 4 0,1 1 0,-6 2 0,1 8 0,-1 2 0,9 30-6784,-4-11 6784,4 19 0,6 9 0,9 11 0,-2-9 0,5 2 0,-20-48 0,1 7 0,-10-17 0,2 2 0,-4-4 0,0-2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10.0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193 13 24575,'-7'4'0,"-2"0"0,6 0 0,-5 2 0,2 0 0,-5 3 0,4-3 0,-3 0 0,-4 8 0,3-8 0,-14 16 0,14-15 0,-21 23 0,22-18 0,-12 18 0,19-22 0,-1 9 0,4-10 0,0 7 0,2-9 0,2 5 0,0-7 0,2 3 0,-3-5 0,1-1 0,2 0 0,4-2 0,0-2 0,44-24-6784,-33 14 6784,31-18 0,-41 23 0,4-8 0,-7 5 0,12-14 0,-11 11 0,5-10 6784,-5 13-6784,1-8 0,-4 10 0,0-4 0,-3 9 0,-2 1 0,2 3 0,-2 2 0,0 3 0,1 6 0,3 5 0,3 27 0,2-8 0,-1 31 0,-1-25 0,-5 41 0,-1-29 0,-2 9 0,0-14 0,-7 17 0,3-22 0,-18 29 0,13-57 0,-10 7 0,9-15 0,-11-4 0,2 1 0,-17-1 0,8-5 0,-5 1 0,11-3 0,4 1 0,10-1 0,-1 2 0,3-2 0,2-10 0,2 10 0,0-8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10.7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1 24575,'0'15'0,"-2"-1"0,2 7 0,-2-3 0,2 7 0,0-2 0,0 2 0,0 8-9831,0-3 8341,0 4 4308,0-2-2818,6 41 1719,-2-37-1719,9 33 0,-10-57 0,4 0 6784,-5-35-6784,1 3 0,-2-20 0,-1 12 0,0 11 0,0 4 0,0 7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11.2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116 0 24575,'11'0'0,"5"4"0,-11-3 0,7 5 0,8 5 0,-3 6 0,7 4 0,-9 1 0,-8-10 0,5 9 0,-7-11 0,7 14 0,-7-9 0,8 20 0,-4 10 0,1-10 0,-7 18-6784,-6-33 6784,-1 7 0,-19-2 0,-5-9 0,-6 6 0,-11-9 0,22-8 0,-22 2 6784,26-5-6784,-26 3 0,32-2 0,-15-1 0,29-2 0,-4 0 0,9 0 0,-4 0 0,0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13.2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167 731 24575,'-8'8'0,"-7"3"0,5 0 0,-5 2 0,6 1 0,-4 11 0,5-8 0,-2 14 0,5-18 0,0 5 0,3-7 0,0 25 0,8-14 0,-3 12 0,5-19 0,4 0 0,-3-5 0,17 9 0,-9-9 0,15 3 0,-11-6 0,34-2 0,-28-5 0,29-8 0,-37 2 0,6-10 0,-15 6 0,0-11 0,-8-3 0,-8-10 0,-3 6 0,-5 1 0,-22-8 0,-2 8 0,-6-3 0,-7 7 0,30 17 0,-29-4-6784,31 8 6784,-23 2-3844,22 6 3844,-3 0 0,2 13 0,18 11 0,-3-7 0,16 6 0,-3-23 4880,9 5-4880,0-4 5748,25 7-5748,4-2 0,49-1 0,-27-4-437,-1-7 1,-2-3 436,-8-3 0,8-5 0,-2-3-43,-18-3 43,16-16 0,15-14 0,-12 5 0,-1-6-2161,-10 6 1,8-6 0,-14 8 2160,-16 2-262,8-23 262,-5-4 0,-14 7 0,-3 0 571,3-13-571,-16 17 0,-7 6 29,-6 20-29,-34-32 6649,18 39-6649,-34-15 410,31 29-410,-23 1 0,23 12 0,-19 14 0,-6 13 0,-4 34 0,1 6 0,4-24 0,2 1-3392,-1 24 0,15-5 3392,26-28 0,5 14 0,3-3 0,3-7 0,6 4 0,1-29 0,11 27 6784,16 1-6784,33 21 0,-6-34 0,4-4 0,-19-7 0,1-4-359,28-5 1,-3-7 358,-19-11 0,42-8 0,-49-2 0,12-19 0,0-6 0,-7-7-397,4-7 0,-6-2 397,-23 2 0,9-21 0,-28 34 688,7-25-688,-12 22 0,-8-33 0,-1 39 823,-11-12-823,6 33 0,-3-7 0,1 13 0,-16-6 0,12 12 0,-11 1 0,13 4 0,-50 29-6784,25-16 6784,-31 19-4537,33-17 4537,14-3-293,-35 26 1,-5 10 292,-3 21 0,8-21 0,4 0 0,20 12 0,30 6 0,25 12 0,-3-3 0,32 4 0,-19-50 0,32 24 0,-17-25 0,32 13 0,-34-24 4247,27-2-4247,-24-12 875,13-11-875,-21 0 0,-5-19 0,-21 6 0,2-6 6784,-8 3-6784,5-60 0,-4 47 0,-2-55 0,-4 77 0,-6-2 0,2 17 0,0 0 0,1 2 0,-2 2 0,0 11 0,0-3 0,0 12 0,3-16 0,4 14 0,2-16 0,7 12 0,-2-11 0,6-3 0,8 0 0,26-3 0,-7-1 0,23-8 0,-36 2 0,18-16 0,-27 12 0,22-24 0,-27 12 0,9-13 0,-18 15 0,-3-6 0,-1 15 0,-2-13 0,0 17 0,-5-9 0,-9 37 0,81 40 0,-43-15 0,24-10 0,6-7 0,-1-16 0,7-2 0,3-6 0,15-2 0,-7 0-314,-19-1 0,4 0 314,15-2 0,16 0 0,-1-2 0,-15 0-548,-19 1 1,-2-3 547,44-7 0,-6-2 0,-35 3 0,-3-19 0,-40 16 0,-17-21 0,-15 12 0,-42-9 0,-10 0 0,-5 3-509,-17 3 0,-1 4 509,21 13 0,-6 23 0,-16 14 0,14-1 0,35-10 0,2 5 0,-30 24 0,-10 12 0,25-7 0,35 1 362,7 6 1,5-1-363,12-21 0,4 31 0,8-35 0,14 16 0,-9-27 1677,10 11-1677,-14-25 339,4 4-339,-9-10 0,0-4 0,-5-3 0,2-5 0,-2-3 0,2-1 0,-2 5 0,0 1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13.6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3 24575,'-10'-2'0,"4"1"0,4 6 0,2 1 0,0 2 0,-2 1 0,2-5 0,-2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14.6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0 308 24575,'0'-8'0,"2"1"0,0-1 0,4 2 0,-1-2 0,3-3 0,5-7 0,26-29 0,-11 18 0,9-8 0,0 2-6784,-11 13 6784,23-16-4537,-26 23 4537,4 6 0,-3 2 0,3 4 0,-16 5 0,4 2 4537,-11 0-4537,1 1 6784,-3-1-6784,2 2 0,-2-2 0,0 5 0,1-4 0,0 9 0,-1-7 0,-1 5 0,1-5 0,-1 2 0,0-6 0,-1 3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4:15.482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61 41 24575,'6'6'0,"-1"-3"0,-3 0 0,1-3 0,-2 4 0,5-2 0,-2 1 0,3-1 0,1 3 0,-1-3 0,4 5 0,-5-5 0,3 5 0,-3-6 0,10 7 0,-4-3 0,20 5 0,-17-5 0,12-2 0,-18-6 0,4 1 0,-7-4 0,2-2 0,-5 1 0,2-3 0,-5 2 0,0-10 0,-1 8 0,-3-7 0,1 11 0,-2 3 0,3-1 0,-17 1 0,12 1 0,-17-1 0,16 3 0,-6-2 0,4 1 0,-12-2 0,10 3 0,-18-2 0,16 2 0,-15 0 0,16 0 0,-5 2 0,7 0 0,0 2 0,6-1 0,-4 1 0,5 1 0,-5 0 0,7 1 0,0-2 0,4-3 0,4-1 0,-3 0 0,4 0 0,12-2 0,-8 2 0,16-3 0,-18 2 0,7-2 0,-10 3 0,-1 0 0,-5 0 0,-1 3 0,0-1 0,-1 0 0,2 1 0,-2-1 0,2 1 0,2-1 0,1 0 0,1-1 0,3 0 0,-4 0 0,0-1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4:26.40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 24575,'1'3'0,"-1"0"0,2 3 0,3 5 0,-2-2 0,3 2 0,-3-4 0,-1-3 0,15 17 0,-9-10 0,17 17 0,-16-17 0,17 14 0,-9-11 0,37 25 0,-31-19 0,27 13 0,-32-17 0,20 8 0,-13-2 0,25 12 0,-24-12 0,9 5 0,2-1 0,-12-7 0,37 29 0,-26-22 0,10 13 0,23 26 0,-40-36 0,37 40 0,-46-49 0,20 29 0,-7-12 0,2 3 0,-1 1 0,4 3 0,24 24 0,-40-42 0,32 26 0,-23-19 0,12 8 0,1 0 0,-8-4 0,3-2 0,-2-1 0,-15-11 0,27 17 0,-32-24 0,40 35 0,-40-34-6784,33 29 6784,-34-31 0,21 20 0,-21-19 0,13 16 0,-13-13 0,5 5 0,-6-8 0,8 9 0,-11-13 6784,24 23-6784,-20-19 0,20 17 0,-24-19 0,15 11 0,-5 1 0,13 10 0,-7-7-6784,11 14 6784,-18-25 0,17 24 0,-17-26 0,25 27 0,-19-20 0,26 22 0,-24-20 6784,12 10-6784,-16-17 0,23 28 0,-24-24 0,13 13 0,-24-17 0,2 0 0,-3-1 0,33 47 0,-27-38 0,33 47 0,-15-28 0,23 28 0,-18-23 0,13 9 0,-39-41 0,19 16 0,-16-16 0,17 19 0,-17-16 0,29 30 0,-26-29 0,32 32 0,-31-31 0,17 17 0,-17-19 0,9 12 0,-14-17-6784,25 30 6784,-23-29 0,41 39 0,-41-38 0,27 20 0,-28-21 0,20 15 0,-19-13 0,36 25 0,-38-24 0,35 21 0,-38-28 0,18 15 0,-6-4 0,8 10 0,-5-1 6784,16 16-6784,-27-24 0,24 22 0,-9-12 0,15 15 0,-5-9 0,20 19 0,-33-33 0,28 27 0,-33-34-3392,15 14 0,2-1 3392,-13-13-28,20 17 1,0-2 27,-25-20 0,35 24 0,-40-27 0,5 1 0,-8 0 6757,13 4-6757,-15-4 82,14 13-82,-19-16 0,7 14 0,-9-14 0,9 15 0,-9-13 0,14 17 0,-9-11 0,10 14 0,-10-15 0,4 3 0,4 4 0,22 23 0,5 4 0,-2-4 0,17 19 0,-4-6 0,-34-39 0,17 18 0,-33-31 0,4 4 0,0 0 0,4 4 0,10 8 0,-12-11 0,17 16 0,-21-19 0,16 13 0,-16-12 0,14 8 0,-16-10 0,9 6 0,-12-8 0,19 17 0,-15-14 0,10 11 0,-12-14 0,6 7 0,1 3 0,10 10 0,-8-9 0,10 11 0,-16-19 0,22 20 0,-22-22 0,24 20 0,-15-14 0,17 12 0,-13-11 0,12 7 0,-18-13 0,24 14 0,-22-12 0,17 9 0,-22-13 0,9 7 0,-13-7 0,7 3 0,-9-3 0,8 0 0,-9-2 0,9 4 0,-11-6 0,3 3 0,-5-4 0,4 3 0,-3-1 0,8 3 0,-8-2 0,6 1 0,-1 2 0,3 0 0,0 0 0,24 18-6784,-22-17 6784,21 16 0,-25-17 0,18 13 0,-4-7 0,21 20 0,-17-18 0,21 16 6784,-24-17-6784,21 13 0,-25-15 0,23 17 0,-22-16 0,29 21 0,-31-23 0,13 12 0,-24-21 0,3 3 0,-9-5 0,2 1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4:44.13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2766 18 24575,'0'-4'0,"-1"1"0,-3-1 0,0 2 0,-1-1 0,0 3 0,1-2 0,-6 2 0,3 0 0,-12 4 0,9-3 0,-14 4 0,10-3 0,-17 4 0,12-1 0,-5 1 0,7-4 0,2 0 0,-18 1 0,-21 2 0,-13 1 0,-3-1-6784,4 0 6784,12-4 0,10 2 0,-23-6 0,24 2 0,-29-3 0,19 3 0,1-3 0,19 4 0,5-2 0,13 2 0,-21 0 0,8 0 0,-12 0 0,21 0 0,-1 0 0,-17 0 0,10 0 6784,-12 0-6784,16 0 0,9 0 0,-9 0 0,12 0 0,-16 0 0,16 0 0,-21 0 0,22 2 0,-8-2 0,8 2 0,-8-2 0,0 0 0,-3 0 0,8 0 0,4 1 0,1 0 0,3 0 0,-7 1 0,-4-1 0,0 1 0,0-2 0,7 1 0,3 0 0,-3 0 0,3-1 0,-6 2 0,7-2 0,-7 2 0,8 0 0,-1-2 0,0 2 0,-2-2 0,-1 0 0,-6 0 0,6 0 0,-4 0 0,6 0 0,-5 0 0,4 0 0,-9 1 0,6-1 0,-7 4 0,6-4 0,-5 2 0,0-2 0,2 0 0,-3 0 0,0 0 0,5 0 0,-9 0 0,7 0 0,-13 2 0,12-2 0,-15 2 0,18-2 0,-12 0 0,12 2 0,-3-2 0,3 2 0,-22-2 0,17 0 0,-18 0 0,27 0 0,-8 0 0,-2 0 0,-9 0 0,5 0 0,-4 0 0,13 0 0,-7 0 0,10 0 0,-8 0 0,7 0 0,-7 0 0,5 0 0,-3 2 0,-10-2 0,3 2 0,-2-1 0,-3 0 0,17 1 0,-17-2 0,17 1 0,-5 0 0,4 1 0,-20 0 0,15-2 0,-20 2 0,26-2 0,-3 0 0,6 0 0,-9 0 0,3-2 0,-6 2 0,8-2 0,-3 0 0,10 2 0,-7-2 0,8 2 0,-4 0 0,4 0 0,-1 0 0,1 0 0,1 0 0,0 0 0,1 0 0,0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5:24.20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68 65 24575,'-8'4'0,"3"-1"0,0-1 0,1 3 0,1-4 0,-1 6 0,-1-5 0,0 3 0,2 3 0,-6 7 0,7-1 0,-6 10 0,7-12 0,-2 3 0,3-7 0,-2 4 0,3-4 0,1 0 0,3-1 0,1-3 0,5 1 0,-3-3 0,1 0 0,0-2 0,17-8 0,-1-3 0,18-7 0,-18 3 0,2-1 0,-14 6 0,-2-1 0,-5 4 0,-3-12 0,1 8 0,-4-17 0,0 20 0,-2-5 0,-1 9 0,1-1 0,0 1 0,-3-3 0,1 2 0,-2-4 0,-1 7 0,-2-5 0,-6 0 0,-3 1 0,-8-1 0,11 7 0,-1 1 0,4 4 0,5-3 0,-18 14 0,15-8 0,-13 12 0,16-11 0,-3 10 0,8-10 0,-4 9 0,6-10 0,-2 16 0,4-15 0,1 10 0,0-15 0,3 1 0,-2-2 0,4 1 0,0-2 0,9-9 0,-5 1 0,13-14 0,-11 8 0,3-3 0,-7 5 0,2-12 0,-6 10 0,2-14 0,-8 20 0,-1-4 0,-1 6 0,-2 1 0,2 0 0,-2 2 0,-1 0 0,-2 4 0,0 1 0,-9 10 0,7-5 0,-10 15 0,10-16 0,2 11 0,2-13 0,4 4 0,-1-4 0,2 1 0,0-4 0,0 4 0,2-5 0,0 4 0,0-4 0,1 0 0,-3-2 0,3 0 0,-2-5 0,2 4 0,-3-5 0,3 3 0,-3-2 0,2 3 0,-2 1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5:28.77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13676 101 24575,'-3'0'0,"-1"0"0,-1 0 0,-1 0 0,-1 0 0,-6 0 0,4 0 0,-12 0 0,10 0 0,-25 0 0,19 0 0,-27 0 0,15 0 0,0 0 0,4 0 0,4 0 0,4 0 0,-15 0 0,17 0 0,-10 0 0,16 0 0,-2 1 0,4 0 0,-2 0 0,-1-1 0,-8 2 0,9-2 0,-5 2 0,3 0 0,-8 0 0,4 0 0,-4-1 0,11-1 0,-9 2 0,8-1 0,-11 2 0,9-2 0,-9 2 0,2-2 0,-8 4 0,7-4 0,-11 3 0,16-3 0,-14 0 0,12 1 0,-15-4 0,13 1 0,-8 0 0,13 1 0,-7-2 0,9 1 0,-10-1 0,13 2 0,-7 0 0,7 0 0,-8 2 0,5-2 0,-8 2 0,11-2 0,-6 0 0,7 0 0,-6 0 0,4 0 0,-14 0 0,11 0 0,-9 0 0,13 0 0,-12 0 0,8 0 0,-8-2 0,10 2 0,-9-2 0,10 2 0,-38-4 0,25 3 0,-32-6 0,32 6 0,-2-5 0,7 6 0,-12-4 0,-3 4 0,-30-4 0,28 3 0,-21-1 0,40 2 0,-16 0 0,18 0 0,-16-1 0,14 0 0,-23-1 0,24 2 0,-17 0 0,20 0 0,-9 0 0,7 0 0,-9 0 0,10 0 0,-7 0 0,10 0 0,-25 0 0,17 0 0,-26 0 0,26 2 0,-20-1 0,19 0 0,-8-1 0,10 0-6784,-30 0 6784,5-2 0,-52-1 0,48-2 0,-17 2 0,42 1 0,-27-2 0,17 3 6784,-34-6-6784,34 6 0,-6-1 0,-7 0 0,-19-1 0,3 1 0,-20 0 0,42 0 0,-28-1 0,33 0 0,-51-3 0,38 5 0,-48-8 0,44 8 0,-47-5 0,47 5 0,-43-3 0,44 3 0,-50-4 0,37 1 0,9 1 0,-3-1 0,-27 0 0,-14 0 0,31 4 0,-3 2 0,45 0 0,-22 2 0,31-2 0,-11 0 0,21-2 0,-5 0 0,6 0 0,-5 2 0,1-2 0,-4 3 0,4-3 0,-5 2 0,6-2 0,-13 2 0,9-2 0,-12 2 0,15-2 0,-9 0 0,11 0 0,-8 2 0,5-2 0,-10 2 0,8-2 0,-6 2 0,8-2 0,-4 2 0,4-1 0,-8 0 0,7 0 0,-6 1 0,6-1 0,-15 2 0,5-1 0,-13 2 0,13-1 0,-8 1 0,14-4 0,-13 4 0,12-4 0,-14 4 0,13-4 0,-20 5 0,24-4 0,-21 3 0,23-2 0,-6-2 0,3 4 0,-25 0 0,16 1 0,-28 1 0,34-4 0,-17 2 0,18-3 0,-16 2 0,16-1 0,-13 0 0,8 4 0,-10-5 0,7 2 0,-23 2 0,8-2 0,-4 2 0,8 0 0,-15 0 0,8-2 0,-44 3 0,43-4 0,-52 5 0,62-4 0,-46 4 0,50-4 0,-33 2 0,25-2 0,-30 1 0,25-4 0,-14 6 0,20-5 0,-16 7 0,20-4 0,-20 4 0,20-5 0,-19 5 0,20-4 0,-63 5 0,55-4 0,-28 0 0,-1-1 0,23-1 0,-8 1 0,-1-1 0,4 0 0,-32 0 0,-10 3-627,31-5 1,0-1 626,-38 4 0,14-1 0,4 1 0,20 0 0,-9 0 0,1 0-9,13-2 9,-19 1 0,20-3 0,-23 5 0,33-5 0,-29 3 1252,36-3-1252,-30 2 0,13-2 0,-27 5 10,29-4-10,-19 1 0,36-4 0,-45 1 0,32-1 0,-4-1 0,0 0 0,2 1 0,-31-7 0,47 7 0,-32-3 0,32 0 0,-47-1 0,44 4-6784,-50-1 6784,48 3 0,-49-2 0,52 2 0,-45-5 0,38 2 0,-43-2 0,43 2 6784,-27 1-6784,36-1 0,-10 3 0,-30-7 0,-16 3 0,1-3 0,35 3 0,4 0 0,8 0 0,-50-7 0,35 6 0,-7-2 0,0-1 0,9 4 0,-44-3 0,70 7 0,-43-2 0,31 1 0,-34-3 0,34 1 0,-23 0 0,32 1 0,-15 2 0,1-2 0,-23-1 0,12-2 0,-28 1 0,46 1 0,-13-1 0,19 3 0,-1-3 0,-58-2 0,-3-2 0,41 5 0,1 0 0,-41-3 0,57 5 0,-16-3 0,-2-1 0,7 3-6784,-49-7 6784,65 8 0,-20-1 0,23 2 0,-16 0 0,23 0 0,-18 0 0,2 0 6784,-40 2-6784,36-2 0,-16 2 0,33 0 0,-1 1 0,6-1 0,-11 2 0,18-4 0,-15 4 0,17-4 0,-15 5 0,10-4 0,-14 3 0,18-3 0,-7 1 0,10-2 0,-10 1 0,7 1 0,-19 1 0,16 0 0,-10-3 0,14 4 0,1-4 0,0 1 0,-7 1 0,6-1 0,-14 2 0,14-1 0,-23 0 0,20 2 0,-23-2 0,22 0 0,-16 1 0,16-2 0,-5 1 0,7-2 0,-9 1 0,6 0 0,-37 1 0,27-2 0,-28 0 0,34 0 0,-21 0 0,18-2 0,-22 1 0,21-1 0,-26 0 0,27 2 0,-32-2 0,28 2 0,-24 0 0,23 0 0,-24-2 0,27 1 0,-38-1 0,30 0 0,-23 1 0,29-1 0,-11 0 0,19 2 0,-8-2 0,15 2 0,1 0 0,7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4:35.10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1 112 24575,'3'0'0,"2"0"0,-2-1 0,3 0 0,-2 0 0,11-1 0,-2-1 0,5 1 0,10-3 0,24 5 0,-12-5 0,33 5 0,-42-3 0,45 3 0,-33 0 0,16 0 0,0 0 0,-10 0 0,49 0 0,-68 0 0,37 0 0,-31 0 0,31 0 0,-39 0 0,15 0 0,-29-1 0,13 0 0,-14-1 0,12 1 0,-15 0 0,9-2 0,-13 1 0,3-2 0,-1 0 0,18-4 0,-12 5 0,31-7 0,-29 10 0,21-6 0,-9 6 0,19-2 0,-11 2 0,24 0 0,-33 0 0,25-2 0,-29 1 0,52-3 0,-35 3 0,36-2 0,-46 3 0,11 0 0,-18 0 0,21 0-6784,-19 2 6784,15-1-4537,33 6 4537,-29-6 0,8 4 0,1 0 0,3-2 0,10 2 0,-4-2 0,-1 0 0,-8-2 0,3 1 0,-4-1 4537,-21-1-4537,48 4 6784,-49-4-6784,52 3 0,-60-3 0,23 2 0,-25-2 0,13 2 0,-17-2 0,34 0 0,-23 0 0,31 0 0,-35 0 0,15 0 0,-18 0 0,20 0 0,-13 0 0,34 0 0,-29 0 0,20 0-6784,-30 0 6784,5-2 0,1 2 0,11-3 0,16 3 0,34 0 0,-31 0 0,-3 0 0,-3 0 0,-17 0 0,37 0 0,-50 0 6784,31 0-6784,-35 0 0,23 0 0,-28 0 0,15-2 0,-13 0 0,5 0 0,4 0 0,-2 0 0,2 1 0,6-2 0,-17 2 0,16-3 0,-15 4 0,5-2 0,4 2 0,-6 0 0,14-2 0,54-3-6784,-43 1 6784,47-1-60,-65 3 60,60 2 0,-40-2 0,11 1 0,-2 2 0,-20-1 0,51 0 0,-54 0 0,21 0 0,2 0 0,-12 0 0,12 0 0,2 0 0,1 0 0,12 0 0,1 0 0,-2 0 0,-2 0 0,-3 0 0,-14 0 0,4 0 0,2 0 0,12 0 0,-6-1 0,0-1 6755,7 2-6755,-3-2 0,-1-1 0,-6 3 0,0-3 0,-3 1 0,-13 1 0,20-1 0,3-1 0,-7 2 0,12-1 0,0-1 89,-18 3-89,35-3 0,-39 1 0,18 2 0,2-1 0,0-1-501,11 1 0,0 2 501,-22 1 0,41 1-142,-50 0 142,42 0 0,-38-1-6405,40 1 6405,-55 0 0,15-1 0,-37-2 0,-1 0 0,-9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4:37.52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0 24575,'0'4'0,"0"-1"0,0 8 0,0 0 0,0 7 0,0 2 0,0 4 0,0 38 0,2-17 0,-1 12 0,-1 3-6784,2-2 6784,-2 24 0,0-16 0,3 15 0,0 13 0,0-12 0,0-23 0,-3-13 0,3 8 0,-2 30 0,2-10 0,-3 16 0,0-35 6784,0 20-6784,-2-36 0,-3 34 0,2-38 0,-1 29 0,4-25 0,0 24 0,0-30 0,0 10 0,0-29 0,0 1 0,0-3 0,1 27 0,0-17 0,1 40-6784,-2-42 6784,2 18 0,-2-23 0,14 63-4537,-9-41 4537,9 42-3034,-9-56 3034,-1-3 3034,4 13-3034,11 47 0,-8-33 0,11 38 0,-17-63 4537,5 12-4537,-3-9 6784,4 21-6784,1-13-6784,4 42 6784,-4-38 0,3 38 0,-10-47 0,4 13 0,-7-21 0,9 48 0,-9-36 6784,6 57-6784,-8-62 0,2 53 0,-1-44 0,5 60 0,-5-53 0,6 53 0,-6-45 0,1 42 0,1-45 0,1 33 0,2 4 0,5-9-561,-5 13 1,1-4 560,1-31 0,-5 22 0,-1-40 0,-2 6 0,0-15 0,4 47 0,-4-39 1121,3 52-1121,0-44 0,-2 30 0,1-13 0,-2 36 0,0-34 0,-2 14 0,0 0 0,1-15-3392,-3-5 0,1-5 3392,3-25 0,-2 1 0,2-7 0,-2 23 0,1-27 0,-1 28 0,2-28 0,0 7 0,0-8 0,-2 2 6784,-1 30-6784,1-13-6784,-1 18 6784,3-26 0,-1-11 0,0 24 0,-1-3 0,4 47 0,-1-40 0,4 37 6784,-5-54-6784,8 20 0,-7 23 0,10 23 0,-7-7 0,3-19 0,1-3 0,-2-12 0,1 1 0,-1-1 0,0-3 0,3 31 0,-5-39 0,2 12 0,-6-27 0,4 11 0,-2-4 0,1 21 0,-2-26 0,-1 11 0,0-17 0,0 4 0,0-7 0,0-7 0,0-9 0,0-2 0,0-4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4:39.54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 24575,'0'3'0,"0"1"0,1-3 0,1 4 0,2-2 0,-2 4 0,2-3 0,9 13 0,-5-9 0,7 8 0,-9-9 0,5 2 0,-3-1 0,12 9 0,-8-6 0,17 9 0,-14-9 0,6 3 0,-9-6 0,54 37 0,-36-25 0,13 9 0,-1-2 0,-15-13 0,16 13 0,-16-13 0,21 16 0,-11-10 0,44 33 0,-42-29 0,31 27-6784,-44-33 6784,4 6 0,-7-10 0,17 13 0,3 2 0,0-1 0,17 11 0,-2-1 0,-23-14 0,28 15 0,-24-16 0,34 20 0,-26-16 0,15 8 0,-41-21 6784,10 6-6784,-8-5 0,58 41 0,-36-25 0,31 24 0,-43-32 0,10 11 0,0-2 0,21 17 0,-15-17-6784,-13-7 6784,-5-8-210,33 28 210,-7-5 0,-10-6 0,-2 0 0,0 1 0,10 13 0,-29-20 0,31 24 0,-27-20 6680,21 19-6680,-23-22 0,15 18 0,-9-10 0,4 3-532,5 5 0,2 1 532,-2-1 0,-2-2 0,-3-5 0,-4-6 0,-1 0 0,21 20 0,3 4 0,-8-5-3164,20 19 0,2 3 3164,-11-6 0,-16-21 0,1 2-271,-4-2 1,-1-1 270,-1-3 0,-1-1 0,23 33 0,3 1 0,-17-17 883,0 1-883,-15-18 0,11 13 0,-19-25 0,8 10 0,2 1 0,-7-7 6496,33 36-6496,-41-47 868,17 16-868,-18-22 0,13 19 0,13 10 0,10 13 0,-6-7 0,1 2 0,-29-29-6784,24 28 6784,-19-20-2269,35 34 1,3 4 2268,-19-19 0,-3-9 0,8 9 0,0 1 0,0 2 0,0 2 0,-3-6 0,0-3 0,0 0-155,1 6 1,4 4-1,-11-12 155,-8-10 4307,6 7-4307,-10-9 0,30 33 0,-20-30 6440,16 30-6440,-26-39 0,9 18 0,0 2 0,-2-7 0,8 12 0,0 0 0,-6-7 0,15 20 0,0 1 0,-7-12-492,5 4 0,11 11 1,-9-11 491,-1-4 0,13 13 0,-2-3-383,-18-22 383,-4-5 0,1-1 0,5 3 0,23 18 0,-35-33 0,13 15 0,-18-21 2459,4 9-2459,-16-15 109,-9-5 0,-6-6 0,0-1 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5:31.562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149 97 24575,'-6'0'0,"3"2"0,0-2 0,2 3 0,-2-3 0,3 3 0,-2-1 0,2 2 0,0-1 0,-1 1 0,0-1 0,1 3 0,1-1 0,2 0 0,-3-2 0,3-2 0,-1 3 0,0-1 0,1-1 0,-1 0 0,1-2 0,3-2 0,-2-1 0,3-2 0,-2-6 0,1 3 0,1-12 0,-4 10 0,0-12 0,-3 12 0,-5-7 0,2 9 0,-11-6 0,7 7 0,-9-2 0,7 5 0,-17 2 0,14 2 0,-18 6 0,21 0 0,-7 7 0,8-6 0,-5 13 0,7-12 0,-1 8 0,3-11 0,2 5 0,1-5 0,1 8 0,0-9 0,3 4 0,-1-4 0,1 1 0,1-1 0,2 0 0,0-1 0,3 0 0,-4-3 0,3 0 0,-4 0 0,6 0 0,-6 0 0,15-2 0,-9 0 0,5 0 0,-10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5:36.30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0 118 24575,'0'-3'0,"2"-1"0,0 1 0,1 1 0,2-1 0,1 2 0,-1-2 0,5 1 0,-3-2 0,9 2 0,-5-1 0,16-1 0,-10 1 0,41-9 0,-23 7 0,19-8 0,-6 8 0,-18-4 0,13 6 0,-3-2 0,-8 1 0,18 1 0,2 0 0,-7 0 0,8-1 0,-2 0 0,-22 4 0,53-5 0,-49 5 0,48-3 0,-57 3 0,22 0 0,-26 0 0,38 2 0,-30 1 0,37 1 0,-41 1 0,16 1 0,-20-3 0,24 4 0,-14-3-6784,32 4 6784,-28-3 0,25 4 0,-32-6 0,29 6 0,-25-5-4537,49 14 4537,-47-11 4537,23 7-4537,-36-8 0,11 3 0,-5 1 0,18 2 0,-22-4 6784,12 3-6784,-15-6 0,6 7 0,-1-4 0,13 9 0,-12-8 0,10 8 0,-21-12 0,9 6 0,-2-2 0,14 8 0,-9-5-6784,22 11 6784,-27-14 0,18 12 0,-20-15 0,11 8 0,1-4 0,25 11 0,-20-7 6784,24 10-6784,-39-16 0,35 16 0,-27-14 0,60 28 0,-52-24 0,36 16 0,-52-23-6784,28 13 6784,-28-13 0,42 21 0,-42-19 0,30 16 0,-29-15 0,29 16 0,-24-12 6784,31 19-6784,-28-19 0,37 26 0,-37-24 0,33 24 0,-45-27 0,46 28 0,-44-26 0,39 21 0,-39-24 0,28 18 0,-10-9 0,26 20 0,-29-18 0,41 24 0,-49-29 0,34 24 0,-36-26 0,16 17 0,1 1 0,-11-9 0,10 9 0,-5-3 0,-24-19 0,16 18 0,-14-14 0,19 23 0,-17-21-6784,17 25 6784,-17-24 0,13 21 0,-8-14 0,8 14 0,-1 2 0,6 12 0,-13-17 6784,8 14-6784,-16-30 0,19 41 0,-15-34 0,18 38 0,-22-44 0,13 25 0,-14-27 0,18 30 0,-12-22 0,26 38 0,-25-35 0,26 29 0,-28-35 0,38 53 0,-34-47-6784,34 49 6784,-38-55 0,24 37 0,-21-37 0,14 29 0,-17-33 0,2 11 0,-8-14 6784,6 11-6784,-4-7 0,21 30 0,-19-26 0,20 25 0,-22-31 0,13 15 0,-1-1 0,9 8 0,-7-10-6784,12 10 6784,-22-26 0,22 22 0,-26-26 0,23 20 0,-23-19 0,16 13 0,-17-15 6784,3 3-6784,-7-8 0,9 12 0,-9-11 0,8 9 0,-13-12 0,8 4 0,-8-4 0,12 6 0,-8-5 0,6 4 0,3-2 0,12 3 0,0-1 0,13 2 0,-16-5 0,18 6 0,-19-7 0,35 7 0,-33-6 0,50 9 0,-46-8 0,21 3 0,2-1 0,-12-4 0,54 9 0,-58-13-6784,54 8 6784,-55-7 0,63 6 0,-74-7 0,34 3 0,-39-4-4537,65 6 4537,-54-3 4537,50 6-4537,-63-5 0,21 0 0,-16 3 0,51 9 0,-39-4 6784,49 13-6784,-49-13 0,31 10 0,-33-10 0,28 6 0,3 1 0,-14-5 0,15 5 0,-3-2 0,-31-10 0,9 4 0,-26-11 0,-6-2 0,-4 2 0,-1-3 0,0-10 0,8 2 0,-8-5 0,6 8 0,-9 8 0,-2-2 0,0 4 0,0-1 0,1-2 0,1 1 0,0-4 0,1 1 0,-1 3 0,0-2 0,2 2 0,-4-2 0,7 0 0,-1 4 0,2-1 0,-2 4 0,-3-3 0,-1 1 0,0 1 0,0-1 0,0 0 0,0 3 0,2 1 0,-2 1 0,4 2 0,-4-4 0,1 2 0,-1-4 0,0 1 0,0-3 0,0-1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5:38.85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 24575,'4'0'0,"-3"0"0,1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5:41.44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0 24575,'0'4'0,"2"-2"0,-1 1 0,3-1 0,1 1 0,5 3 0,3-2 0,10 4 0,-5-1 0,43 5 0,0 2 0,33 3 0,-26-3 0,1 3 0,-18-4 0,-1 1 0,8 3 0,-3 0 0,15 8 0,-28-6 0,9 1 0,-2-3 0,8 10 0,4-3 0,3 3 0,24 17 0,-25-16 0,-3-2-878,-1 6 878,-9-1 0,0 0 0,14 8 0,-2 5 0,-2 0 0,-5-3 0,-6 3 0,-2 0 0,-1-1 0,26 24 0,-36-34 0,30 18-1849,11 13 1849,-1-11 0,1 0-2941,-31-20 1,-2-2 2940,16 8 0,-5-4 531,-11-9-531,9 5 0,5 3 0,-7-8 0,4 3 0,8 4 0,6 5 0,-6-5-344,-9-7 1,-2-1 343,19 10 0,-3-2 0,5 1 0,19 0 0,-13 0 1220,-22-15-1220,32 16 0,-37-17 0,25 13 0,4 3 0,-47-16 6408,37 16-6408,-49-24 0,12 7 0,-14-10 1136,24 13-1136,-14-9 0,19 11 0,-18-11 0,19 12 0,-19-12 0,20 15 0,-19-15-3392,14 13 0,2 0 3392,-10-9 0,15 11 0,-1-1 0,-19-12 0,53 28 0,-16-6-483,-11-5 1,2 1 482,20 13 0,-25-14 0,-3-2 0,-2-2 0,-8-2 0,3 2 0,40 16 3153,-40-18 0,2 2-3153,24 11 0,-2-1 0,7 1-417,-17-5 0,-2-2 417,-5-2 0,5-1 0,14 6 0,-8-4 0,-17-6 0,1-1-125,23 8 0,11 2 1,-14-4 124,8 3 0,-22-12 0,-2-1-31,0 0 31,31 13 0,-9-10-539,19 10 539,-22-10 0,22 9 0,-58-17 791,34 8-791,-46-14 1775,31 6-1775,-20-5 34,32 10-34,-28-10 621,43 9-621,-46-10 0,53 8 0,-52-7 0,37 6 0,-37-5 0,25 6 0,-20-5 0,-2 1 0,13 1 0,-34-7 0,17 1 0,-26-4 0,8-1 0,0 2 0,13-1 0,-8 2 0,3-3 0,-10 1 0,41 7 0,-34-5 0,49 11 0,-50-7 0,8-2 0,19 2 0,6-1 0,18-7 0,-18 5 0,-2-2 0,3-5 0,0-6 0,-27 6 0,48-5 0,-50 7 0,36 0 0,-24 0 0,42 0 0,-43 0 0,40-2 0,-48 2 0,38-4 0,-30 3 0,26-3 0,-24 1 0,27-6 0,-38 6 0,27-8 0,-38 10 0,34-6 0,-27 6 0,14-3 0,-23 2 0,4 0 0,13-1 0,3 0 0,0 0 0,5-5 0,-21 3 0,23-4 0,-25 4 0,28-5 0,-22 4 0,30-4 0,-26 3 0,38-4 0,-33 3 0,39-7 0,-33 6 0,29-11 0,-32 9 0,32-9 0,-39 9 0,40-4 0,-43 7 0,52-5 0,-48 7 0,52-7 0,-49 7 0,28-5 0,-28 6 0,40-4 0,-28 5 0,16 0 0,2 0 0,-8 3 0,-2-2 0,-3-1 0,-10 1 0,32-4 0,-32 1 0,30-5 0,-42 5 0,19-4 0,-29 5 0,10-3 0,7-3 0,-3-3 0,8 3 0,-16 0 0,-10 7 0,-5 2 0,3-1 0,-1 1 0,4-2 0,-8 1 0,2 1 0,-8-1 0,2 2 0,-2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5:46.44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0 24575,'3'4'0,"-1"-1"0,5 3 0,-1-1 0,2 3 0,1-1 0,47 34 0,-28-22 0,39 25 0,-43-30 0,47 24-6784,-30-17 6784,24 14 0,-37-21 0,41 28 0,-38-23 0,52 30-4537,-69-39 4537,28 19 4537,-25-13-4537,30 25 0,-11-5 0,8 22 0,1 3-502,-1-6 502,0 11 0,-3-4 0,-17-26 6536,22 33-6536,-16-27 0,13 24 0,0-3-596,7 14 596,-7-16 0,7 11 0,-12-16 0,13 20 0,-17-26 0,12 17 0,-28-41 727,20 30-727,-21-32-6579,16 31 6579,-16-32 414,25 44-414,-26-44 0,14 18 0,1 2 0,-11-18 0,30 40 0,-30-42 0,14 18 6784,-12-16-6784,23 25 0,-28-30 0,16 19 0,-22-28 0,22 29 0,-16-24 0,14 25 0,-18-29 0,13 20 0,-14-20 0,14 18 0,-16-19 0,11 9 0,-13-9 0,20 10 0,-20-11 0,14 5 0,-16-9 0,3 1 0,-4-3 0,-1 0 0,-1 2 0,2 4 0,2-1 0,2 5 0,0-5 0,13 14-6784,-6-9 6784,24 20 0,-16-17 0,55 36 0,-39-33-2269,4 7 1,-2 0 2268,-11-11 0,36 26 0,-38-24 4537,31 22-4537,-36-26 0,29 20 0,-33-22 0,29 16 0,-34-18 0,37 24 0,-28-19 0,27 21 0,-29-21 0,25 13 0,-18-7 6784,7 0-6784,-11-3 0,4 5 0,-2-1 0,23 23 0,-29-20 0,13 11 0,-24-20 0,8 8 0,-10-10 0,7 8 0,-8-11 0,16 18 0,-14-18 0,14 17 0,-19-21 0,8 5 0,-9-8 0,5 1 0,-8-2 0,3 1 0,-1-1 0,-2 4 0,4 0 0,4 19 0,3-1 0,-3-1 0,0-9 0,-7-26 0,3 6 0,-2-9 0,-4 15 0,6-5 0,8 7 0,3-5 0,36 6 0,-26-1 0,33 5 0,-36-5 0,9 1 0,-20-4 0,3 1 0,-10 0 0,0 4 0,-3-1 0,1 1 0,1 13 0,1-9 0,4 14 0,-4-14 0,6 14 0,-3-10 0,6 20 0,5 0 0,1 5 0,0-6 0,1-1 0,-12-19 0,12 16 0,-10-11 0,10 18 0,-8-16 0,19 39 0,-16-36 0,20 37 0,-21-37 0,14 24 0,-14-22 0,11 24 0,-10-22-6784,24 49 6784,-22-39-236,14 21 1,2 1 235,-8-12 0,6 4 0,0-1 0,0-6 0,4 1 0,3 1 0,12 9 0,-4-9 0,8 7 0,-5-5 0,-7-8 0,-1-3-2191,22 20 1,-3-2 2190,-5-2 0,2-1-160,-9-9 160,-9-6 0,-1-1 0,7 1 0,24 28 1075,-18-18 0,12 10 0,3 5 1,-3-3-1076,7 10 0,-1-1 0,3 2-446,-6-8 1,3 3 0,-1-1 0,-6-5 445,-3 0 0,-4-5 0,-13-13 0,-10-14 0,10 8 0,-11-10 207,1 0-207,25 18 0,-16-13 0,40 24 0,-40-24 0,12 4 0,2 0 0,-4 2-360,16 2 1,3 1 359,-10-4 0,24 6 0,2-1 0,-18-4 0,-5-7 0,-2-2 2141,-18-7-2141,5 0 0,1 1 0,11 5 0,-2 0 0,-4-1 0,-14-6 6357,17 13-6357,-34-20 0,19 10 0,-7-2 1290,9 4-1290,-5 0 0,10 0 0,-25-9 0,14-1 0,-21-6 0,26 5 0,-15-6 0,41 9 0,-30-9 0,14 1 0,3 0 0,0-3-516,14 0 1,1-1 515,0-6 0,-2 0 0,-1-2 0,-1-2-141,-11-2 1,-2 0 140,-5-1 0,47-17 0,-44 5 0,7-4 0,12-7 0,-11 4 0,8-8 0,10-3 0,-9 4 0,-43 21 0,4-7 0,5-1 0,11-11 1017,0 2-1017,7-6 295,-19 12-295,19-10 0,-31 20 0,32-24-6784,-31 21 6784,15-11 0,-16 9 0,11-19 0,2-4 0,-1 3 0,11-22 0,-2 1 0,-18 25 0,26-40 0,-30 48 6784,13-14-6784,-18 23 0,15-21 0,-14 18 0,23-34 0,-22 31 0,14-22 0,-20 31 0,11-13 0,-10 13 0,12-11 0,-12 15 0,4-2 0,-9 11 0,2-5 0,0 4 0,1-3 0,-3 5 0,-2-1 0,-4 2 0,0 0 0,-2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2:07.06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87 24575,'3'0'0,"1"0"0,-1 0 0,1 0 0,-1-2 0,1 2 0,-1-2 0,0 2 0,1 0 0,-1 0 0,5 0 0,2 0 0,2 0 0,8 0 0,13-2 0,0 0 0,35-5 0,-29 3 0,44-3 0,-38 7 0,7-4 0,2 0 0,16 3 0,12-1 0,0-1 0,-4 3-269,-6 0 0,-4 0 269,-22 0 0,4 1 0,2 1 0,5-2 0,12 3 0,-13-3 0,-1 0 0,3 0 0,34 0-668,-13-1 1,-1-1 667,1 2 0,15-2-27,-42 2 27,30-3 501,-43 3-501,33-5 0,-39 5 0,42-4-5405,-32 3 5405,14-3-663,29 0 0,3 0 663,0-3 0,3 3 0,-5 1 0,-30 0 0,-21 0 0,8 3 0,33-3 0,-27 3 6118,33 0-6118,-56 0 2012,41 2-2012,-32 1 0,41 2 0,-39-2 0,48 4 0,-47-6 0,37 3 0,-44-4 0,38 0 0,-41 0 0,21 0 0,1 0 0,-19 0 0,48 2 0,-52-1 0,48 3 0,-42-4 0,48 3 0,-58-3 0,11 0 0,-17 0 0,20 0 0,-15 0 0,14 0 0,-17 0 0,14 0 0,0 0 0,14 2 0,-19-2 0,6 3 0,-16-2 0,15 2 0,-14-2 0,25 3 0,-22-4 0,19 4 0,-23-4 0,12 2 0,-17-1 0,10 1 0,-13 1 0,22 2 0,-20-4 0,19 3 0,-23-3 0,3 0 0,-7 0 0,2-1 0,-3 0 0,1 0 0,-2 0 0,0 0 0,1 0 0,-2-1 0,1 0 0,-3 0 0,2 1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2:10.74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1 128 24575,'1'-3'0,"1"1"0,0-1 0,1 1 0,-1 0 0,6-1 0,-1 0 0,6 1 0,-4-1 0,6 2 0,-6 0 0,14-1 0,-13 2 0,13-2 0,-12 2 0,9 0 0,-8 0 0,12 0 0,-9 0 0,12 0 0,-11 0 0,12 2 0,-14 0 0,12 0 0,-12 2 0,17-2 0,-11 0 0,36 4 0,-30-5 0,49 5 0,-42-6 0,15 2 0,-14-2 0,6 0 0,-6 0-6784,36 0 6784,-37 0 0,56 0 0,-45 0 0,48-2 0,-51 0 0,36-1 0,-42 1 0,28 2 6784,-31 0-6784,42-4 0,-39 3 0,65-6 0,-64 7 0,42-7 0,-42 6 0,38-5 0,-24 2 0,9 1 0,1-1 0,0 0 0,8 0 0,1 1 0,-7 2-589,7-1 0,3-1 589,4 3 0,-1-2 0,1 1 0,-1 1 0,14 0 0,-1 0 0,-12 0 0,17-1 0,0 0 0,-15 0 0,1 0 0,-2-1 0,-5 2 0,0-1 0,-3 0 0,-12 0-207,1-1 1,0-1 206,-8 2 0,0 0 0,1 0 0,5 1 0,7-1 0,0 0 0,-10 0 0,34-1 0,-62 2 0,19-2 0,-25 0 1152,21-3-1152,-28 2 0,6 0 439,50-11-439,-2 13 0,3 1 0,-12-5 0,0 1 0,13 5 0,-6 3 0,-20 0 0,-13-1 0,24-1 0,-21-2 0,17 2 0,-27-1 0,69 3 0,-56-3 0,55 3 0,-70-4 0,19 4 0,-20-1 0,25-1 0,-28 0 0,30 0 0,-31-2 0,41 2 0,-31-2 0,31 2 0,-32-1 0,18 3 0,-22-4 0,6 2 0,-8 0 0,61 2-6784,-36-1 6784,39 1 0,-52-4 0,14 1-4537,-21 2 4537,32-1 0,-37 0 0,44 4 4537,-39-5-4537,27 7 0,-41-7 0,5 2 6784,-10-2-6784,4 0 0,-6 1 0,2-2 0,-2 2 0,-1-4 0,0 2 0,-2-3 0,0 2 0,-1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2:13.77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1333 1596 24575,'-7'4'0,"1"1"0,1-3 0,0 2 0,1-3 0,-2 3 0,1-2 0,-2 1 0,-1 1 0,-4-1 0,3 1 0,-4 0 0,6-2 0,-5 1 0,8-2 0,-9 2 0,7-2 0,-6 0 0,8-1 0,-4 2 0,4-2 0,-9 2 0,8-2 0,-5 0 0,6 0 0,-2 0 0,-5 0 0,-6 0 0,4 0 0,-8-2 0,11 2 0,-20-4 0,16 2 0,-25-2 0,18-1 0,-19 1 0,17 0 0,-18-2 0,20 1 0,-23-3 0,24 5 0,-17-3 0,13 2 0,-19-4 0,18 2 0,-16-1 0,29 3 0,-18-2 0,17 1 0,-19-2 0,10 0 0,-12-3 0,12 2 0,-22-12 0,25 12 0,-12-10 0,19 14 0,-9-7 0,10 5 0,-22-14 0,21 10 0,-18-21 0,19 16 0,-27-48 0,19 35 0,-15-46 0,17 46-6784,-15-43 6784,19 45 0,-20-44 0,29 51 0,-11-19 0,12 20 0,-1-9 0,2 5 0,6-24 0,-1 22 0,10-28 0,-6 30 0,10-24 0,-7 24 0,8-15 0,-8 19 6784,9-9-6784,-11 14 0,31-39 0,-25 34 0,23-30 0,-29 37 0,29-30 0,-20 22 0,26-26 0,-26 30-6784,28-28 6784,-23 24 0,43-39 0,-43 40 0,34-23 0,-33 26 0,32-14 0,-20 9 6784,32-9-6784,-35 12 0,45-5 0,-48 16 0,52-6 0,-49 11 0,35-5 0,-39 3 0,26 1 0,-30 0 0,12 2 0,-13 0 0,71 8 0,-53-4 0,11 2 0,-4 0 0,-23-1 0,41 13-6784,-33-11 6784,24 11 0,-35-13 0,19 14 0,-16-10 0,21 16 0,-33-15 0,15 15 6784,-15-12-6784,13 17 0,-18-16 0,11 22 0,-14-15 0,6 44 0,-9-31 0,0 48 0,-2-44 0,-2 35 0,1-36 0,-3 44 0,0-33 0,0 4 0,-1 0 0,-1-5 0,-4 29 0,6-53 0,-1 10 0,1-15 0,-5 20 0,-1-5 0,-25 41 0,18-38 0,-33 30 0,32-49 0,-10 7 0,13-14 0,-4 3 0,5-3 0,-21 15 0,19-16 0,-22 17 0,21-18 0,-21 14 0,18-14 0,-14 8 0,15-9 0,-24 5 0,15-2 0,-39 7 0,38-8 0,-39 9 0,45-12 0,-41 12 0,39-9 0,-28 6 0,30-8 0,-18 3 0,26-7 0,-10 3 0,8-5 0,1 1 0,0 0 0,6 0 0,8-2 0,0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2:18.58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6348 1671 24575,'-1'-2'0,"-1"0"0,-2 2 0,-1 0 0,-1 0 0,-8 2 0,-10 1 0,-18 5 0,-23 1 0,9 0 0,-23 3 0,-6 0-962,36-5 1,-1-1 961,-15 2 0,-9 0 0,9-2 0,15-2 0,-4 0 0,-23-2 0,-22-1 0,-10 1 0,4-2 0,19 1 0,-6-1 0,0 1 0,13 0 0,-12-1 0,-6 1 0,4 1 0,11 0 0,4 1 0,9 1 0,0 1 0,1 1 0,0 1 0,0 0 0,-6-2 0,0 1 0,1 0 0,-27 5 0,13-2 0,17-2 0,-15 0 0,-2 0 0,9-2 0,4 1 0,4-1 0,22-5 0,-42 5-6147,-7-4 6147,4 1 0,1 1-2056,26 2 1,3 1 2055,-7 2 300,-8 0 1,6 1-301,33-3 0,-14 3 0,18-4 4408,14-2-4408,-13 2 0,-13 1 0,-5 1 6592,-40 1-6592,29-2 0,-9 0 0,7-2 0,9-1 0,1-2-215,-27 0 0,5 0 215,9-1 0,-25 2 0,-4 1 0,3 3-3225,9-1 1,6 2 3224,23 1-4313,-1 0 4313,27-3-40,-32 3 40,-10 2 0,17-3 0,-1-1 0,-27 5 0,23-7 0,4-1 450,9-1-450,-5-2 0,0-2 4516,7-1-4516,-45-6 6754,61 5-6754,-29-6 92,37 7-92,-12-4 0,22 4 0,2-3 0,8 3 0,2-19 0,4 6 0,23-70 0,-7 40-472,7-18 0,1-2 472,2 8 0,-4 3 0,0 0 0,2-3 0,2-29 0,-1-3 0,-8 12 0,-6 12 0,1-12 0,-6 14 0,-7 3 0,1-35 0,-5 57 0,0-24 0,0 23 0,0-24 0,0 39 0,4-24 0,-3 31 944,7-25-944,-6 32 0,5-12 0,-4 13 0,3-7 0,-3 4 0,6-11 0,-2 7 0,15-25 0,-11 22 0,15-14 0,-14 25 0,9-8 0,0 9 0,-2-2 0,6 3 0,57 1 0,-40 3 0,24-3 0,1 0 0,-24 1 0,17-1 0,4-1 0,3 0 0,7 2 0,16 0 0,-6 1 0,-11 1 0,-1 1-2262,3-1 1,5 0 0,-8 0 2261,-14 2 0,-5-1 0,4 1 0,1-2-629,-2 0 1,3-1 628,37-7 0,2-1-2061,-31 7 1,-1-1 2060,17-8 0,-3-1 0,-30 9 0,6 0-551,18-2 0,21-1 0,9-1 0,-2 0 0,-14 2 551,-8 1 0,-8 1 0,13 0 0,-5 0 0,14 0 0,10 0 0,1 0 0,-3 0 0,-11 1 0,-15 1 0,21 1 0,-7 1 331,-10 1 1,11 0 0,-3 0 0,-16 0-332,-14 1 0,-2 0-67,15 1 0,9 0 0,-9 0 67,-17 0 0,1-1 0,20 2 0,11 0 0,-13 0 0,21-1 0,-24-1 0,9 0 0,-10 0 0,14-1 1320,7-1 0,-4-1-1320,-25 0 942,1 0 0,-4 0-942,-23 0 0,46-2 0,-30 4 0,6-2 0,2 1 0,8 1 0,-4-1 0,-4 1 1505,-12 1-1505,51 2 0,-43-1 5750,22 1-5750,9-2-318,-20 3 1,3 0 317,-8-2 0,3 0 0,6 2 0,5 1 0,-10 0 0,21 0-189,-11-1 0,-5 1 189,-26-1 0,35 2 0,-40-3 519,15 1-519,-35-1 0,-8 0 0,-7 0 1985,-4 1-1985,-2 2 521,2 1-521,-6 7 0,5-2 0,-14 36-6784,10-20 6784,-11 21-177,11-17 177,-23 64 0,15-39-491,-7 18 0,-2 2 491,3 4 0,0 8 0,-5 21 0,4-13 0,8-28 0,1 0 0,-6 19 0,-2 10 0,5-17 0,3-1 0,4-3 0,1 2 0,2-4 0,1 0 0,2 1 0,-2-6 0,1-10 0,3-39 0,0 2 6210,-2-18-6210,-1 1 244,-3-5-244,-1-2-5295,-31-11 5295,15 6 0,-23-8 0,21 10 0,-28-8 0,5 2 0,-47-11-648,24 6 648,8 0 0,-2 0 0,-15-6 0,9 2 0,0 0 0,-8-1 0,8 8 0,-14 0 0,11 1 0,-24-3 0,17 7 0,-21 1 0,-3 1 0,17 1 1190,11 2 0,0 2-1190,-11 1 0,-15 1 0,-2 1 0,12 0-1402,21-2 1,8 1 0,-10 1 1401,-8 2 0,-11 3 0,-6 1 0,2 0 0,7-2-859,6-3 0,6-1 0,-1 0 0,-5 1 859,-7 3 0,-9 1 0,-1 1 0,5-1 0,13-2 0,-23 0 0,13-2 0,16 3 0,-1-1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3:02.60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3221 2061 24575,'-4'0'0,"-1"2"0,-3-2 0,0 4 0,-6-4 0,1 4 0,-7-2 0,0 3 0,-32 1 0,3 1 0,-4-1 0,-42 7-1142,15-3 0,1-2 1142,-4 0 0,5-2 0,-1-2 0,-3-3 0,12 0 0,-13 0 0,5-1 0,4-1 0,-2-1 0,-2 0 0,-8 0 0,-1-2 0,-3-4 0,-2-2 0,8 1 0,2 0 0,0 0 0,4 0 0,-6-2 0,14 3 0,-12-3 0,-2 4 0,-2 0 0,-5-4 0,24 0 0,-9-3 0,10 1 0,-14-7 0,10-1 0,6-1 546,24 5-546,-31-25 0,31 16 0,-25-31 0,37 30 0,-20-42 0,33 43 1738,-14-40-1738,26 38 0,5-32 0,5 23 0,16-43 0,-7 33-3392,5-5 0,2 1 3392,-2-2-412,14-14 1,2 0 411,-6 7 0,9-4 0,1 1 0,-4 13 0,-4 12 0,6-3 0,10-1 0,3 1 0,-5 5 0,0 1-381,8-6 0,3 1 381,3 5 0,-2 3 0,11-7 0,-1 6 0,-1 3 0,2-1 1893,19 2 1,7 0-1894,-35 9 0,-1 0 0,4 1 0,4-2 0,-5 3 0,-1 0 0,0 0 0,4 1 0,6-2 0,-7 4 0,-11 5 0,1 1 0,20-4 0,10 0 0,-11 3 0,25 6 88,-21 2 0,-3 1-88,-2 4 0,3 3 0,-35 2 0,43 6 0,-35 0-4648,44 15 4648,-60-9 1590,26 26-1590,-41-23 680,11 17-680,-19-17 0,11 43 0,-2 16 5806,3 8-5806,-14-42 0,-2 5 0,0 21 0,0 9 0,0-7 0,0-16 0,1 1 0,1 29 0,2 13 0,1-8 0,5-8 0,1-8 0,-5-13 0,0-2 0,2 4 0,-3-9 0,-6-19 0,-5-17 0,-2 21 0,-2-23 0,-16 28 0,1-26 0,-21 24 978,15-23-978,-22 23-6784,24-24 6784,-12 12 0,13-13 0,-58 37 0,38-29 0,-5 3 0,3-4 0,16-15 0,-17 8 0,-3-1 0,-28 7 0,13 1 0,-25 7 0,46-15 6784,-44 16-6784,52-22 0,-14 7 0,-1 0 0,13-8 0,-33 20 0,46-25 0,-1 4 0,14-9 0,2 1 0,3-3 0,7-2 0,-2-2 0,7-4 0,2-2-6784,5-1 6784,32-23 0,-7 5 0,32-14 0,0-2 0,-25 14 0,4 1 0,-1 1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3:03.56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4 202 24575,'-3'0'0,"2"-1"0,3 0 0,6-2 0,4 2 0,6-3 0,15 4 0,34-5-6784,4 5 6784,12-3 0,8 3-757,-20 1 1,25 2 0,14 0 0,3 0 0,-5 1 0,-18-2 756,2 1 0,-12-1 0,16 1-338,-21-1 1,12 1 0,10 0 0,6-1 0,1 1 0,-1 0 0,-7-1 0,-8 1 0,-15-2 337,21 2 0,-16-1 0,9-1-339,-10-1 1,8 0 0,5 0 0,0-1 0,-2 0 0,-8-1 338,5 0 0,-6-1 0,-1-1 0,5 0 54,6-2 0,5-1 0,2-1 0,-4 0 0,-8 0-54,5-1 0,-8 0 0,5-1 209,1-3 1,7-2-1,-4 0 1,-12 1-210,-5 0 0,-4 1 593,8-1 1,7 0-1,-13 3-593,21-4 1707,-38 9 1,-6 1-1708,-9 2 4191,0 1-4191,-25 2 927,1 0 1,-13 0 0,-1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3:25.54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1095 24575,'12'-6'0,"-6"1"0,10-1 0,-9 1 0,12-1 0,-8 2 0,8-2 0,33-10 0,-17 7 0,13-3 0,4 1 0,13 4-657,-2-4 1,3 1 656,22-2-1288,10 1 1,2-2 1287,-43 4 0,2-1 0,15-1 0,9-1 0,-7 0 0,-13 3 0,5-4 0,4-2 0,16-4 0,7-3 0,-3 1 0,-13 3 0,-10 3 0,-8 2 0,9-3-757,4-2 1,14-4 0,5-3-1,0 1 1,-8 1 0,-15 3 756,15-6 0,-7-1 0,-12 5 0,7-2 0,2-2 0,-3-1-836,17-12 0,-1-2 1,-4 3 835,-13 9 0,-3 2 0,4-3-231,3-5 0,5-4 0,-3 2 0,-12 7 231,-6 7 0,-8 3 0,4-7 0,-10 4 0,-25 16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3:26.54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1 274 22714,'17'-11'0,"3"2"0,-9 5 0,4 0 0,5 2 0,-4-2 908,16 1-908,22-4 313,-4 1-313,9-1 0,3 1 0,11-2 0,-6 1 0,12-1 0,-10 1-3261,18 1 3261,-9-1 0,22-2 0,3-1 0,-19 3 0,-19 5 0,-1-1 0,10-2 0,14-3 0,0 1 0,-16 1-2613,-11 3 1,-5 1 2612,15-3 0,-1 0 0,21-2-941,-18 1 1,20-3 0,1 1 0,-17 1 940,-16 1 0,0 0-147,17-1 0,17-1 0,-6 0 0,-27 2 147,-26 1 1445,17 0-1445,-36 3 0,-2-2 0,-11 4 0,-4-1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3:27.62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 24575,'5'3'0,"3"3"0,4 0 0,3 3 0,5-1 0,13 8 0,-6-6 0,26 16 0,15 1 0,18 7 0,-9-3-888,-21-8 0,5 1 888,7 1 0,17 5 0,6 3 0,-3-3 0,-13-6-1574,9 0 0,0-2 1574,-4 1 0,11 3 0,1 0 0,-10-4 0,12 0 0,0 0 0,-23-4 0,7 2 0,0 0 0,-10-2 0,6 2 0,-1 0 0,6 1 0,7 1 0,-10 0-432,-20-4 1,0 2 431,12 3 0,14 4 0,0 0 0,-14-3-935,-9-2 1,0 0 934,32 11 0,13 5 0,-19-8 0,-7-1 0,5 0 0,7 0 0,-18-7 0,0 0 0,15 5 0,-1-1 201,-19-6 1,-5-2-202,-9-2 0,-6-2 3041,1 1-3041,2-2 0,-34-11 0,-4-1 0,-18-9 0,-7 0 0,0-1 0,-7-4 956,-1-1-956,-55-27 0,26 13 0,-19-7 0,46 25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3:28.60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0 24575,'2'4'0,"0"-1"0,1 2 0,3 1 0,2 4 0,1 2-9831,11 5 8341,-6 1-665,21 7 2155,-9-3 901,33 22 1,16 9-902,-20-14 0,1 0 0,2 2 0,3 4 0,2 0 0,6 4-632,8 4 1,8 5-1,0-1 1,-8-6 631,-12-9 0,-5-4 0,6 3 0,2 1 0,9 6 0,2 1 0,-2-3 0,-8-4 317,0-2 0,-7-4 0,7 3-317,12 4 0,9 3 0,2 0 0,-5-3 0,-17-8 0,-2-3 0,-1 0 0,4 0 0,12 3 0,5 1 0,-1-1 0,-4-1 0,1 1 0,-3-2 0,-3-2 0,-5-7 0,-2-2 0,-11-4 3425,21 7-3425,-28-11 0,-5-2 0,-11-3 106,15 1 0,-37-7 1,4 1-1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1:56.16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1714 24575,'3'0'0,"1"-2"0,3 0 0,-4-1 0,8-2 0,-8 2 0,8-3 0,13-4 0,-8 3 0,33-4 0,-27 6 0,12 0 0,-10 3 0,-7 2 0,15-2 0,49 1 0,8-1 0,-7-1-3392,12 2 0,-8 0 3392,-44-1-4537,-12 1 4537,-2-3-3034,26 3 3034,4-4-2029,34 2 2029,-2-1 839,-28 3 0,-1 0-839,17 4 1430,-21-2 1,-5 0-1431,-11 2 4276,18 0-4276,-22-3 0,31 2 0,4 2 6396,-7 0-6396,27 3 0,-2 1 0,-39-4 264,7 2 1,2-1-265,0-1 0,-9 1 0,1 0 0,10-1 0,-12 0 0,0-1 0,5 0-3286,3-1 1,0-1 3285,0 2-404,16-2 1,2 0 403,-8-1 0,9 2 0,-2 1 0,-14-3 0,-1 0 0,2 0 0,28 0 0,5-3 0,-3 3 0,-48 0 0,12 2 0,4-1 0,36-1 0,-39 2 0,2-1-29,5-1 0,-6 0 29,2 0 6142,12 0-6142,-19 0 1202,-27 0-1202,19 0 0,15 0 0,2 0-392,0 0 392,16-1 0,-3 0 0,-29-2 720,33-2-720,-42-1 0,26-2 0,-36 4 0,19-6 0,-21 9 408,30-9-408,-30 7 0,19-4 0,-34 3 0,7 0 0,-8 0 0,5-3 0,-8 3 0,-2-1 0,-3 1 0,-1-5 0,-2-10 0,-2-5 0,-2-23 0,-6-25 0,5 5 0,-5-16 0,-1-2 0,1 3-572,-1-4 0,1 2 572,5 16 0,-1 0 0,0-2 0,0-11 0,-3 10 0,0 3 0,0-1-166,2 9 0,-1 4 166,2 11 0,-8-42 0,6 63 0,-2-14 0,5 26 1124,-1-2-1124,4 11 352,-1-2-352,2 3 0,-6 0 0,3 2 0,-23 9 0,10-3 0,-23 11 0,17-9 0,-39 13 0,19-11 0,-50 7 0,41-6 0,-17-3 0,-2-2 0,4 0-443,-6 1 1,0-1 442,9-2 0,8 0 0,-4 0 0,1 0 0,-1 0-1209,-8-1 1,-5 0 1208,-16 2 0,-7-1 0,15-1 0,-4 0 0,5-1 0,-2 0 0,-3-1-802,7-2 0,-12 0 0,0-2 0,15 0 802,6-2 0,3-1 0,-11 0 0,-9 0 0,12 0-239,22 1 1,4 0 238,-10 0 0,4-1 0,-9-1 0,7 1 0,-2-1 0,-19 0 0,16-1 0,3 1 0,1 1 610,-12-3-610,49 4 1984,-19-1-1984,22 3 3694,-18-4-3694,23 5 699,-15-4-699,15 4 0,-24-4 0,4 0 0,-47-7 0,32 6 0,-2 1 0,1 2 0,13 1-6784,-25-2 6784,29 2 0,-13-3 0,-13-1 0,4-2 0,-2-1-292,-28-5 292,23 5 0,5 0 0,9 2 0,-10 0 0,40 2 6640,-17 2-6640,24 0 0,-7 1 0,14 2 436,-1 0-436,1 2 0,1 0 0,1 2 0,-3-1 0,3 1 0,-4 1 0,-14 16 0,10-10 0,-18 18 0,18-17 0,-15 21 0,13-8 0,-19 29 0,12 27 0,3 27 0,4 0 0,8-32 0,2 1 0,2 0 0,-3 1-828,-5 8 0,-3 2 0,1-2 0,5-5 828,8 4 0,3-6 0,0-18-5687,-2-15 5687,-4-19 0,4 28 0,-3-38 0,-1 16 0,0-23 2215,-2 5-2215,2-10 6784,-2 4-6784,2-2 0,-2 0 0,2-1 0,-1-2 0,1 1 0,-2-1 0,2 1 0,0-2 0,0-1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1:58.20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15 0 24575,'-4'4'0,"2"-1"0,-1 1 0,3 1 0,-4 0 0,4 1 0,-2 1 0,2 2 0,0 1 0,6 7 0,-3-6 0,6 5 0,-5-9 0,9 7 0,4 1 0,43 19 0,-21-13 0,50 12 0,-50-22 0,31 3 0,-31-8 0,25 0 0,-26-5 0,30-6 0,-46 1 0,11-8 0,-29 6 0,0-8 0,-3 5 0,-2-7 0,-1 9 0,-5-6 0,3 7 0,-1-2 0,0 4 0,3 0 0,-4 1 0,3-2 0,-1 3 0,1-1 0,-1 3 0,2-3 0,1 2 0,1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1:58.95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 24575,'11'2'0,"-2"0"0,-3-2 0,-3 0 0,-1 0 0,-1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2:00.91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5 616 24575,'0'-5'0,"0"1"0,0-3 0,0 1 0,0 0 0,0-1 0,0 3 0,0-3 0,0-12 0,0 6 0,0-9 0,0 10 0,0-5 0,-2 3 0,2-23 0,-2 18 0,2-23 0,0 24 0,0-15 0,0 18 0,0-15 0,0 6 0,0-20 0,0 16 0,7-22 0,-4 34 0,10-16 0,-7 21 0,7-9 0,-5 12 0,13-11 0,-11 14 0,9-5 0,-11 7 0,7 0 0,-5 1 0,9 0 0,-10 0 0,3 2 0,-7 0 0,8 2 0,-9 0 0,7-1 0,-9 2 0,1 3 0,3 0 0,1 11 0,0-7 0,5 25 0,-7-23 0,5 30 0,-6-29 0,-2 10 0,-13 9 0,-16-19 0,7 16 0,-6-24 0,23-3 0,-1-2 0,1 0 0,0 0 0,-1 0 0,2-2 0,-1 2 0,1-2 0,-1 2 0,-1 0 0,1 0 0,-1 0 0,2 0 0,1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2:02.212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 24575,'3'3'0,"1"0"0,-1 1 0,1-1 0,-1 1 0,4 1 0,7 3 0,-2-1 0,10 1 0,-13-5 0,10 2 0,0-3 0,0 0 0,23-2 0,-22 0 0,30-4 0,-31 1 0,10-1 0,-15-2 0,21-9 0,-21 6 0,17-6 0,-31 13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2:02.99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 24575,'12'10'0,"3"-3"0,-4 3 0,6-3 0,4 4 0,0-2 0,5-2 0,14 7 0,22 0 0,-2 0 0,4-1-558,21 0 558,-19-2 0,-5-2 0,-14-6 0,41 5 0,-41-5 67,5-1 0,-1-1-67,-15-3 0,31-2 0,-53-1 0,10-5 0,-16 6 420,7-8-420,-11 7 4,4-6-4,-4 6 0,3-4 0,-4 6 0,2-5 0,-3 6 0,0-1 0,-2 1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3:21.03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1088 1 24575,'-1'5'0,"-3"0"0,0 5 0,-4 0 0,-1 7 0,-2-1 0,-3 5 0,-23 25 0,5-7 0,-4 3 0,-2 2-873,-10 10 873,-6-2 0,-2 0 0,0-1 0,-19 8 0,-2 0 0,8-11-581,2-3 0,2-2 581,8-10 0,-20 10 0,45-26 0,-10 8 821,30-16-821,-9 5 0,17-7 0,-6-2 1214,10-5-1214,0-6 0,2-4 0,0 1 0,3-14 0,-1 10 0,6-15 0,-5 13 0,11-20 0,-7 14 0,11-19 0,-9 18 0,11-20 0,-11 25 0,8-19 0,-13 27 0,13-23 0,-14 22 0,11-16 0,-13 22 0,-1 0 0,-3 4 0,-7 9 0,1 0 0,-6 2 0,-6 5 0,2-2 0,-20 14 0,15-10 0,-25 20 0,8 7-6784,14-16 6784,2 4 0,30-33 0,4 0 0,10 0 0,15 0 0,-4 0 0,24 0 0,-33 0 6784,32 3-6784,-9-3 0,49 8 0,-31-7 0,-12 2 0,-3-1 0,-17-2 0,18 0 0,-35 2 0,1-2 0,-14 2 0,1-2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3:23.41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852 0 24575,'-8'17'0,"-4"-2"0,5-2 0,-3-3 0,-9 14 0,-17 13 0,5-4 0,-19 12 0,28-22 0,-33 27 0,16-13 0,-25 29 0,24-28 0,-3 10 0,-9 11 0,8-8 0,-7 5-424,-15 18 1,5-5 423,35-38 0,-7 8 0,11-11 0,-2 0 0,14-16 0,-1 2 0,4-8 0,0 2 0,6-12 847,1-2-847,0-3 0,0-12 0,0 6 0,0-16 0,0 15 0,0-27 0,0 19 0,2-27 0,-2 28 0,7-26 0,-3 21 0,3-7 0,-4 16 0,6-6 0,-7 12 0,11-14 0,-12 20 0,5-2 0,-5 6 0,0 1 0,1 0 0,-2 4 0,2 2 0,-2 6 0,0 2 0,0 1 0,-3 23 0,0-14 0,-5 65 0,5-52 0,-4 55-6784,4-59 6784,-2 9 0,3-16 0,-6 18 0,6-20 0,-4 17 0,8-35 0,0 1 0,5-7 0,10-7 6784,2 0-6784,46-25 0,-14 13 0,18-15 0,-17 15 0,-7 2 0,-8 5 0,29-6 0,2-1 0,-22 6 0,20-5 0,-7 1 0,-39 14 0,12-5 0,-22 7 0,3-1 0,-11 4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7:24.14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921 1101 24575,'-44'3'0,"-4"-3"0,-38 6-9831,-8-1 8341,-4 2 1490,10-3 2818,47-2-2818,-28 1 1719,29-2-1719,-10-3 0,0 0 0,6-2 0,-39-9 0,58 5 0,-6-2 0,17 4 0,6-3 0,0 4 0,10-26 0,-1 17 0,5-19 0,-2 19 0,-2-12 6784,0 6-6784,2-14 0,-2 15 0,7-16 0,-4 14 0,13-29 0,1-4 0,-3 16 0,6-17 0,1 3 0,-8 26 0,8-11 0,-8 13 0,16-14 0,4-1 0,-4 4 0,22-15 0,4 2 0,-16 22 0,11 0 0,3 1-556,11 3 556,-6 7 0,2 1-1252,24-4 1252,-5 7 0,2-1 0,16-3 0,-10 6 0,0 0 0,10-2 0,-17 4 0,14 0 0,-12 1 0,-32 3 0,3-1-839,26-1 1,20-3-1,-1 1 1,-21 2 838,15 2 0,-17-1 0,13-1 0,-13 2-773,18 6 773,-36-1 0,-1 1 0,-6 2 0,-1 2 94,2 6 1,-4 2-95,9 4 989,4 22-989,-47-20 3443,6 48-3443,-15-20 0,0 7 0,-2 2 1018,-6 3-1018,-2-2 0,-2-2 296,-7-5-296,-13 6 0,-5-2 0,-5-7 0,-3-6 0,-1-4 0,-2-11 0,-37 21 0,35-26 0,-37 18 0,14-17 0,8-8 0,-2-1 0,-23 3-240,21-7 0,5-1 240,5 2 0,1-8 0,-2 0 0,-4 4 0,-2-6 0,-1-1 0,6-1-3313,-5-3 1,3-1 3312,12 0 0,-53-10 0,40 4 0,4-2 0,7 2 0,27 5 321,9 4-321,-8-2 6784,13 2-6784,-3 0 0,6 1 0,-1 1 0,2 1 0,-1 0 0,3 1 0,-3-1 0,2 0 0,0-1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7:31.48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3355 1691 24575,'-5'0'0,"-5"2"0,3-1 0,-7 0 0,8-1 0,-4 0 0,-8 0 0,8-1 0,-14 0 0,15-2 0,-13 3 0,10-4 0,-9 4 0,10-2 0,-5 2 0,10 0 0,-4-2 0,6 2 0,-1-2 0,2 2 0,-2 0 0,1 0 0,-1 0 0,-1 0 0,2 0 0,-1 2 0,0-2 0,-2 2 0,-1-2 0,-17 2 0,16-2 0,-21 2 0,23-2 0,-10 2 0,8-2 0,-6 2 0,8-2 0,-7 1 0,8 0 0,-7 2 0,4-3 0,-6 3 0,8-1 0,-8 1 0,8-1 0,-7 1 0,6-1 0,-13 4 0,7-4 0,-8 3 0,13-5 0,-1 4 0,3-4 0,-2 3 0,-2-2 0,-19 4 0,11-4 0,-28 4 0,29-4 0,-36 3 0,29-1 0,-32 4 0,33-4 0,-30 3 0,29-6 0,-46 4 0,37-3 0,-37 1 0,41-2 0,-29 0 0,33 0 0,-30 0 0,32 0 0,-36-2 0,16 1 0,-44-3 0,39 3 0,-22-3 0,43 1 0,-55-6 0,45 3 0,-32-3 0,45 4 0,-13-1 0,-3 0 0,-1 2 0,-13-3 0,-4-2 0,-20-6 0,24 6 0,3 0 0,-4-6 0,40 13 0,1-2 0,-24-2 0,19 1 0,-24-3 0,29 4 0,-26-5 0,20 4 0,-29-8 0,24 6 0,-26-8 0,25 5 0,-55-19-6784,50 17 6784,-34-15 0,48 18 0,-23-10 0,-2-4 0,-14-5 0,-5-9 0,-8-8 0,23 15 6784,-13-20-6784,46 34 0,-10-21 0,21 20 0,-7-27 0,9 14-6784,8-53 6784,0 40-46,7-9 0,3 1 46,-1 14 0,7-9 0,2 0 0,0 6 0,32-35 0,-27 42 0,29-19 0,-27 26 0,36-21 0,4-1 0,-20 12-560,15-6 1,19-10 0,-17 10 559,-8 10 0,23-12 0,-1 2 5760,-24 16-5760,4 7 0,15 0 0,-8 2 0,-17 6 0,1 1-681,27-2 1,13-1-1,-12 4 681,-30 6 0,-1 2 0,16 1 0,8 2 0,-7 0 0,-14 0 0,0 0-528,11 2 1,7 0 0,-7 1 527,-12 0 0,-1 1 0,17 2 0,8 1 0,-7 1 0,-12 1 0,0 2 0,13 2 0,8 2 0,-11-2 0,24 9 0,-19-1 0,-4-1 1676,-9-5-1676,-5 3 0,0 2 0,15 9 0,17 15 0,-39-17 131,-19-2-131,-25-16 2191,-11 44-2191,-2-27 0,-16 46 0,-4 7-4623,-3-14 4623,2 3 0,-1 0 0,0-7-654,-10 11 1,-2 4 653,17-35 0,1 0-242,-22 37 0,2-6 242,13-29 0,-26 31 0,40-53 5769,-45 45-5769,47-56 2248,-12 12-2248,17-18 817,1-3-817,-6 3 0,-15-1 0,12 0 0,-21-2 0,23 1 0,-10-4 0,13 4 0,-4-2 0,7 2 0,-6 0 0,9-2 0,1-1 0,5-1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7:38.26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0 596 20444,'13'-25'0,"8"-7"1949,-8 10-1949,10-11 700,-9 11-700,12-9 360,-10 11-360,20-17 1122,-8 12-1122,45-31 0,-31 31 0,8-2 0,-1 2 0,-4 6 0,46-11 0,-46 12 0,28 0 0,-30 9 0,10-1 0,4 1 0,29-6 0,-28 4 0,0 1 0,-5-1 0,-5 1 0,5 1 0,30-4 0,-43 9 0,23-4 0,-27 2 0,-2 2 0,4 2 0,-9 2 0,4 0 0,-12 0 0,-15 0 0,1 0 0,-5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7:38.85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299 0 24575,'4'3'0,"-1"1"0,2-1 0,1 1 0,12 8 0,-2-3 0,11 8 0,-10-9 0,11 6 0,-15-9 0,15 8 0,-20-9 0,16 14 0,-18-10 0,12 21 0,-14-14 0,0 13 0,-2-7 0,-9 53 0,2-25 0,-12 19 0,-3 0 0,4-17 0,-8 0 0,-1-3 0,6-20 0,-34 37 0,21-28 0,-27 24 0,26-26 0,-20 14 0,26-26 0,-16 16 0,23-23 0,-16 17 0,21-21 0,-7 7 0,20-15 0,1-2 0,1-1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7:47.67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5 1 24575,'-2'11'0,"1"8"0,-1 11 0,2 42 0,0 16-2944,0 3 2944,1-15 0,1 0-1729,2 15 1729,0-17 0,0 12 0,1-9 0,1-15 0,0 0 0,3 14 0,0 9 0,1-10 0,-2-22 0,1 1 0,6 38 0,2 16 0,-2-16 0,-7-35 0,0 1 0,6 17 0,4 17 0,0-2 0,-3-19 0,4 11 0,5 5 0,0-6 1057,-9-37-1057,12 16 0,-18-34 0,9 7 1361,-15-20-1361,3 1 2255,-5-8-2255,2 4 0,-3-6 0,2 1 0,-2-3 0,1-1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7:48.452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1 599 24575,'3'-3'0,"2"-1"0,3 0 0,0-1 0,11-2 0,-9-1 0,20-2 0,20-8 0,0 5 0,6-1 0,3-1-1661,21 0 1661,1-2 0,4-1-2029,-31 9 1,5 0 2028,8-2 0,17-3 0,7-2 0,-2 1 0,-13 2 0,-6 3 0,-8 0 0,12 0 0,10-2 0,16-2 0,8-1 0,0 0 0,-9 2 0,-16 1 0,-12 3 0,-11 1 0,8-1 0,12 0 0,12-1 0,5-1 0,-4 1 0,-12 1 0,-8 0 0,-9 2 0,5-2 0,7 1 0,6-1 0,-1 0 0,-7 2-779,19-4 1,-4 2 778,-19 1 0,2 0 0,-9 2 0,25-2 0,-26 0 0,-4 0 0,-14 2 864,16-14-864,-39 13 1062,4-7 1,-23 12-1,-2 1 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7:50.36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20 1 24575,'-2'5'0,"2"3"0,-2 0 0,2 1 0,-2 1 0,2-2 0,-2 4 0,2-4 0,-2 8 0,2 4 0,-2-3 0,0 9 0,2-15 0,-2 7 0,2-9 0,-2 2 0,2-5 0,-2 10 0,2-2 0,2-1 0,-2 17 0,4-7 0,-4 9 0,4-4 0,-4-2 0,4 10 0,-4-7 0,2-1 0,-2-17 0,0 5 0,0-3 0,2 8 0,-2-8 0,2 3 0,-2-6 0,0 3 0,0 1 0,0 16 0,0-12 0,0 18 0,0-19 0,2 10 0,0-11 0,4 14 0,-4-10 0,4 13 0,-6-14 0,2 13 0,-2-9 0,2 10 0,-2-12 0,6 7 0,-6-15 0,6 6 0,-5-16 0,1-3 0,0-3 0,-2-3 0,0-4 0,0-2 0,0 5 0,0-1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7:52.54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855 1580 24575,'3'1'0,"1"1"0,1 0 0,-1-2 0,3 2 0,-2-1 0,3 0 0,10 1 0,8 0 0,15-1 0,4 1 0,18-2 0,-18 0 0,9-3 0,5-1 0,30-9 0,-21 3 0,6-3 0,17-11 0,-4-3-739,-31 10 1,-2-2 738,37-14 0,-7-1 0,-25 1-185,-10 7 0,-3 0 185,-9-3 0,12-8 0,-17 5 0,4-17 0,-9 6 1449,-2-20-1449,-17 27 398,-1-23-398,-7-1 0,-7-16 0,-6 7-6784,-15-8 6784,10 38 0,-21-31 0,19 41 0,-26-35 0,18 28 0,-4-2 0,8 12 6784,10 14-6784,-10-7 0,-11-6 0,10 6 0,-22-7 0,23 12 0,-65-25 0,49 19 0,-11-3 0,0 1 0,19 7 0,-14-1 0,-2-1 0,3 1 0,-51-11 0,52 14 0,-32-2 0,34 9 0,-28-5-6784,35 8 6784,-11-5 0,13 3 0,-27 0 0,-2 2 0,5 1 0,0 2 0,-8 4 0,11-1 0,5 2 0,14 3 0,-31 7 0,36-7 0,-30 11 0,30-8 6784,-22 8-6784,23-8 0,-4 2 0,4 2 0,-18 16 0,4 0 0,-5 11 0,21-15 0,-2 27 0,15-26 0,-12 57 0,17-53 0,-4 32 0,5-7 0,4-15 0,-2 30 0,6-42 0,0 39 0,0-38 0,0 41 0,2-39 0,0 18 0,3-22 0,3 10 0,-3-19 0,4 11 0,2-7 0,3 9 0,0-10 0,16 26 0,-14-30 0,18 26 0,-15-27 0,21 21 0,-15-19-6784,35 21 6784,-35-26 0,37 11 0,-39-20 0,36 6 0,-33-11 0,27 4 0,-25-5 6784,4 0-6784,-8 0 0,3-4 0,-11 2 0,6-2 0,-13-1 0,7-1 0,-7 2 0,8-5 0,-13 7 0,16-10 0,-12 7 0,13-9 0,-12 11 0,3-3 0,-4 4 0,5-2 0,-4 2 0,5-1 0,-6 2 0,-2 0 0,5-1 0,-4 0 0,2 0 0,-4-1 0,-3 1 0,-4 0 0,2-1 0,-3 3 0,2-3 0,0 1 0,-1 0 0,0-1 0,0 1 0,-1-2 0,1-1 0,-1 1 0,-5-9 0,4 8 0,-7-10 0,8 11 0,-7-8 0,4 5 0,-3-4 0,3 5 0,-1 1 0,3 0 0,-1 1 0,3 0 0,1 3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7:53.17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 24575,'2'6'0,"1"1"0,1-2 0,0 3 0,5 3 0,-2 1 0,5 4 0,5 2 0,12 4 0,-8-6 0,6 4 0,-17-14 0,1 1 0,-6-5 0,2 2 0,-3-3 0,1 4 0,-4-3 0,2 1 0,-1 0 0,0 3 0,1-1 0,0 3 0,1 6 0,-1 3 0,0 2 0,-1 7 0,-2-12 0,-2 16 0,-5-8 0,-4 10 0,-1-10 0,-4 3 0,7-13 0,-6 7 0,9-10 0,-12 16 0,10-10 0,-10 9 0,12-10 0,-1 0 0,3-7 0,0 8 0,1-10 0,-1 8 0,2-9 0,1 3 0,1-4 0,0 1 0,0-2 0,0-1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7:55.48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9 0 24575,'0'1'0,"-2"2"0,2 7 0,-2 0 0,2 10 0,-2-4 0,2 7 0,-2 2 0,2-3-8503,0 24 8503,0-21 1719,0 24-1719,0-29 0,2 58 0,-1-46 0,2 44 0,-3-52 6784,2 15-6784,-2-6 0,7 35 0,-4-32 0,2 23 0,-3-42 0,0 19 0,0-16 0,1 21 0,1-19 0,0 35 0,1-20 0,6 46 0,-5-36 0,2 7 0,-3-23 0,0-2 0,-1-4 0,1 13 0,-3-6 0,4 23 0,-5-22 0,4 19 0,-4-35 0,2 14 0,-2-13 0,2 16 0,-3-10 0,6 24 0,-5-24 0,6 22 0,-6-25 0,6 22 0,-4-19 0,4 20 0,-1-23-6784,-1 25 6784,1-25 0,2 38 0,-2-28 0,2 29 0,-5-34 0,5 28 0,-5-27 6784,12 51-6784,-8-30 0,8 36 0,-8-40 0,6 31 0,-7-39 0,9 33 0,-8-37 0,11 36 0,-12-33 0,8 35 0,-9-43 0,0 14 0,2-10 0,-2 20 0,4-8 0,-5 13 0,-2-29 0,2 12 0,0 7-6784,8 38 6784,-6-31-24,0-1 0,-1-3 24,0-17 0,4 36 0,-3-37 0,3 16 0,-3 3 0,8 38 0,-9-30-121,3 2 0,0-2 121,-4-17 0,6 34 0,-1-16 0,0-10 0,1 12 6641,-1-2-6641,-4-28-6351,2 28 6351,-3-34 0,0 36 0,-1-32 0,0 29 0,0-29 0,-1 7 0,0-15 6784,0 13-6784,-1-14 0,2 18 0,-2-22 0,2 16 0,-2-19 0,3 16 0,-4-15 0,4 13 0,-4-13 0,4 22 0,-2-20 0,0 17 0,2-20 0,-4 3 0,4-2 0,-2 10 0,3 1 0,1 21 0,-1-20 0,2 23 0,-3-33 0,0 16 0,-2-22 0,0 7 0,-2-13 0,1 12 0,0-11 0,2 11 0,-3-9 0,4 5 0,-4-6 0,2 4 0,-2-4 0,1 6 0,0-4 0,2 3 0,-3-5 0,2 1 0,-2-4 0,1 0 0,-1 1 0,4-1 0,-3 2 0,1-1 0,0 1 0,-2-3 0,0-1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03.24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1 201 24575,'6'0'0,"3"0"0,-1 0 0,4 0 0,14 0 0,-5 0 0,11 0 0,24-2 0,-15-4 0,8 2 0,3 0 0,3-2 0,1-2 0,0 1 0,8 1 0,31-8 0,3-1 0,-22 6 0,7 0 0,18-3 0,-17 3 0,-4 1 0,-12 2 0,17-2 0,3 0 0,-16 2 0,-14 0 0,-1 2-619,20-3 1,11-1 0,-12 2 618,-24 3 0,-4 0-196,16 0 1,-4 0 195,14 0 0,10-2 0,-41 5 0,-3-3 0,-10 5 1817,-14 0-1817,-8 1 0,-1 3 0,-5 3 429,2 49-429,-3-14 0,4 21 0,0 4-1095,-1 4 1095,5 2 0,0 2 0,0 16-1120,-2-29 0,2 9 0,-1-3 1120,1 7 0,1 3 0,-1-4 0,1 10 0,0 0 0,0-10 0,3 3 0,1 0 0,-2 10 0,0 8 0,3-6 0,6 1 0,3-1 0,-6-13 0,0 3 0,1-2 0,0-8 0,0-2 0,2-1 0,9 28 0,-1-9 0,2 6 0,-7-27 0,-1-4 0,-8-10-5308,11 24 5308,-24-58 605,0 0-605,-2-7 2374,0 12-2374,-1-13 0,-2 9 0,-2-13 0,-4 15 0,2-13 0,-2 10 0,6-14 6784,-2 4-6784,-8 1 0,2 1 0,-2-2 0,-2-1 0,8-4 0,-31 2 0,21-3 0,-43 9 0,18-2 0,-41 8 0,21-4-467,4 0 0,-1 0 467,-12 2 0,6 1 0,-13 4 0,5-1 0,-2-2 0,0 0 0,3 0 0,-5 0 0,7-1 0,10-3 0,-4-1 0,-19 2 0,-19 1 0,0 0 0,17-4 0,19-4 0,1 0-1619,-17 4 0,-18 4 1,4-2-1,26-5 1619,12-7-4329,-2 2 4329,1-3-133,4 3 0,0-1 133,-6 0 405,-36 3-405,78-3 4399,-8 3-4399,17 0 0,0 0 0,8-3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5:34.4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5 24575,'-3'-4'0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36.11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288 30 24575,'-3'0'0,"0"0"0,2-2 0,-2 2 0,2-1 0,-2 1 0,0 0 0,1-1 0,0 0 0,0 0 0,1 0 0,-2 0 0,1 0 0,0 1 0,-1 0 0,-4 0 0,2 0 0,-6 0 0,4 0 0,-1 0 0,3 0 0,-8 0 0,7 0 0,-12 0 0,14 0 0,-9 0 0,9 0 0,-7 0 0,7 0 0,-7 1 0,7 0 0,-5 0 0,4 0 0,-7 0 0,7 1 0,-6 0 0,8-1 0,-4 0 0,4-1 0,-3 2 0,3-2 0,-2 2 0,2-1 0,-3 1 0,3 0 0,-1-1 0,1 2 0,0-1 0,0 0 0,0 1 0,1 0 0,0 0 0,1 0 0,-1-1 0,1 1 0,-1 1 0,1-1 0,0 3 0,-1-3 0,-1 4 0,2-3 0,-1 2 0,1-4 0,1 2 0,-1-1 0,1 0 0,0 1 0,0-1 0,0-1 0,0 1 0,0 1 0,0-1 0,0 3 0,0-2 0,0 1 0,0-1 0,-2 0 0,2-1 0,-1 1 0,1-1 0,1-1 0,-1 0 0,1 0 0,1 0 0,-2 0 0,1 0 0,1 0 0,-1 1 0,2 0 0,2 1 0,0-1 0,-1 1 0,3-1 0,-5 0 0,4 0 0,-3-1 0,-1 0 0,1-2 0,-1 3 0,0-3 0,3 4 0,-2-3 0,4 2 0,-5-2 0,6 1 0,-6-1 0,7 2 0,-5-3 0,2 1 0,-4 0 0,5 0 0,-5 0 0,8 0 0,-6 0 0,6 1 0,-6-2 0,6 2 0,-7-2 0,6 0 0,-5 0 0,5 1 0,-1-1 0,1 1 0,-1-1 0,-2 0 0,-3 0 0,7-1 0,-4 1 0,4-2 0,-5 1 0,3 1 0,-4-2 0,7 1 0,-7 1 0,3-2 0,-5 1 0,1 1 0,0-1 0,0-2 0,-1 1 0,3-3 0,-3 3 0,7-6 0,-4 5 0,4-5 0,-4 3 0,0-2 0,-2 2 0,3-5 0,-3 7 0,2-7 0,-3 7 0,2-7 0,-2 5 0,-1 0 0,1 1 0,-2 1 0,0 0 0,0 0 0,0 0 0,0 0 0,0 0 0,0 1 0,0-1 0,0 0 0,0 0 0,0 0 0,0 0 0,0 0 0,-2-1 0,2 1 0,-3-1 0,2 1 0,-2-2 0,0 1 0,0-1 0,2 2 0,-5-3 0,5 3 0,-4-2 0,0-1 0,-2 2 0,0-2 0,-1 1 0,4 4 0,-3-3 0,3 3 0,0-1 0,1 0 0,0 1 0,2 0 0,-4 0 0,2 1 0,-4-2 0,4 1 0,-5 1 0,3-2 0,-5 1 0,4 1 0,-4-1 0,5 1 0,-4 0 0,6 0 0,-6-2 0,4 2 0,-6-2 0,5 2 0,-3 0 0,6 0 0,-3 0 0,3 0 0,-3 0 0,3 0 0,-3 0 0,3 2 0,-2-2 0,2 1 0,-1 0 0,1 0 0,0 0 0,0-1 0,1 1 0,0 0 0,1 1 0,-2 0 0,1 1 0,-1-1 0,0 0 0,2 0 0,-1 0 0,0 0 0,1 0 0,0 0 0,0-1 0,0 3 0,-1-3 0,0 4 0,1-4 0,-2 6 0,1-2 0,1 1 0,-2-1 0,3 1 0,-1-2 0,1 3 0,-2-5 0,2 4 0,-1-3 0,1 2 0,0-2 0,0 3 0,0-3 0,0 4 0,0-4 0,0 2 0,0-2 0,0 1 0,0-1 0,1 1 0,-1-1 0,1 3 0,1-3 0,-2 1 0,1-1 0,-1 0 0,2-2 0,-2 2 0,2-2 0,-1 2 0,0 0 0,1 2 0,-1-1 0,3 0 0,-4-2 0,4 1 0,-2 0 0,2 0 0,-3-1 0,2 3 0,-1-3 0,2 3 0,-1-4 0,2 3 0,-1 0 0,2 0 0,1-3 0,-2 2 0,2-3 0,-4 1 0,7 1 0,-5-1 0,10 1 0,-8 1 0,6-3 0,-6 2 0,6-1 0,-6-1 0,13 3 0,-13-3 0,8 1 0,-12-1 0,6 0 0,-2 0 0,3 0 0,-2 0 0,3 0 0,-6 0 0,4-1 0,-6 1 0,4-3 0,-2 2 0,4-2 0,-4 0 0,3 0 0,-5 0 0,6-2 0,-3 2 0,0-1 0,-2 1 0,-2 1 0,0-2 0,1 1 0,0-1 0,-2-1 0,1 3 0,0-5 0,0 1 0,3-3 0,-4 3 0,1 0 0,-2 2 0,0-3 0,0 3 0,0-1 0,0 2 0,0-1 0,0 1 0,0-1 0,-2 1 0,2-1 0,-1 0 0,-2-2 0,3 1 0,-6-2 0,4 2 0,-2 1 0,1-1 0,-1 2 0,1-1 0,-8-3 0,7 4 0,-9-4 0,10 5 0,-6-4 0,3 4 0,-5-5 0,2 6 0,-4-4 0,6 4 0,-8 0 0,8 0 0,-5 0 0,5 0 0,-22 1 0,3 0 0,-5 0 0,12 0 0,12 0 0,3 0 0,-8 0 0,7 0 0,-7 1 0,8 0 0,-4 0 0,6 0 0,-7 1 0,6-1 0,-7 2 0,7-2 0,-2 2 0,2-1 0,0 0 0,0 0 0,1 1 0,0-2 0,0 2 0,1-2 0,-1 2 0,1-1 0,1 0 0,-2 0 0,2 0 0,0 3 0,0-2 0,0 0 0,0-2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28.75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1 398 24575,'0'-3'0,"0"-1"0,1 1 0,1 0 0,0-1 0,1-1 0,-1 1 0,0-1 0,3-1 0,3-6 0,0 2 0,15-19 0,-12 16 0,26-22-6784,-18 17 6784,11-3 0,-12 6 0,48-16 0,-36 15 0,49-13 0,4 2 0,-37 13 0,21-3 0,-3 2-4537,-34 10 4537,12 0 4486,-12 2-4486,20-2 0,5 0 0,-4 1 0,0-1 0,1 1 0,9-3 0,-11 4 0,12-5 0,-6 7 0,-3 0 0,-13-2 0,29 3 0,-2 0 6759,-31 0-6759,57 0 76,-62 2-76,38 7 0,-42-3 0,31 10 0,-39-9 0,19 8 0,-24-9 0,19 9 0,-18-7 0,6 4 0,0 0 0,-4-2 0,5 2 0,9 13 0,-22-17 0,17 13 0,-23-15 0,9 4 0,-8-5 0,8 7 0,-7-9 0,2 5 0,-4-6 0,2 6 0,-1-6 0,0 4 0,-3-4 0,1 0 0,-2-2 0,2-2 0,-2 0 0,0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29.702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177 0 24575,'6'10'0,"4"3"0,-5 0 0,13 10 0,-8-8 0,9 10 0,27 21 0,2 6-442,-8-12 1,2-2 441,13 11 217,8-1-217,-35-29 0,16 5 0,-28-12 0,10 1 0,-18-6 666,4 1-666,-7-3 0,0 1 0,-5-3 0,-2 10 0,-1-5 0,-3 9 0,-1-7 0,2-2 0,-1 4 0,-8 2 0,4-2 0,-11 12 0,7-9 0,-13 8 0,8-6 0,-23 10 0,25-14 0,-18 10 0,17-12 0,-66 40 0,46-28 0,-13 9 0,3-2 0,24-15 0,-18 14 0,24-19 0,-16 13 0,19-15 0,-15 15 0,20-17 0,-7 14 0,15-15 0,-7 11 0,7-12 0,-3 10 0,3-10 0,-2 13 0,4-10 0,-2 4 0,2-6 0,0-3 0,0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39.44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3 1 24575,'0'4'0,"-1"1"0,0 5 0,0 0 0,1 24 0,3 25 0,0 0 0,1-8 0,0 1 0,-1 29 0,2-8 0,2 13 0,-1-9-1375,-4-16 1,-1 0 1374,4 19 0,1 9 0,-1-15 0,-2 4-347,0-5 1,-1 1 346,1 3-332,0-10 1,-1-3 331,-4-7 0,0 39 0,-3-58 1869,-3 36-1869,4-46 1439,0 15-1439,1-22 797,1 8-797,0-17 0,0 2 0,4-16 0,-2 2 0,2-4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39.96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125 0 24575,'-2'10'0,"2"15"0,-5-7 0,2 51 0,-1-11-1768,-1 36 1768,2-25 0,-1 1-648,1-16 0,-1 2 648,-2 42 0,0 0 0,1-41 0,0 1-724,0 13 1,0 9 0,-1-8 723,1-16 0,0 0 0,-1 20 0,-2 8 0,3-13-143,-1 8 143,-2-15 0,2-9 0,5-31 1058,-2 11-1058,3-24 0,0 7 0,1-19 0,-1 1 0,2-2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40.443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239 0 24575,'0'5'0,"-5"49"0,-2 7 0,0 19-749,-5 16 749,9-43-1091,-6 24 1,-2 24 0,0-13 1090,4-28 0,0 0 0,-2 15 0,-2 14 0,0 0 0,2-16 0,1-16 0,1-2-755,-3 21 0,0 9 1,0-8 754,1-17 0,0-2-466,-2 40 0,-1-6 466,-2-20-4142,5 19 4142,2-60 1914,5 13-1914,1-38 0,2-2 0,1-15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40.93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130 1 24575,'0'9'0,"-1"7"0,-2 6 0,-1 14 0,-9 60-1914,9-36 1,0 2 1913,-3 6 0,0 3 0,1 22 0,2-3 0,2-40 0,-1 2 0,-1 18 0,-2 15 0,0 2 0,2-15 0,1-9 0,0-3 0,-2 17 0,-1 8 0,1-16 0,0-8 1189,-2-6-1189,4-12 626,-2 16-626,3-40 0,-1 13 0,2-17 2012,-1 7-2012,2-12 0,-1-1 0,1-8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41.46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152 1 24575,'0'4'0,"-1"5"0,-1 3 0,0 13 0,-2 3-8503,1 12 8503,-2 26 0,-1 5 0,-1 4 669,3-17 1,0 5-670,-4 22 0,-2 13 0,2-14 0,3-26 0,0-2-514,-2 21 1,-2 8 0,2-10 513,3 21 0,-2-19 0,0-2 0,4-5 0,-3-3 0,0-4 0,-2-14 5833,0 39-5833,3-68 501,2-2-501,0-9 2370,-1 6-2370,2-7 0,0-1 0,1-8 0,0-4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41.98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0 24575,'0'10'0,"0"5"-9831,0 4 8341,6 50 4289,-2-19-2799,3 38 0,0-31 0,-4 8 1721,3-1-1721,-1 15 0,1 5 0,-2 5-523,3 11 1,0-3 522,-3-32 0,-2-8 0,0-1 6258,-2-11-6258,0 48 0,0-48 0,-2 21 0,-1 1 0,2-20-6243,-5 45 6243,6-72 0,-1 0 0,1-4 1047,-2 3-1047,2-12 0,0-1 0,0-7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42.47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52 0 24575,'0'8'0,"-2"2"0,0 10 0,0 0-9831,-2 12 8341,3 2 3428,-1 42-1938,1-6 0,-1 3 0,2-20 0,-1 2 0,-3 45 0,0-7 0,3-26 0,-2 26 0,-1 3 0,4-11 0,-2-17 0,-1 9 0,1-11 0,1 11 918,-1-19 1,0-7-919,2-24 0,-1-1 0,0-10 0,-2 1 0,3-12 0,-2-2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43.33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0 24324,'64'8'0,"1"0"0,-3-1 0,-5 0 0,17-2-1734,12 1 1734,12 1-1503,-13-2 0,3 0 1503,-19-2 0,8 1-877,-7 1 1,11 0 0,7 1-1,-1-1 1,-8 1 876,14 0 0,-6-1 0,11 1 0,-13-2 0,10-1 0,6 1 0,0 0 0,-5-1 0,-10 0-844,-4 0 1,-10-1 0,0 0 0,8 0 843,-2-1 0,8 0 0,3 0 0,0-1 0,-5 1 0,-8-1 0,16 1 0,-10-1 0,18 0 0,-29 1 0,11-1 0,9 1 0,7 0 0,3 0 0,1 0 0,-3 0 0,-5 0 0,-7 0 0,-11-1-578,23 1 1,-16-1 0,0 0 0,15 0 577,-17 0 0,12 1 0,8-1 0,4 0 0,1 0 0,-2 1 0,-6-1 0,-10 1 0,-13 0-138,24 2 1,-17 0 0,3 0 137,-4-2 0,3-1 0,-1 0 0,-8 1 1027,27 4 1,-11-1-1028,-23-3 0,-12-2 3114,-20 1-3114,-23-1 0,-3 0 0,-5 0 0,-4 1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44.04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37 24575,'6'0'0,"3"-2"0,5 0 0,11-4 0,-4 3 0,42-5 0,-10 7 0,9 1-2632,31-5 1,6 1 2631,-11 3 0,1 1 0,6-2 0,1 0 0,1 1 0,-2 2 0,-17 0 0,14 1-771,-20 0 1,17-1 0,11 2 0,4-1 0,-1 0-1,-7 0 1,-13 1 770,-3-1 0,-11 1 0,1 0 0,15-1 0,-11 1 0,13-1 0,8 0 0,6 1 0,3-1 0,0 1 0,-3-1 0,-6 0 0,-9 0 0,-11 0-483,9 0 1,-14-1-1,-1 0 1,12 1 482,5 0 0,12 1 0,7 0 0,2 0 0,-2 0 0,-6 0 0,-13-1-551,0-1 0,-11-1 0,-2 1 1,7 0 550,11 1 0,8 0 0,3 1 0,-5-1 0,-10 0 0,3-2 0,-10 0 0,5 0 0,1-2 0,6-1 0,-3 1 0,-11 0 411,0 1 0,-2 0-411,4-3 0,6 0 0,-10 0 0,-19 2 0,-6-1 0,47 0 806,-48-5 1,-45 7 0,4-2-1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45.02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1 141 24575,'24'-2'0,"1"0"0,26-3 0,-6 1 0,21 1 0,-12 1 0,3 0 0,8 0 0,10 0 0,8 0-1129,-2 1 0,6-1 0,-5 1 1129,6 0 0,1-1 0,2-1 0,7-1 0,-17 1-5662,10 0 5662,-9-4 0,-3-1 0,-10 2-364,-11-3 1,4 0 363,-11 3 0,2 1-122,16-4 0,-3 0 122,3 1 2073,-21-2-2073,-32 5 6207,-12 2-6207,-6 3 318,-1 0 0,0 1 1,2-1-1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45.55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0 112 24575,'23'0'0,"-3"-2"0,-4 0 0,-1-1 0,6 0 0,17 0 0,-5 2 0,64-5 0,-27 4 0,5 0 0,18-2 0,-12 1 0,-27 1 0,2 0-795,17 0 1,17 0-1,0-1 1,-19 1 794,24-4 0,-28 4 0,9 0 0,-14-1 0,-5-3 0,30-2 0,-55 1 0,15-1 0,-22 0 0,1 0 794,-14 3 1,-4 1-1,-10 4 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46.12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 24575,'0'4'0,"0"3"0,0 7 0,0 0 0,0 14 0,2-4 0,1 40 0,-1-11 0,1 3 0,-1 2-8503,-1 24 8503,1-32 0,1 5 0,-3 11 0,0 8 0,0 1-231,2-3 1,0 1 0,0 0 230,-2 5 0,0 1 0,0-1-237,1-5 0,1-1 1,-2-12 236,0 5-188,0-7 1,0 0 187,0 0 5053,2 25-5053,-1-54 3256,0-5-3256,-1-25 0,0-5 0,0-3 1244,0-15-1244,0-1 0,0 4 0,0 4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46.51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237 1 24575,'-2'10'0,"2"6"0,-3 5 0,0 12-9831,-5 26 8341,2-10 1490,0 15 0,1 10 380,0-3 0,0 2-380,0 15 0,0 2 0,-1 0 0,2-3 0,0-25 0,1-3-984,-1 3 0,1-2 984,-4 40-275,0-36 0,-2-1 275,2-13 0,0-1 0,-3 9 0,-2 3 0,-3 17 0,1-1 0,3-22 0,2-1 0,-4 11 0,2-7 3666,1-5-3666,4-23 0,4-14 0,-3 4 0,5-16 0,-3-3 0,3 1 0,-1-2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52.54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0 24575,'1'2'0,"2"-1"0,-3 2 0,4 1 0,-2 0 0,1 0 0,4 3 0,-3-2 0,9 8 0,-6-6 0,10 11 0,-5-6 0,11 13 0,12 8 0,22 20 0,-1-5 0,-4-6 0,1 1 0,4 1-857,-4-4 0,3 4 857,-6-7 0,0 1 0,14 8 0,0 0 0,-7-4 0,0-1 0,8 4 0,-5-3 0,-2 1 0,11 10 0,0 4 0,-8 3-3108,-5-7 0,-3-2 3108,-19-7-9,9 17 9,-17-26 0,3 11 0,1 3 1145,6 2-1145,7 15 0,2 1-337,1-4 337,3 0 0,11 13 0,-7-10 1937,-17-21 0,2 0-1937,8 7 0,9 11 0,0-1 0,-8-10 0,-7-5 0,1-3 0,13 12 0,7 6 0,-7-7 0,-13-12 0,2 0 0,20 16 0,11 7 0,-6-5 0,-7-7 0,3 3 0,-7-4 0,10 11 0,4 5 0,-2-4 0,-10-8 0,-6-8 0,-7-6 0,5 5-734,3 6 1,7 7 0,1 3 0,-3-4 0,-10-10 733,6 4 0,-3-1 0,1 0 0,8 9 0,0 0 0,-6-6 0,9 9 0,0 0 0,-9-12 0,6 6 0,0-1 0,-8-8-59,1 0 1,-2-3 58,5-1 0,3 1 0,-8-8 0,10 8 0,-8-11 0,-6-6 0,-29-17 0,3-4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8:58.16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1 258 24575,'2'4'0,"0"-2"0,4 0 0,1-2 0,20 0 0,14 0 0,37-3 0,-12 2 0,13-3 0,-11-1 0,12-2 0,-6 1-1697,-9 2 1,4 0 1696,11-3 0,15-2 0,1 0 0,-14 1 0,-4 0 0,-2 0 0,14-1 0,9-1 0,-10 1 0,-17 0 0,2-1 0,1 3 0,11-1 0,1 1 0,-8 0-1685,16-2 1,2 1 1684,-10 1 0,12-1 0,-1 0 0,-12 2 0,3 2 0,-1 1 0,-3-3 0,13 0 0,-1-1 0,-16 2 0,-10 2 0,1 0 0,18 0 0,18-2 0,-1 1 0,-22 1 0,-32 0 0,-3 1 0,21 0 0,8 1 0,-20 1 0,-24 2 0,0-1 0,4 4 0,0-5 2723,-7 5-2723,6-5 4039,-26 2-4039,12 0 0,-18-1 0,8 1 0,-9-2 0,-1 2 0,-3-2 0,-1 2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01.43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562 0 24575,'0'4'0,"0"7"0,-2-3 0,-1 14 0,1-6 0,-1 23 0,0 35 0,1 12 0,1-32 0,1 4 0,-2 20 0,0 10 0,1-14-6784,1 7 6784,0 7-4537,0-72 4537,-2-9 0,0 6 0,-1-8 0,-2 6 0,2-8 4537,-4 4-4537,2-6 6784,-7 0-6784,5-1 0,-3 0 0,1 0 0,-10 0 0,7 0 0,-55 0-6784,39 0 6784,-33 0 0,38 0 0,-18 0 0,15 0 0,-49 0 0,49 0 0,-35 0 6784,48-1-6784,-7 0 0,18-2 0,0-2 0,2-1 0,0-3 0,2-3 0,-1 1 0,14-40 0,-10 30 0,15-35 0,-14 45 0,6-12 0,-5 12 0,8-9 0,-8 12 0,7-5 0,-9 8 0,8 1 0,-5 2 0,6 2 0,-7 0 0,6 7 0,-9-3 0,9 12 0,-7-4 0,14 18 0,2 0 0,6 15 0,-4-14 0,10 18 0,-14-21 0,15 9 0,3-1 0,-9-9 0,26 10 0,2-4 0,-21-17 0,56 13 0,-60-23 0,47-4 0,-29-2-3392,6-2 0,0-3 3392,0-2-61,0-3 1,-3-3 60,-11-4 0,47-19 0,-44 12 0,22-17 0,-25 11 0,-5-3 0,-14 13 0,-1-6 0,-14 15 6724,8-18-6724,-11 20 181,5-11-181,-7 15 0,2-2 0,-3 3 0,2-2 0,-2 3 0,0-1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05.23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4722 1 24575,'-10'14'0,"3"0"-9831,-23 25 8341,13-9 4308,-22 26-2818,8-9 0,-3-2 0,-18 20 0,20-27 0,-2 2 0,-2-1 0,-3 4 0,-7-2 0,-4 0 1719,-14 5-1719,-3-4 0,0-2 0,0 0 0,3-4 0,3-2 0,17-9 0,-3 1 0,-1-1 6784,-1 3-6784,-31 15 0,27-8-323,6-9 0,-1 1 323,-5 6 0,-29 7 0,-5-2 0,8-9-814,13-7 0,-12 2 0,8-6 814,19-12 0,-1-2 0,-14 2 0,-9 0 0,8-2 0,12-5 0,2-1-595,-39-1 0,3-2 595,-2-6 0,10-2 0,-15-4 0,11 1 0,21 3 0,0 0-508,-15-4 0,-10 0 0,11 2 508,18 4 0,1 3 0,-38 1 0,0 3 0,41 0 0,-1 2 0,-44 4 0,8 2 478,42 0-478,-14 3 0,0 2 0,22 0 2128,-52 8-2128,61-2 1269,-33 16-1269,29-5 1927,-26 24-1927,31-18 0,-20 27 0,28-23-6784,-25 36 6784,32-33-111,-6 9 1,1 1 110,4-4 0,-16 39 0,20-47 0,-3 11 0,5 4 6674,0 1-6674,4-6 331,0 2-331,3-31 0,2 9 0,2-18 0,0-3 0,4-5 0,-3-6 0,5-7 0,-4-1 0,2-14 0,0 9 0,1-26 0,0 22 0,-1-36 0,-2 38 0,-3-43 0,3 45 0,-5-27 0,2 29 0,-3-17 0,0 15 0,-3-29 0,4 30 0,0-21 0,1 28 0,0-11 0,-1 10 0,-3-7 0,3 11 0,-1-5 0,2 8 0,0-4 0,2 3 0,-2 3 0,4 5 0,-4 3 0,1 18 0,-1-9 0,-1 27-6784,2-21 6784,1 14 0,-1-8 0,0 19 0,0 14 0,1 1 0,1 2 0,1 6 0,2-7 0,1-6 0,1-21 0,3 21 0,-4-26 6784,3 10-6784,-3-20 0,4 11 0,-5-19 0,2 2 0,-2-12 0,2-4 0,2-3 0,7-6 0,15-13 0,17-10 0,-11 7 0,45-25 0,-48 35 0,39-15 0,7-1 0,-18 14-594,0-1 1,12-4 0,-11 4 593,8-1 0,-2 0 0,-2 1 0,-17 7 0,23-7 0,-38 13 0,26-11 0,-39 14 0,9-7 0,-22 11 0,2-4 0,-5 4 0,2-2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06.47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6 1 24575,'0'11'0,"-2"8"0,1 6-9831,-2 16 8341,3-1-665,0 25 2155,0-6 1962,0 25-1962,0-5 0,0 4 0,0 3 0,0-9-1485,0 2 0,0 1 1485,0-3 1321,1 11 0,1-9-1321,-2-48 4279,4 27-4279,-3-46 0,2-1 278,-2-5-278,2-6 0,-2 2 0,1-4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06.89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157 0 24575,'0'4'0,"-2"5"0,2 3 0,-10 66 0,9-10-1120,-9 31 1120,9-43 0,1-2-6230,-6 17 6230,4-20 0,0 3 0,-1 5 0,-1-1-501,-4 23 501,2-9 0,-1-1 0,-2-1 0,-1-7 0,0-1 0,-1-6 0,-8 37 0,12-64 544,1 9-544,4-33 6525,1 3-6525,-2-8 782,0-5-782,-3-2 0,3-1 0,-1 4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07.33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0 14511,'42'9'0,"0"1"4189,-11-4-4189,3 3 1742,0-4-1742,44 10 0,-1-6 97,-16-1 0,1-1-97,17-2 0,-22-2 0,-5 0-3442,-11-3 3442,25 1 0,-39-4 0,5-4 0,-6 1 0,2-2 597,-17 5-597,2-5 6784,-8 5-6784,0-2 0,1 0 0,1-1 0,-1 2 0,4-4 0,-6 4 0,4-1 0,-6 2 0,2 2 0,0-2 0,-2 2 0,2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08.56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230 36 24575,'-9'-9'0,"3"5"0,-2 0 0,1 4 0,-1 0 0,-1 4 0,-7 8 0,3 1 0,-4 8-8503,-2 4 8503,8-5 1719,-8 10-1719,-13 36 0,16-31 0,-16 42 0,29-57 0,-2 13 6784,5-19-6784,4 9 0,-1-16 0,5 5 0,-4-8 0,21 6 0,-14-7 0,29 3 0,-22-6 0,34-8 0,-13-6 0,24-16 0,-26 5-6784,-2-22 6784,-23 24-4537,-3-37 4537,-9 36 0,-5-18 0,-7 8 0,2 16 0,-7-16 4537,0 8-4537,0 3 0,-4-1 6784,8 12-6784,-1 5 0,8 5 0,0 2 0,2 0 0,2 4 0,-2-2 0,0 9 0,1-3 0,0 8 0,3-9 0,0 1 0,1-4 0,3 4 0,3-3 0,33 16 0,-16-13 0,59 9 0,-45-14 0,47 0 0,-52-6 0,22 0 0,-35-1 0,4 1 0,-17 2 0,-1 6 0,-8 1 0,-1 6 0,-2 2 0,-11 29 0,3-15 0,-23 48 0,21-50 0,-13 45 0,24-53 0,-2 29 0,6-33 0,10 21 0,-1-17 0,16 11 0,-9-16 0,20-2 0,-18-7 0,28-10 0,-19-4 0,16-16 0,-16 5 0,14-29 0,-23 21 0,31-57 0,-33 52 0,24-43-6784,-23 37 6784,2-5 0,-7 8 0,-5 20 0,-2 9 0,-3 12 0,-1 1 0,-1 12 0,0 3 0,0 4 6784,0 2-6784,-2 13 0,-1-11 0,-2 38 0,2-38 0,11 39 0,-1-45 0,19 27 0,-9-33 0,15 12 0,-16-19 0,13 3 0,-17-9 0,14 1 0,-15-6 0,7-2 0,-10-5 0,6-7 0,-10 8 0,4-2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10.01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201 646 24575,'-7'-4'0,"-1"1"0,4 1 0,-2 2 0,-1 0 0,1 4 0,-3-1 0,-18 28 0,13-16 0,-18 31 0,21-23 0,-4 10 0,4-9 0,0 2 0,1 1 0,-1 29-6784,4-25 6784,3 17 0,4-34 0,5 8 0,-2-11 0,5 5 0,-5-12 0,2-4 6784,-2 0-6784,6-10 0,2-4 0,8-22 0,-4 8 0,20-59 0,-23 54 0,12-45-6784,-19 60 6784,-2-8 0,-1 15 0,0-6 0,-2 14 0,2 3 0,0 13 0,1 15 0,0-5 6784,4 44-6784,-6-28-6784,4 56 6784,-2-49-536,11 39 0,3 4 536,1-20 0,1 5 0,0-5 0,-5-31 0,2 5 0,-6-15 0,9 22 0,-15-29 6253,2 13-6253,-14-24 1603,-3-3-1603,2-8 0,-14-13 0,12 3 0,-22-19 0,21 14 0,-17-23 0,17 18 0,-9-33 0,12 22 0,1-61 0,5 47 0,8-7 0,4 0 0,2 12 0,13-21 0,-4 31 0,1-4 0,20-16 0,10-4 0,-2 9 0,2 1-533,5-12 0,1 1 533,-2 12 0,-5 8 0,-9 6 0,15-12 0,1-2 0,-9 6-101,5-8 0,-5 2 101,-25 18 0,6-23 0,-23 23 0,-1-23 0,-10 18 1054,-16-21-1054,5 29-6570,-23-12 6570,22 23 0,-41-13 0,30 17 0,-34-9 0,36 11 0,-26-1 0,27 4 6784,-22 1-6784,24 4-6784,-29 15 6784,29-7 0,-39 45 0,44-27 0,-14 26 0,23-17 0,6 13 0,1 3-391,-2 15 391,3 5 0,2 0 6590,6-10-6590,8 6 0,4 1 0,9 3 0,6-6 0,2-4 0,0-14 0,9 1 0,-22-38 0,-2-4 0,6-1 585,8-13-585,-11 0 0,4-21 0,-14 7 0,3-16 0,-1 11 0,6-18 0,-5 13-6784,9-17 6784,-12 26 0,8-12 0,-16 28 0,6-5 0,-12 16 0,4 3 0,-1 3 0,23 59 0,-16-37 0,12 16 0,2 0 0,-5-14 6784,29 25-6784,-19-32 0,21 5 0,-20-19-3392,24-8 0,2-4 3392,-17-1 0,18-7 0,-4-6 0,-31-2 0,35-35 0,-33 23 0,23-40 0,-34 33 0,3-3 0,-14 20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12.716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147 438 24575,'-4'-9'0,"0"3"0,-1-5 0,1 6 0,0-4 0,0 3 0,-1 1 0,-1-1 0,2 4 0,-12 16 0,6 0 0,-13 21 0,12-18 0,-9 14 0,9-18 0,0 8 0,7 57 0,45-74 0,-9 43 0,24-78 0,-27 5 0,-7 1 0,7-14 0,-7 9 0,5-12 0,-20 29 0,6-19 0,-10 25 0,1-7 0,-7 30 0,-2 12 0,1-3 0,1 19 0,1-28 0,0 19 0,1-25 0,-1 5 0,4-11 0,0-2 0,2-2 0,0-2 0,4-4 0,-1-1 0,12-12 0,-7 5 0,11-10 0,-12 8 0,14-13-6784,-10 9 6784,1-3 0,1-2 0,-9 11 0,3 2 0,-7 7 0,-4 13 0,0-1 0,0 4 0,0 16 6784,0-3-6784,3 10 0,-2-18 0,5 2 0,-4-15 0,2 6 0,0-8 0,0 1 0,10-8 0,5-18 0,0 3 0,6-25 0,-14 20 0,14-41 0,-14 26 0,4-51 0,-15 52 0,-11-32 0,1 51 0,-14-11 0,11 24 0,-2 2 0,4 6 0,-22 37 0,20-19 0,-18 34 0,31-31 0,9 10 0,0-9 0,8 10 0,-6-14 0,19 12 0,-14-13 0,12 5 0,-14-10 0,39 22 0,-11-7 0,28 18 0,-32-22 0,-1 0 0,-21-14 0,9 3 0,-18-9 0,1-3 0,-6-4 0,-2-11 0,0-1 0,0-17 0,0 10 0,-2-23 0,1 19 0,-3-49 0,3 40 0,-5-16 0,-1 1 0,0 17 0,-20-38 0,18 59 0,-11-7 0,15 20 0,-5 0 0,8 2 0,-6 10 0,5-2 0,-1 18 0,2-11 0,6 27 0,-3-25 0,14 30 0,-2-25 0,16 24 0,-5-22 0,20 14 0,-19-22 0,33 14 0,-29-17 0,46 12 0,-43-17 0,40 5 0,-50-12 0,19-5 0,-27-1 0,5-16 0,-11 7 0,0-47 0,-5 38 0,1-36 0,-4 44 0,2-10 0,-2 12 0,0-6 0,0 11 0,0-10 0,0 11 0,-4-9 0,2 9 0,-10-4 0,6 7 0,-6 4 0,2 8 0,-15 24 0,11-9 0,-10 24 0,21-29 0,-1 16 0,4-19 0,10 16 0,-3-13 0,27 16 0,-20-20 0,18 7 0,-17-18 0,47 9 0,-25-9 0,24-11 0,0-4 0,-25-3 0,9-13 0,-7-4 0,-26 7 0,6-13 0,-13 14 0,1-6 0,-3-2 0,2-5 0,-3 18 0,0 6 0,0 11 0,2 2 0,0 2 0,2 2 0,5 1 0,1 2 0,26 2 0,-16-5 0,35 3 0,-32-11 0,38-1 0,-34-5 0,32-7 0,-34 4 0,13-8 0,-21 6 0,22-10 0,-25 14 0,17-4 0,-30 15 0,4 9 0,-1 32-6784,2 39 6784,-2-13-324,-3 5 1,-1-3 323,-2-17-116,0 8 0,0-2 116,0-13 0,-2 43 0,1-41 0,-6 36 0,3-46 0,-16 14 6349,10-32-6349,-32-1 950,20-18-950,-29-14 364,22-1-364,-19-21 0,14 11 0,-19-31 0,26 23 0,-11-30-6784,30 36 6784,-2-13 0,10 20 0,7-21 0,-1 14 0,24-14 0,11 1 0,33 4 0,-16 4 0,3 3 0,29 10-1057,-19 7 1057,1 8 0,2 1 0,13-2 0,12 2 0,0 2 0,-16 2 0,-19-2 0,-3 1 0,-5 2 0,6 1 0,-40-4 0,-6 1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14.08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7 1 24575,'-4'0'0,"2"2"0,2-2 0,4 4 0,3-2 0,16 9 0,-2 0 0,10 3 0,17 8 0,5 1 0,10 3 0,-5-2 0,22 7 0,9 3 0,-2-1 0,-15-6-3392,10-1 0,-1-1 3392,-2 3 0,11 6 0,-1-2 0,-14-9 0,-14-10 0,-5-5-757,26 8 1,1 0 756,-22-8 0,3 1 0,6 3 0,5 3 0,-8-4 0,30-1-1346,-17 0 1,12 2 0,-11-2 1345,-30-4 0,2-1 0,16 0 0,15 0 0,-1 0 0,-16-2-526,25 0 526,-28-2 0,10-2 0,-11 1 0,21 0 0,8-3 0,4-2 0,-39 1 0,4-2 0,10 0 0,15-2 0,0 0 0,-13 0 0,-4 0 0,-2 0 912,17-1 1,9-1 0,-16 2-913,6 0 0,-6 0 0,2 0 0,-26 1 0,0 1 0,38-5 0,-1-1 0,-41 4 0,1-1 643,38-5 0,-3-1-643,-8-1 0,-3 3 0,-2 1 5768,-5 0-5768,27-1 0,1 0 0,-16 3 169,15 1 0,-7 1-169,-46 5 1777,44-4-1777,-55 4 0,13-6 0,-34 6 0,-8 2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14.71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 24575,'4'4'0,"0"0"0,4-2 0,0 2 0,5-2 0,5 5 0,-5-1 0,27 8 0,13-4 0,-4 3 0,46 1-6784,-56-7 6784,30 4-477,-23-5 477,13 4 0,4 0 0,4-3 0,-1 3 0,-7-1 0,-32-7 0,5 1 0,-23 1 0,-2-3 0,-9 4 0,-2 2 0,-7 18 0,0-2 6548,-33 54-6548,21-40 0,-13 22 0,-1 0-96,7-15 96,-12 19 0,-2 1 0,6-16 0,-1 7 0,2-1 0,6-11 0,-17 33 0,25-43 0,-17 31 0,25-42 0,-11 18 0,21-33 202,-2 3 0,5-8 0,2 0 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15.53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54 24575,'4'4'0,"1"3"0,12 0 0,-6 0 0,17 6 0,-12-4 0,21 7 0,13-6 0,5-2 0,18 6-1227,-9-8 0,12-2 1,-7-2 1226,-8-1 0,2-2 0,14-3 0,10-2 0,-7 0 0,-4 0 0,1-3 0,14-3 0,9-2 0,-11 2 0,-18 4 0,0-1 0,11-3 0,8-1 0,-11 1 0,-17 4 0,-7 2 0,1-3 0,-7 1 0,-2 1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17.59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85 24575,'6'-2'0,"1"2"0,4-4 0,7 3 0,-5-1 0,15 2 0,-11 0 0,23 0 0,32 0 0,-8 0 0,19 0 0,10 0-1772,-11 0 0,1 0 1772,15 1 0,0-2 0,-14 0 0,-2-1-344,-3 0 1,-6 0 343,21-5 0,-13 0 0,0 1 0,-27 2 0,-1-1 0,12-3 0,-3 1 0,20-1 0,-13 0 0,-48 5 0,6 1 622,-20 1 0,-3 0 1,-2-1-1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18.50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39 24575,'18'-9'0,"-2"-1"0,3 5 0,-3-2 0,-4 4 0,2 1 0,12 0 0,-3 2 0,25 0 0,-17 2 0,23 3 0,-21-1 0,17 5 0,2 1 0,0-4 0,5 3 0,-2 1 0,-16-6 0,25 2 0,-39-3 0,3 0 0,-21-1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19.12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 24575,'28'6'0,"-4"-1"0,-2-2 0,-4-1 0,12 4 0,-8-3 0,7 4 0,15-3 0,-9 3 0,51 4 0,-40-1 0,28 2 0,7 1 0,-28-6 0,0 1 0,32 3 0,-2-2-3834,12-2 3834,-28-1 0,15 3 0,1-1 0,-13-1 0,-11-2 0,3 0 0,23 2 0,21 3 0,-1-1 0,-23-2 0,-29-2 0,-2-1-906,36 1 0,14 0 0,-12-1 906,-23-2 0,-5 1 0,22 0 0,-7 0 0,-17-3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40.608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87 24575,'4'0'0,"1"0"0,1 0 0,0 0 0,0 0 0,-1 1 0,0-1 0,10 1 0,-6-1 0,9 0 0,-10 0 0,21 0 0,-10 0 0,22-1 0,-24 1 0,18-2 0,-22 2 0,12 0 0,-15 0 0,6 0 0,0 0 0,8 0 0,-8 0 0,4 0 0,-12 0 0,4 0 0,-1 0 0,24-1 0,-2 1 0,3-1 0,-12-1 0,-13 2 0,-4-1 0,53 1 0,-40 0 0,53 0 0,-56 0 0,19 0 0,-22 0 0,25 0 0,-25 0 0,24 0 0,-23 0 0,14-1 0,-14 0 0,7 0 0,-11 1 0,10 0 0,-8 0 0,14 0 0,-11 0 0,3 0 0,-9 0 0,21 0 0,-16 0 0,24 0 0,-26-1 0,18 0 0,-18 0 0,13 1 0,-17 0 0,10-1 0,-7 0 0,26-1 0,-23 2 0,22-3 0,-28 3 0,10-1 0,-11 1 0,6-1 0,-7 0 0,8 0 0,-4 1 0,9-2 0,-9 1 0,3-1 0,-8 2 0,4 0 0,-3 0 0,10 0 0,-10 0 0,8-1 0,-9 0 0,3 0 0,-3 1 0,8 0 0,-8 0 0,15 0 0,-16 0 0,12 0 0,-11 0 0,11 0 0,-9-1 0,18 1 0,-16-1 0,16 1 0,-16 0 0,5 0 0,-6 0 0,14 0 0,-13 0 0,22 0 0,-20 0 0,10 0 0,-12-2 0,3 2 0,-5-1 0,23 0 0,-16 0 0,24-1 0,-26 2 0,3-2 0,-7 1 0,1 1 0,28-4 0,-9 3 0,15-3 0,-23 2 0,9 1 0,-3 1 0,4 0 0,3 0 0,-16-2 0,12 2 0,34-3 0,-22 3 0,23-1 0,-44 1 0,-8 0 0,1 0 0,-6 0 0,11 0 0,-11 0 0,12-2 0,-7 2 0,24-1 0,-20 1 0,18-1 0,-21 0 0,18 0 0,-10 1 0,21 0 0,-19 0 0,28 0 0,-29 0 0,32 0 0,-31 0 0,49 0 0,-43 0-6784,37-2 6784,-51 2 0,27-1 0,-28 1 0,24 0 0,-28 0 0,15 0 0,-16 0 6784,15 0-6784,-12 0 0,18 0 0,-19 0 0,19 0 0,-20 0 0,17 0 0,-15 0 0,13 0 0,-15 0 0,13-2 0,-13 2 0,16-1 0,-16 1 0,14 0 0,-16 0 0,11 0 0,-12-1 0,8 0 0,-9 0 0,30-1 0,-24 1 0,26-3 0,-31 3 0,16 0 0,-11 1 0,16 0 0,-15 0 0,22 0 0,-21 0 0,27 0 0,-23 0 0,8 0 0,-11 0 0,0 0 0,0 0 0,52 0 0,-40 0 0,44 0 0,-57 0 0,14 0 0,-13 0 0,8 0 0,-10 0 0,13 0 0,-16 0 0,22 0 0,-23 0 0,14 0 0,-15 0-6784,38 2 6784,-30-2 0,37 1 0,-41-1 0,21 0 0,-16 0 0,19 0 0,-18 0 6784,23 0-6784,-21 2 0,23-2 0,-22 1 0,46 1 0,-39-2 0,46 2 0,-53-2 0,22 0 0,-23 0 0,22 0 0,-15 0 0,31-1 0,-34 0 0,18-1 0,-28 2 0,10-2 0,-11 1 0,12 1 0,-14-2 0,9 2 0,-11 0 0,18-1 0,-17 1 0,14-1 0,-20 1 0,5 0 0,-6 0 0,6 0 0,-5 0 0,2 0 0,-4 0 0,-2 0 0,0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46.518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2097 1 24575,'-3'2'0,"1"0"0,-2 1 0,2 0 0,-2 0 0,-1 3 0,1-1 0,-7 6 0,5-2 0,-22 17 0,17-14 0,-18 15 0,17-17 0,-15 10 0,11-9 0,-13 9 0,16-11 0,-12 9 0,13-11 0,-14 11 0,14-11 0,-8 7 0,12-8 0,-5 2 0,6-2 0,-6 3 0,5-1 0,-14 7 0,13-6 0,-12 7 0,15-10 0,-10 9 0,9-8 0,-2 2 0,2-4 0,-2 3 0,2-2 0,-9 9 0,9-9 0,-8 8 0,8-8 0,-7 8 0,8-9 0,-4 3 0,-27 17 0,-1-3 0,-6 5 0,13-10 0,25-14 0,1-1 0,-5 4 0,-3 1 0,0-1 0,-9 8 0,12-10 0,-11 10 0,8-8 0,-13 9 0,3-2 0,0 0 0,4-4 0,12-4 0,-11 4 0,12-5 0,-14 8 0,13-8 0,-7 6 0,5-5 0,-9 7 0,9-5 0,-18 10 0,18-10 0,-22 16 0,20-15 0,-20 15 0,18-14 0,-17 13 0,16-10 0,-17 12 0,17-11 0,-19 12 0,17-14 0,-24 19 0,20-16 0,-20 15 0,16-11 0,-1 0 0,4-3 0,-3 3 0,2 0 0,-16 14 0,18-15 0,-15 14-6784,22-19 6784,-8 7 0,9-10 0,-4 5 0,-2-2 0,-16 12 0,18-13 0,-13 8 6784,19-12-6784,-5 4 0,6-4 0,-2 2 0,6-6 0,-3 3 0,5-4 0,-11 9 0,8-6 0,-12 8 0,14-9 0,-6 3 0,6-3 0,-3 3 0,2-3 0,-13 11 0,7-8 0,-6 5 0,8-6 0,-2 0 0,1 2 0,-7 3 0,9-3 0,-10 2 0,12-4 0,-17 6 0,15-4 0,-13 6 0,14-7 0,-8 5 0,9-7 0,-6 4 0,8-6 0,-3 3 0,4-4 0,-1 5 0,2-5 0,0 2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49.593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57 24575,'2'-2'0,"1"0"0,0 1 0,2 0 0,1 1 0,0-1 0,8 0 0,-7 0 0,8 0 0,-10 1 0,6 0 0,-5 0 0,5 0 0,-5 0 0,4 0 0,-4 0 0,11 0 0,-11 1 0,18 0 0,-18 0 0,12 0 0,-11-1 0,10 1 0,-3-1 0,18 0 0,-17 0 0,14 0 0,-18 0 0,15 1 0,-12 0 0,17 1 0,-17-1 0,20 0 0,-19-1 0,16 0 0,-16 0 0,3 0 0,-7 0 0,7 0 0,-9 0 0,12 0 0,-9 0 0,7 0 0,-8 0 0,12-2 0,-16 2 0,11-1 0,-12 1 0,8 0 0,-8 0 0,7 0 0,-7-1 0,9 1 0,-8-2 0,11 1 0,-11 0 0,10-2 0,-7 0 0,8 2 0,-9-2 0,15 1 0,-12 0 0,15-3 0,-12 4 0,13-4 0,-13 5 0,6-4 0,-10 2 0,2 1 0,-1-1 0,58-1 0,-44 3 0,49-5 0,-60 5 0,14-1 0,-9 1 0,12 0 0,-15 0 0,19-2 0,-20 2 0,19-3 0,-19 3 0,12-1 0,-13 1 0,11 0 0,-12 0 0,15 0 0,-15 0 0,16 0 0,-16 0 0,7 0 0,-11 0 0,9 0 0,-10 0 0,35 0 0,-30 0 0,38 0 0,-39 0 0,31 2 0,-21-2 0,34 3 0,-31-3 0,13 2 0,-24-2 0,7 0 0,-5 1 0,37 0 0,-29 0 0,33 0 0,-38 0 0,16 0 0,-18-1 0,13 1 0,-15-1 0,3 2 0,11-2 0,-1 1 0,1 1 0,-1-1 0,-20 0 0,13-1 0,-10 0 0,13 0 0,-13 0 0,3 0 0,-9 2 0,15-2 0,-11 1 0,16 0 0,-17-1 0,8 3 0,-8-3 0,19 2 0,-11-1 0,17 1 0,-13-2 0,9 3 0,-7-3 0,20 4 0,-16-4-6784,48 5 6784,-17-2-144,-6 1 1,2-1 143,8 0-4441,4 2 4441,-37-5 0,28 2 0,-25-2 0,56 0 0,-61 0 191,37 0-191,-48-1 4537,9 0-4537,-15 0 0,1 0 0,-6 1 0,0-2 0,-4 2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19:51.280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11 387 24575,'-3'2'0,"0"0"0,2 1 0,-1-1 0,1-1 0,7-5 0,46-28 0,-24 16 0,30-17 0,-40 26 0,-5-1 0,10-2 0,-10 3 0,10-4 0,-13 6 0,13-3 0,-13 2 0,12-3 0,-12 3 0,9 0 0,-12 2 0,10 0 0,-9 0 0,18-3 0,-12 0 0,20-4 0,-21 5 0,8-1 0,-12 5 0,5-2 0,-1 0 0,5-1 0,-5 2 0,24-6 0,-21 4 0,28-6 0,-26 4 0,13-5 0,-10 4 0,8-4 0,-11 7 0,14-5 0,-16 7 0,22-4 0,-19 3 0,18 0 0,-18 2 0,7 0 0,-12 0 0,12-2 0,-11 1 0,15-4 0,-14 5 0,7-4 0,-5 4 0,-1-3 0,0 2 0,1-2 0,-10 3 0,4-3 0,-8 4 0,4-2 0,-5 1 0,5-1 0,-6 1 0,3 1 0,-3 0 0,-1 1 0,0-1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0:04.895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10 380 24575,'-1'-3'0,"-1"0"0,1-3 0,1 2 0,-2-2 0,2 2 0,0 1 0,-1-5 0,0 5 0,0-8 0,1 6 0,1-17 0,0 13 0,11-32 0,-6 27 0,14-26 0,-11 29 0,12-20 0,-10 19 0,21-24 0,-19 22 0,44-28 0,-35 28 0,32-13 0,-32 20 0,18 3 0,-12 7 0,33 13 0,-32-3 0,22 14 0,-33-9 0,15 27 0,-15-14 0,14 60 0,-20-40-3392,-5 8 0,-4 0 3392,-5-8 0,-26 40 0,11-62 0,-35 26 0,27-36 0,-29 25 0,32-26 6784,-39 44-6784,39-28-6784,-21 23 6784,32-33 0,2 4 0,4-10 0,-2 8 0,3-5 0,-3 35 0,2-26 0,2 41 6784,1-54-6784,2 21 0,0-28 0,0 13 0,0-13 0,2 9 0,-2-9 0,3 5 0,-3-8 0,2 0 0,-2-3 0,0-3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0:05.644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83 111 24575,'-5'-2'0,"0"-1"0,1 3 0,-1-2 0,-2 2 0,1 4 0,1-1 0,-2 7 0,4-4 0,-5 7 0,4-4 0,-6 17 0,7-10 0,-2 21 0,8-20 0,-1 3 0,3-10 0,0-5 0,0 0 0,7 0 0,-4-2 0,11-1 0,-10-5 0,24-26 0,-16 9 0,17-36 0,-23 32 0,2-16 0,-11 23 0,2-5 0,-4 11 0,-5-19 0,3 18 0,-6-12 0,5 21 0,-6 1 0,4 1 0,-9 4 0,5 1 0,-13 8 0,9-5 0,-11 7 0,14-9 0,-13 8 0,14-6 0,-10 6-1696,13-8 0,1 0 0,3-3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0:10.366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34 1 24575,'-14'25'0,"4"-4"0,4-4 0,4-3 0,0 5 0,2-1 0,4 0 0,-2 1 0,17 22 0,1-6 0,17 5 0,5 0 0,17-2 0,8 9 0,-39-37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0:12.858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187 489 24575,'-15'0'0,"2"0"0,-5 0 0,8 0 0,19 61 0,59-21 0,17-2 0,-33 4 0,1-2 0,39-2 0,-4-12 0,-21-18 0,-30-8 0,8 2 0,9-7 0,-2-7 0,-14 1 0,-20-12 0,-18 12 0,-29-30 0,12 24 0,-39-26-6784,25 28 6784,-16-7-1145,9 8 1145,-21 5 0,-17 1 0,9 2 0,-19-4 0,6 7 0,-13 2 0,21 4 0,27 5 0,-23 13 0,57-11 0,-1 7 0,11-8 6217,2 8-6217,3-10 1712,25 15-1712,-13-10 0,52 13 0,-34-13 0,48 2 0,-41-6 0,39-2 0,-45-4 0,25 0 0,-37-2 0,9-4 0,-22 2 0,0-9 0,-14 7 0,-3-3 0,-1 2 0,-24-5 0,8 3 0,-27-3 0,26 8 0,-16-1 0,23 2 0,-11 0 0,23 2 0,-3 0 0,12 0 0,2-1 0,-2 0 0,3 0 0,-1 0 0,10 0 0,-6 0 0,10 0 0,-11 0 0,4 0 0,-7 0 0,1 0 0,-5 1 0,1 1 0,-4-1 0,2 2 0,-1-1 0,-1-1 0,1 3 0,-2-2 0,0 1 0,0-1 0,0-1 0,0-1 0,0 2 0,2-2 0,3-3 0,2 1 0,2-3 0,0 0 0,37-15 0,-26 10 0,29-8 0,4 0 0,-19 8 0,64-16 0,-56 18 0,57-12-642,-34 7 642,-5-2 0,1-1 0,13-5 0,20-10 0,4-2 0,-1 1-753,-28 9 1,8-3-1,-8 4 753,26-2 0,-29 7 0,9-3 0,-5 2 0,-7 4 0,3-1 0,19-4 0,11-3 0,-10 4 0,-20 5 0,2 1 0,10 0 0,14-1 0,2 0 0,-10 3 0,15-1 0,-1 1-947,-15 3 1,8 0 0,0 0 0,-8 1 946,18-2 0,-3 2 0,-11 4 0,4 1 0,-7 0-861,-6-1 1,-1 0 860,3 2 0,5 0 0,-10 0 0,-17 2 0,1-1-1246,35 0 0,14 0 0,-15 1 1246,-37 0 0,0 1 0,21-1 0,17 0 0,0-1 0,-19 0 428,17 2-428,-25-1 0,9 1 0,-10-1-1294,16 2 1294,7 1 0,-30 2 286,13 2 1,0 0-287,-8 2 1872,13 2 0,-4 1-1872,-37-6 864,16 8-864,-2 5 0,38 30 5301,-33-22-5301,17 21 0,-3 0 0,-25-19-2607,24 25 0,1 2 2607,-15-14-458,15 17 0,2 2 458,-8-10-233,-8-6 1,-2-1 232,-5-7 610,3 4-610,4 8 0,-1 0 0,-11-8 5928,-13-13-5928,-21-23 1779,-1-1-1779,-4-3 806,0-1-806,-1-2 0,0-3 0,0-1 0,0-2 0,0 1 0,0 2 0,3-18 0,0 9 0,4-27 0,-3 18 0,0-19 0,-3 15 0,1-22 0,-1 15 0,4-36 0,-4 38 0,4-18 0,-3 31 0,0 0 0,1 3 0,-1 3 0,0 4 0,-1 1 0,-1 6 0,0 3 0,2 6 0,0 4 0,4 6 0,-2-2 0,18 50 0,-7-30 0,13 52 0,-11-48 0,11 40 0,-8-36 0,11 29 0,-17-44 0,5 14 0,-12-30 0,3 8 0,-10-18 0,-7-2 0,-5-4 0,-7 0 0,2 1 0,1 1 0,-7 8 0,0 4 0,-11 7 0,14-2 0,-28 12 0,25-11 0,-49 27 0,45-26 0,-28 17 0,34-23 0,-17 17 0,12-15 0,-13 14 0,21-18 0,-11 10 0,21-14 0,-10 8 0,15-11 0,-3 2 0,3-5 0,1 2 0,1-3 0,1 1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0:29.587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369 0 24575,'-11'9'0,"2"-2"0,-4 4 0,4-3 0,-5 3 0,6-4 0,-3 4 0,-4 10 0,2 5 0,-3 18 0,9-12 0,3 14 0,4-25 0,5 14 0,0-16 0,27 33 0,-11-22 0,30 23 0,-24-32 0,31 6 0,-28-15 0,20 0 0,-21-8 0,28-5 0,6-5 0,5-5 0,5-2 0,-2-3 0,-24-9 0,-3-4 0,-27 8 0,2-17 0,-11 10 0,0-22 0,-12 27 0,-36-29 0,-2 21 0,-19-17-1230,7 22 1230,-10 6 0,-2 2 0,-4 3 0,-14-1 0,2 4 0,28 9-3188,0 5 0,2 2 3188,9 2-41,-9 7 1,1 2 40,16-1 0,-34 15 0,53-16 817,-6 3-817,18-5 6741,1 3-6741,6-4 129,20 10-129,-11-11 0,23 7 0,-21-10 0,22-1 0,-10-3 0,-1 0 0,-11-2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0:30.658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36 0 24398,'-11'11'0,"-1"2"88,9-1-88,-3-1 0,4 4 30,1-2-30,4 35-6755,1-25 6755,4 30 30,2-37-30,8 15 0,-2-12 0,29 26 0,-20-27 0,12 8 0,-16-16 6784,9-1-6784,4-2 0,21-1 0,-20-6 0,12-20 0,-31 8 0,4-18 0,-16 16 0,-3-8 0,-1 5 0,-10-20 0,4 19-6784,-28-38 6784,21 41 0,-21-26 0,24 34 0,-11-8 0,11 10 0,-7-4 0,8 5 6784,-4 0-6784,7 2 0,-2-1 0,4 3 0,2-1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0:31.511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102 1 24575,'-24'13'0,"3"-1"0,14-5 0,1 0 0,-1 1 0,-5 17 0,4-8 0,-3 8 0,7-8 0,3 8 0,1-4 0,6 14 0,-1-19 0,15 21 0,-9-16 0,31 22 0,-24-26 0,23 7 0,-27-21 0,17 2 0,-11-4 0,26-9 0,-26 2 0,15-12 0,-27 8 0,7-15 0,-12 10 0,3-20 0,-7 18 0,-17-27 0,5 23 0,-23-21 0,12 22 0,1 0 0,4 8 0,-15-5 0,16 9 0,-30-9 0,38 13 0,-15 1 0,21 1 0,-4 2 0,6 0 0,1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2:48.665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66 0 24575,'0'10'0,"0"1"0,0 13 0,0-3 0,1 9 0,1 7 0,2 8 0,0 2 0,-2-3-6784,1 1 6784,-1-16-71,3 24 0,0 1 71,-1-14 0,2 14 0,0-5 0,-4-30 0,3 12 0,-3-23 6713,-1 0-6713,-1-4 213,-1-2-213,-1 0 0,1-2 0,0-2 0,1 0 0,-1-1 0,1 0 0,-2-1 0,0-4 0,-1 1 0,-6-19 0,5 12 0,-10-18 0,10 19 0,-7-7 0,7 9 0,-7-8 0,6 7 0,-5-5 0,6 8 0,-5-3 0,5 6 0,-4-2 0,6 4 0,-3 0 0,4 3 0,-1 2 0,3 6 0,-1 4 0,1 0 0,-1 2 0,1-2 0,1 9 0,2 1 0,1 5 0,-1-5 0,8 4 0,-6-14 0,6 6 0,-8-15 0,2 0 0,-4-2 0,6-2 0,-5 0 0,6-3 0,-6 1 0,9-5 0,-7 2 0,7-7 0,-8 6 0,6-6 0,-6 6 0,7-9 0,-6 12 0,6-10 0,-8 11 0,5-5 0,-5 6 0,4-2 0,-2 3 0,3-1 0,-3 1 0,7-1 0,-4 2 0,0-1 0,-4 2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2:49.551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121 0 24575,'-1'8'0,"1"0"0,-1 2 0,1 2 0,-2 2 0,0 3 0,-1 4 0,0-1 0,-3 35 0,1-1 0,-1 23 0,3-29 0,0 1 0,3-34 0,-2 13 0,2-22 0,0 4 0,-1-9 0,0 1 0,-2-2 0,1 0 0,0 0 0,-2 0 0,1 0 0,0-1 0,-2 1 0,2-2 0,-1-1 0,1 2 0,2-3 0,-1 2 0,-4-10 0,2 6 0,-8-14 0,7 11 0,-4-6 0,5 9 0,-1 0 0,5 4 0,-1 1 0,4 5 0,-1 0 0,1 5 0,4 5 0,-1-1 0,3 5 0,1 0 0,8 7 0,-6-7 0,7 0 0,-16-14 0,3-3 0,-5-1 0,2-1 0,-3-3 0,2 2 0,0-1 0,-1 1 0,0 1 0,1-1 0,0-1 0,3 0 0,-2 0 0,3-1 0,-4 3 0,0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2:51.852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63 0 24575,'-2'7'0,"1"5"0,1-5 0,0 17 0,0-7 0,0 8 0,0-5 0,0-4 0,0 19 0,0-12 0,0 25 0,0-27 0,0 20 0,0-27 0,0 9 0,0-19 0,0 0 0,0-4 0,0-5 0,-1 0 0,1-3 0,-2 1 0,1-2 0,-5-14 0,2 12 0,-3-10 0,4 16 0,-1-2 0,0 1 0,-2-4 0,1 4 0,-3-4 0,4 6 0,0-3 0,3 9 0,1-1 0,2 5 0,-1 2 0,2 1 0,1 4 0,-1-4 0,2 2 0,1-1 0,0 0 0,2-2 0,-3-3 0,-1-1 0,0-3 0,-2-1 0,0 0 0,0-2 0,2-2 0,-2 2 0,4-3 0,-3 4 0,7-1 0,-5 1 0,12 0 0,-7 3 0,34 4 0,-30-3 0,21 2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2:55.114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387 1 24575,'0'4'0,"0"-1"0,-1-1 0,0 1 0,0-1 0,-2 0 0,2 1 0,-1-1 0,-1 2 0,-3 1 0,0 0 0,-14 11 0,9-8 0,-13 8 0,14-10 0,-37 5 0,30-7 0,-40 4 0,42-7 0,-19 2 0,18-2 0,-10 1 0,7 0 0,-6 0 0,9 1 0,1-3 0,11 1 0,-1-1 0,5 0 0,-1-1 0,3 1 0,-2-2 0,2 1 0,0-1 0,0 2 0,1-2 0,0 2 0,3-4 0,-2 3 0,4-3 0,-5 2 0,6-1 0,-5 1 0,11-2 0,-8 1 0,16-3 0,-12 1 0,11-2 0,-10 3 0,20-2 0,-19 3 0,22-3 0,-27 4 0,11-2 0,-11 4 0,1-2 0,-4 2 0,-2-1 0,-1 0 0,-1 0 0,-1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3:18.476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4044 235 24575,'-12'5'0,"2"1"0,-28 9 0,-2 2 0,-13 1 0,1-1 0,-24-1 0,18-6-778,-3-1 1,-2-1 777,-18-1-943,16-3 1,-12 1-1,5-1 943,0-1 0,-7-2 0,6-1 0,-15-1 0,-5 0 0,3-1 0,12-1 0,6 1 0,7-1 0,-7-2-739,-4-2 0,-11-2 1,-2-1-1,4 0 1,12 1 738,-12-5 0,1-2 0,3 0 0,-11-3 0,-1 0 0,10 2 0,12 3 0,7 1 0,-7-1 0,-15-3 0,-11-1 0,2 0 0,13 2-259,3 2 0,1 0 259,-18-4 0,-9-1 0,15 5 0,39 7 0,2 2 0,-29-2 0,-11 0 0,18 5 0,12 14-3452,-36 4 3452,76 7 1679,8-4-1679,-2 17 3011,6-10-3011,1 7 572,2 0-572,1-2 6784,1 17-6784,0-21 0,2 20 0,0-24 0,-2 22 0,1-23 0,1 9 0,1-23 0,2 11 0,-1-10 0,3 14 0,-2-14 0,5 20 0,-5-19 0,11 26 0,-7-23 0,10 16 0,-11-18 0,5 1 0,-9-8 0,1-1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3:19.977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76 24575,'6'0'0,"2"2"0,6 2 0,8 6 0,-5-2 0,19 7 0,-13-3-9831,15 3 8341,-6 0 4308,10 1-2818,25 7 0,-4-1 0,25 8 0,4 0 0,-45-14 0,2-2 163,20 5 0,9 1 0,-11-4-163,13-2 0,-8-6 0,-2-2-515,-4-3 515,6-1 0,2-1 0,21-5 2105,-10 0 0,-1-1-2105,13-3 0,-24-7 0,10-7 0,-12 4 0,15-4 0,3-5 0,-5-1 0,-28 5 0,10-8-488,-13 5 488,4-3 0,-1 1 0,-9 8 0,21-7 0,0 3 0,-29 15 773,11-1 0,-1 2-773,-14 4 742,44 0-742,-42 4 1900,30 2-1900,-31 1 0,43 8 0,-29-1 0,19 9 0,1 2 0,-7 1 309,4 1 1,-2 1-310,-16 2 0,20-1 0,-25-4 0,30 6 0,4 0 0,-6-1 0,-8-3 0,11 4 0,-14-5 0,-6-2 0,7 4 0,0 0 0,-8-5 0,39 17 0,-45-21 0,35 14 0,-51-18 0,16 7 0,-37-15 0,-8 0 0,0-1 0,-2 2 0,2-1 0,-1 0 0,1 2 0,0-1 0,4 4 0,-3-4 0,2 0 0,-4-2 0,-1-2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3:22.645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425 0 24575,'0'5'0,"0"-1"0,0 3 0,0 0 0,0 1 0,0 3 0,0 1 0,-1 14 0,0-9 0,2 23 0,1-19 0,1 15 0,0-16 0,-2 4 0,2-11 0,1 17 0,1-10 0,-1 4 0,3 10 0,-4-7 0,2 6 0,2 2 0,-5-20 0,5 20 0,-7-20 0,2 9 0,0 6 0,-2 1 0,4 5 0,-4 1 0,2-20 0,4 23 0,-4-24 0,5 21 0,-6-26 0,2 16 0,-3-15 0,3 11 0,-2-13 0,0 6 0,-1-8 0,0 9 0,2-6 0,-1 8 0,0-5 0,-1 5 0,0 0 0,0-4 0,0 3 0,0-9 0,0 9 0,0-9 0,-1 7 0,0-3 0,0 1 0,1-1 0,0 2 0,0-9 0,0 9 0,0-9 0,0 11 0,0-10 0,0 9 0,0-11 0,0 3 0,0-8 0,-2 1 0,0-2 0,-1 2 0,-2 1 0,1 1 0,-1-1 0,2 1 0,0-2 0,-4 3 0,1-1 0,-6 3 0,6-2 0,-4 1 0,1 0 0,-7 4 0,4-1 0,-8 2 0,9-4 0,-7 2 0,8-3 0,-15 3 0,14-5 0,-30 4 0,21-6 0,-27 3 0,24-4 0,-12 0 0,17-2 0,-13-5 0,12 2 0,-2-5 0,3 2 0,11 1 0,-10-10 0,10-10 0,0 7 0,3-17 0,4 23 0,2-27 0,-1 22 0,4-31 0,0 27 0,7-22 0,0 22 0,10-21 0,-9 26 0,16-14 0,-16 19 0,34-17 0,-27 18 0,26-12 0,-28 19 0,8-2 0,-10 2 0,8 3 0,-1 1 0,26 17 0,-18-6 0,17 24 0,-30-16 0,21 37 0,-17-19 0,14 39 0,-21-32 0,0 32 0,-10-40 0,2 33-6784,-5-46 6784,0 11 0,-2-24 0,0 2 0,0-6 0,0 1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3:04.024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0 24575,'2'5'0,"0"1"0,-2 3 0,0 11 0,0-1 0,2 14 0,1 35 0,0-17 0,2 35 0,-5-18-875,4-10 1,0 5 874,-1 1 0,1 5 0,4 4 0,1 6 0,0-6 0,-2-4 0,2 1-770,3 5 0,2 7 1,-1-10 769,-3-19 0,0-3 0,6 33 0,-1-2-142,1-2 142,2 10 0,-10-50-5393,5 21 5393,-10-35 1016,1 49-1016,-4-36 1674,0 50-1674,-3-44 119,0 30-119,1-35 6784,-1 22-6784,1-29 0,0 29 0,0-42 0,0 14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3:04.797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1 24575,'0'3'0,"0"4"0,2 9 0,0-3-9831,1 24 8341,1-7 4264,-1 27-2774,6 3 0,3 13 0,-1-3 0,-3-3 0,1 5-500,5 16 1,3 17-1,1 3 1,-3-14 499,-4-22 0,-1-8 0,1 7 0,4 15 0,3 11 0,1-2 0,-4-12-580,0 1 0,0-5 580,2 1 0,2 5 0,-4-13 0,-2 12 0,1-10 0,-1-4 0,-7-23 24,3 37-24,-6-57 824,-1 13 1,-2-34-1,0-1 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3:05.345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5 1 23808,'-2'23'0,"0"4"0,2 3 0,0-3-9831,0 17 8935,0-12 3510,2 16-2614,1 7 0,1 3 0,3 22 174,0 12 0,1 3-174,-4-46 0,1 2-777,1 35 1,2 15 0,-2-8 776,-1-11 0,0 3 0,-1 0 0,1 12 0,0 1 0,-1-12 0,-1 6 0,0 0 0,-1-7 0,1 10 0,0 3 0,-1-6 0,-1 3 0,-1-4 0,0-1 0,1 5 0,1-1 0,-1-3 0,-1-8 0,0-3 0,0-13 139,0 14-139,0-17 0,0 2 0,-2-14 0,1-1 581,0 0 1,1-1-582,-3 22 0,3-58 0,0-11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3:05.869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1 24575,'2'16'0,"0"-4"0,1 15 0,-1-6 0,2 14 0,5 27 0,4 7-1674,-2-10 1,2 10 0,1 0 1673,2 17 0,3 8 0,-4-19 0,3 12 0,1 5 0,-1-3 0,-2-10 0,0-1 0,-2-7 0,1 8 0,1 6 0,1 12 0,1 3 0,-2-6 0,-4-16 0,-1 3 0,-2-2 0,0-3 0,0 11 0,-1 0 0,-2-13 0,-3 1 0,-1-4 0,0-4 0,0 4 0,0-8 1126,-2 30-1126,0-33 0,0-7 0,0-14 0,-4 20 0,3-49 0,-2-2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3:32.667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446 1 24575,'0'3'0,"-3"56"0,2-28 0,-2 46 0,3-35 0,0 55 0,0-46 0,-2 20 0,-1-2 0,2-31 0,-8 50 0,8-60 0,-3 23 0,4-29 0,0 14 0,0-25 0,0 8 0,0-9 0,1 7 0,0-8 0,0 4 0,-1-9 0,0 4 0,0-5 0,0 2 0,0-2 0,2 1 0,-2-1 0,0-3 0,-2 0 0,0-3 0,-4-4 0,2 3 0,-29-9 0,16 9 0,-42-10 0,31 10 0,-20-4 0,26 5 0,-15 1 0,19 2 0,-29 0 0,28 0 0,-18-1 0,25 0 0,-2 0 0,7 1 0,2 0 0,1 0 0,1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3:33.695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0 24575,'4'0'0,"1"0"0,2 0 0,1 0 0,6 0 0,-4 0 0,9 0 0,8 2 0,17-1 0,15 3 0,-3-2 0,1-1 0,12 2 0,-7 1 0,-2-1-6784,-8 1 6784,11 1-4537,-7 1 4537,-23-6-3034,19 5 3034,-25-4 0,35 7 0,2-4 3034,-7 3-3034,-12-5 0,-37-2 0,-7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3:44.180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1 24575,'0'0'0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21.397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0 24575,'0'4'0,"0"1"0,1-4 0,0 3 0,0-2 0,-1 1 0,1 1 0,0-1 0,1 0 0,1 3 0,-1-2 0,2 3 0,-1-1 0,2 1 0,-3-2 0,4 4 0,-3-5 0,3 5 0,-3-6 0,5 7 0,-5-6 0,6 6 0,-6-6 0,5 4 0,-3-3 0,7 8 0,-6-9 0,4 8 0,-5-9 0,3 5 0,-4-4 0,6 4 0,-6-3 0,9 8 0,-6-6 0,2 4 0,-4-6 0,3 2 0,-3-1 0,7 6 0,-7-6 0,7 7 0,-5-7 0,10 9 0,-8-6 0,8 7 0,-8-6 0,4 5 0,-4-7 0,5 6 0,-2-4 0,9 8 0,-10-6 0,10 8 0,-13-12 0,11 9 0,-11-10 0,8 8 0,-7-9 0,6 10 0,-8-9 0,7 7 0,-10-8 0,11 11 0,-6-8 0,12 19 0,-13-16 0,7 6 0,-11-12 0,12 13 0,-6-7 0,12 17 0,-11-16 0,7 9 0,-7-10 0,11 17 0,-8-11-6784,9 11 6784,-9-13 0,13 14 0,-15-16 0,16 18 0,-19-19 0,11 13 0,-9-14 6784,5 8-6784,-7-10 0,14 14 0,-5-3 0,10 10 0,-10-9 0,8 4 0,-12-12 0,15 9 0,-15-11-6784,28 19 6784,-25-19 0,48 37 0,-48-37 0,25 20 0,-31-24 0,9 6 0,-1-1 0,14 12 0,-11-10 0,5 7 0,-11-10 6784,52 39-6784,-34-26 0,47 32 0,-57-41 0,3 1 0,-11-8 0,17 15 0,1 1 0,3 2 0,13 13 0,-9-11 0,2 5 0,0-1 0,-23-20-6784,27 24 6784,-27-24 0,44 32 0,-41-31 0,28 20 0,-29-19 0,13 8 0,-13-8 0,56 36 0,-44-30 6784,35 25-6784,-50-33 0,8 7 0,-5-4 0,9 5 0,-6-5 0,49 43 0,8 7-1256,-22-17 1256,-4-4 0,10 8 0,-15-12 0,-16-14 0,22 11 0,4 1 0,-5-5 0,13 9 0,-3-2 0,-21-18 0,31 23 0,-44-29 0,38 28 0,-33-22 0,12 10 0,1 5 1256,-12-8-1256,10 10 0,0 0 0,-22-21 0,17 15 0,-19-18 0,13 11 0,-22-15 0,19 13 0,-20-13 0,16 13 0,-17-15 0,4 5 0,-8-8 0,0 3 0,-1-2 0,3 3 0,4 2 0,6 5 0,-3-3 0,10 6 0,-18-14 0,9 7 0,-10-7 0,47 32 0,-34-22 0,47 30 0,-53-35 0,24 15 0,-17-13 0,19 11 0,-20-12 0,18 11 0,-24-14 0,26 19 0,-23-16 0,14 12 0,-19-15 0,9 8 0,-12-9 0,9 6 0,-10-6 0,30 25 0,-17-13 0,20 15-6784,-24-19 6784,0-3 0,-4 0 0,23 13 0,-10-9 0,25 16 0,-26-17 0,31 16 6784,-35-18-6784,31 14 0,-34-18 0,11 6 0,-17-10 0,4 6 0,-10-9 0,3 4 0,-6-5 0,9 8 0,-7-6 0,10 7 0,-11-8 0,7 4 0,-7-3 0,3 1 0,0 1 0,17 12 0,-12-8 0,16 11 0,-21-14 0,23 17 0,-14-9 0,13 8 0,-18-13 0,7 5 0,-6-4 0,17 14 0,-16-13 0,6 4 0,-10-4 0,4-1 0,2 4 0,7 8 0,-7-11 0,8 12 0,-14-15 0,14 12 0,-8-5 0,10 5 0,-10-5 0,8 5 0,-12-11 0,17 14 0,-17-14 0,16 13 0,-18-15 0,15 14 0,-14-13 0,13 10 0,-16-12 0,8 6 0,-10-8 0,5 3 0,11 7 0,-10-4 0,10 3 0,-8-4 0,-7-6 0,3 2 0,-6-3 0,8 5 0,-3-2 0,11 8 0,-10-7 0,5 3 0,-11-7 0,8 4 0,-7-3 0,9 5 0,-8-5 0,6 6 0,-8-8 0,2 3 0,-3-2 0,4 1 0,-3 0 0,5 3 0,-5-4 0,6 5 0,-8-6 0,4 3 0,-5-4 0,1 2 0,-1-2 0,4 4 0,-3-3 0,3 1 0,-4-1 0,0-1 0,0 1 0,2 2 0,-2-1 0,3 3 0,-3-5 0,2 3 0,-3-3 0,2 1 0,-2-1 0,6 5 0,-3-3 0,5 5 0,-3-6 0,3 6 0,-4-5 0,6 5 0,-8-6 0,1 1 0,-1-2 0,0 2 0,0-2 0,1 3 0,-1-4 0,1 1 0,-2-2 0,-1 0 0,0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41.138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6 0 24575,'-1'5'0,"0"-1"0,0-1 0,1 0 0,0-1 0,-1 0 0,1 1 0,-1-1 0,1 1 0,0-1 0,0 0 0,0 0 0,0-1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30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1 24575,'2'2'0,"1"1"0,-1 0 0,1 0 0,1 5 0,-3-3 0,5 6 0,-3-5 0,3 6 0,7 10 0,-4-5 0,14 23 0,-14-23 0,27 34 0,-23-30 0,26 24 0,-30-30 0,12 8 0,-14-13 0,4 3 0,5 8 0,1-1 0,-1 2 0,-2-3 0,-8-13 0,4 9 0,-3-7 0,9 13 0,-9-10 0,12 17 0,-12-15 0,4 3 0,-3-5 0,1 2 0,1-1 0,6 9 0,-7-10 0,11 17 0,-11-14 0,13 15 0,-13-17 0,11 11 0,-11-12 0,10 10 0,-10-11 0,3 5 0,7 7 0,2 2 0,-2-1 0,-2-1 0,-9-13 0,4 10 0,-1-6 0,14 26 0,-13-21 0,12 21 0,-17-24 0,15 18 0,-9-8 0,13 15 0,-10-16 0,15 28 0,-16-29 0,23 38 0,-20-32 0,18 24 0,-17-25 0,15 20 0,-17-27 0,11 16 0,-15-21 0,16 19 0,-19-22 0,23 32 0,-27-34 0,17 27 0,-17-25 0,12 23 0,-8-15 0,12 25 0,-10-18 0,20 35 0,-15-30 0,26 45 0,-22-39 0,16 25 0,-17-32 0,11 15 0,3 3 0,-4-10 0,1 0 0,4 10 0,2-4 0,-2-6 0,-18-21 0,39 44 0,-38-47 0,11 16 0,-20-22 0,8 9 0,-5-3 0,6 7 0,-10-12 0,-1-1 0,-5-8 0,-1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31.575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3 1 24575,'-2'6'0,"1"1"0,1-3 0,0 1 0,0-1 0,0 3 0,0-1 0,1 3 0,1-5 0,2 10 0,4 0 0,7 17 0,-2-11 0,19 25 0,-14-23 0,26 28 0,-18-24 0,27 25 0,-24-25 0,26 21 0,-25-25 0,25 24 0,-20-18 0,5 5 0,1 1 0,-3-1 0,37 27 0,-46-32 0,42 30 0,-26-17 0,3-1 0,12 8 0,-9-7 0,14 13-3392,2 1 0,-4-5 3392,-29-24-60,15 17 60,1-7 0,25 26-344,-19-20 344,-14-9 0,-2 0 0,4 2-3,26 19 3,-36-29 0,8 7 0,0-1 0,-11-7 0,17 14 0,-2 0 0,-23-21 6583,27 25-6583,-37-33 0,-2 2 87,-4-6-87,0 4 517,-2-6-517,0 4 4,-4-5-4,0 0 0,0 4 0,2-1 0,-2 2 0,7 7 0,-3-3 0,10 14 0,-6-10 0,11 15 0,-8-15 0,9 15 0,-10-15 0,8 12 0,-10-17 0,1 4 0,-6-11 0,-2 0 0,0-1 0,-1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32.782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0 24575,'0'4'0,"3"4"0,-1 2 0,6 6 0,12 38 0,-3-15 0,4 8 0,2 2-1101,6 15 1101,4-1 0,0 1 0,5 9 0,-3-8 0,-1-3 0,0-6-3120,5 7 1,0-2 3119,-7-17-193,9 18 1,-1-4 192,-18-30 0,34 46 0,-34-49 0,32 35 0,-21-23 0,29 30 0,-26-31 0,30 35 0,-38-42 269,5 12 1,-3 0-270,-15-16 6586,19 33-6586,-27-41 0,9 14 0,-11-19 600,11 24-600,-8-22 0,7 21 0,-8-25 0,1 7 0,-3-8 0,3 8 0,-3-7 0,8 13 0,-9-14 0,7 8 0,-9-11 0,5 3 0,-5-4 0,1-1 0,-2-1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34.129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1 24575,'2'4'0,"2"1"0,0 1 0,9 8 0,0-1 0,22 16 0,-6-1 0,13 6 0,23 22-6784,-3-5 6784,8 4-2899,4 1 2899,-12-13 0,17 10 0,2 2 0,-12-7 0,-2-1 0,0 1 0,0-1 0,13 11 0,5 2 0,-8-3 0,-17-12-950,-14-9 1,-4 0 949,17 13 0,11 12 0,2 1 0,-11-9 0,-7-6 0,1 0 0,5 3 0,11 10 0,-1-2 0,-12-10 0,-12-12 0,-2-3-447,37 26 0,0-3 447,4-4 0,-17-13 0,12 5 0,-10-6 0,-20-13 0,0 0 0,32 15 0,12 5 0,-18-11 0,-13-9 0,4 1 0,-7-4 3964,-37-16-3964,5 0 0,-21-4 0,-3-2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13.340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1 24575,'0'0'0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11.893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1 24575,'1'2'0,"1"0"0,0 0 0,-1-1 0,1 1 0,-1 0 0,1 0 0,0-1 0,-2 2 0,3 0 0,-2 0 0,3 0 0,-2 0 0,2 0 0,-1 0 0,0-1 0,0 0 0,-1 0 0,1-1 0,-1 1 0,0-1 0,3 1 0,-1 0 0,14 2 0,-10-1 0,11 2 0,-12-2 0,7 0 0,-2-1 0,10 4 0,-11-4 0,9 3 0,-15-5 0,6 1 0,-7-1 0,2 0 0,-5-1 0,1 1 0,-2-2 0,1 0 0,-1 0 0,0 0 0,0-1 0,0 1 0,-1-1 0,1 2 0,-1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12.477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0 24575,'2'4'0,"2"1"0,-1-1 0,2 0 0,-2 1 0,0-2 0,0 0 0,7 4 0,-5-4 0,8 5 0,-9-7 0,3 2 0,-3-1 0,1-2 0,-2 1 0,-1-1 0,-1 0 0,0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13.730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1 24575,'0'0'0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14.990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1 24575,'0'0'0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42.541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46 0 24575,'0'12'0,"0"2"0,0 6-9831,0 6 8341,0 2 4308,0 6-2818,0 8 1719,0-4-1719,0 4-2269,1 9 1,0 1 2268,-2-2 1854,-2 42 1,-3 0-1855,-1-44-40,-1 21 0,2-4 40,2-36-4236,-3 33 4236,7-41 4236,-3 15-4236,2-29 823,0 5-823,0-11 0,1 2 0,0-6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43.083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4 0 24575,'0'12'0,"-1"0"0,0 6 0,0 8 0,1 3 0,0 14 0,0 0 0,1 20 0,1 5 0,2 19 0,-3-18 0,1 10 0,-1-13 0,2 8 0,-3-15 0,0-8 0,0-35 0,0 0 0,0-5 0,0 8 0,0-11 0,0 4 0,0-9 0,0-4 0,0-1 0,1-5 0,-1-2 0,1 4 0,-1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43.549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31 0 24575,'0'12'0,"0"1"0,-1 4 0,0 4 0,0 4 0,-1 4 0,1 2-8503,0 2 8503,1-2-2818,0 17 2818,0-20 0,0 24 0,0 4 0,0-7 0,-2 32 4537,2-40-4537,-4 34 6784,2-33-6784,0 23 0,0-34 0,-1 15 0,3-27 0,-4 13 0,2-25 0,1 7 0,0-14 0,1-1 0,2-12 0,0-2 0,3-4 0,-3 8 0,-1 4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44.031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21 0 24575,'-1'9'0,"1"-5"0,-2 11 0,2-6 0,-1 27 0,0-11 0,0 15 0,1-7 0,1-2 0,0 44 0,3-14 0,-4-7 0,1 1 0,1 10 0,-2 33 0,-2-51 0,-2 46 0,0-61 0,-2 28 0,4-45 0,-2 5 0,4-14 0,-1-2 0,1-5 0,0-2 0,0-3 0,0-1 0,0 2 0,0 2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45.053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0 24575,'0'12'0,"0"20"0,1-13 0,0 14 0,2-12 0,-3-5 0,3 11 0,0 25 0,0-12 0,-1 16 0,-1 3 0,0 3-486,0 4 0,-2 1 486,-1 3 0,4 8 0,0 2 0,0 3 0,3 5 0,2 1 0,-1 1 0,1-12 0,2 15 0,-2-12 0,-3-30 0,0 1 0,2 21 0,2 16 0,-1 1 0,-1-18 0,-1 26 0,-1-16 0,1 22 0,0 3 0,-2-18 0,-2-12 0,-1-3-756,2 9 0,0 7 0,0-8 756,-1-8 0,0-7 0,1-8 0,-1 3 0,1 4 0,-1 6 0,0-4 0,0 0 0,0 0 0,0 4 0,-2 6 0,1-12 0,0 20 0,1-23 0,-2-4 0,-1-2-5711,2-27 5711,-4 12 0,1 24 0,-1-26 574,-2 55-574,4-59 1593,-2 33-1593,4-43 6784,0 11-6784,0-21 0,0 2 0,1-10 0,1-7 0,1-4 0,-1-4 0,1-5 0,2-3 0,-3 5 0,1 1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46.051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0 24575,'0'4'0,"0"4"0,0-2 0,0 8 0,0-2 0,0 9 0,2 0 0,-2 7 0,2 6 0,-2 0 0,3 28 0,0 6 0,-1 27-797,1-30 1,0 9 0,0-8 796,-3-11 0,0-2 0,3 28 0,-1-1-1294,-2 7 1294,3 0 0,-1 4 0,-1-34 0,-1 2 0,1 22 0,1 9 0,0-10 0,-2-23 0,1 0 0,1 32 0,0 13 0,1-15 0,1 11 0,-2-27 0,2 9 0,0-10 0,4 27 0,-1-3 0,0 0-5564,3-1 5564,-2-9 0,2 16 0,-2-12 0,-4-31 0,1 2-505,3 17 1,3 17 0,0 2 0,-3-14 504,-1 4 0,-1-5-747,3-3 1,2 5 0,-2-8 746,-4-9 0,-1-6 0,2 9 0,1-3 138,1 29-138,-1-14 0,0-3 0,2-5 0,-4-18 0,0-4 3524,-1-13-3524,0 20 0,-2-30 0,-1 1 2329,-1-10-2329,1-16 0,0 4 0,0-9 0,-1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46.986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4301 74 24575,'-21'-11'0,"6"4"0,-23-5 0,11 6 0,-14-4 0,-17 3 0,16 2 0,-41-3 0,32 5-589,-12 1 1,-3 0 588,-8 2 0,24 0 0,-4 0 0,-15 1 0,0 0 0,10 3 0,0-1-876,-14-1 0,-5 0 876,-18 4 0,2 1-1009,32-5 1,-2 1 1008,-7 2 0,-9 2 0,7-2 0,-1-1 0,0 0 0,-5 4 0,-5 1 0,7 0 0,16-3 0,-4 2 0,-2 0 0,-16 1 0,-6 2 0,4-1 0,12-1 0,-20 4 0,1-1-635,0-1 1,-15 1-1,1 1 1,18-3 634,10 1 0,8-1 0,-11 0 0,4 2 0,-14 7-356,35-8 0,0 1 356,-31 6 0,34-8 0,3-1 0,-17 1 612,-2-2 1,-3 0-613,-17 0 877,26-2 1,5-1-878,13-4 0,35-1 0,1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4:47.641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6588 1 24575,'-37'10'0,"-5"-2"-9831,-1 5 8341,-6-2 1490,-38 12 690,33-10 0,-3 1-690,-9 3 0,-2 0 0,11-3 0,-8 0 0,-6 0 0,-16 1 0,-7 1 0,3-1 0,12-3 7,9 0 0,9-3 0,-14 1-7,-5 0 0,-16 0 0,-10 1 0,-4 0 0,1-1 0,9-1 0,13-2-1094,-15 1 0,13-4 0,-11 1 1094,15-2 0,-11-1 0,-5 0 0,0 1 0,5-2 0,10 1 0,-17 0 0,9-1 0,-8 1 0,23-2 0,-9 1 0,-3 0 0,0-1 0,5 0 0,9 1 0,-15-1 0,10 0 0,-8 0 0,3-1 0,-9-1 0,-3 1 0,5-1 0,11 1 295,7-1 1,9 1 0,-8-1-296,-5-2 0,-10-1 0,-4 0 0,3-1 0,10 1 0,-1-1 0,8 0 0,-11 0 0,3 0 0,-13 0 0,-7-1 0,0 0 0,8 1 0,14 0 0,2 0 0,12 0 0,-8 1 0,-4 0 0,-13-1 0,-2 1 0,10 0 0,20 2 0,-14-1 0,25 1 0,1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5:26.952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1 24575,'1'4'0,"2"8"0,4-1 0,1 12 0,10 8-9831,1 4 8341,8 14 1490,15 25-337,-10-18 1,9 15 0,3 4-1,-5-7 337,-3-5 0,-2-4 0,5 9 0,6 8 0,8 11 0,3 4 0,-2-3 0,-5-11 0,-2-5 0,-4-9 0,6 10-195,-3-7 1,5 10 0,5 4 0,0 2 0,-1-4 0,-3-6 194,5 6 0,-3-8 0,1 2 0,6 6-315,-9-10 1,4 6-1,4 4 1,0 1-1,0-2 1,-4-4-1,-3-8 315,5 5 0,-6-7 0,2-2 0,6 4 0,-1-2 0,8 5 0,3 2 0,0-2 0,-5-5 0,-7-10 0,0-1 0,-7-8 0,10 4 0,3 0 0,12 6 0,5 4 0,1-1 0,-4-4 0,-11-8 0,5 2 0,-8-8 0,3 2 0,-2-1 0,6 3 0,-4-2 0,-11-8 0,-12-9 0,0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9T04:25:29.626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13E6F-D737-2E4A-9698-4D13BFEB6A56}" type="datetimeFigureOut">
              <a:rPr lang="en-VN" smtClean="0"/>
              <a:t>11/5/21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8370A-A541-FD4E-9EFB-D958B9D5DE3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81272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utex.oulu.fi/publications/pami_02_opm.pdf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13h00’  13h50’ 10’</a:t>
            </a:r>
          </a:p>
          <a:p>
            <a:r>
              <a:rPr lang="en-US" dirty="0"/>
              <a:t>8 14h00’  14h50’ 10’</a:t>
            </a:r>
          </a:p>
          <a:p>
            <a:r>
              <a:rPr lang="en-US" dirty="0"/>
              <a:t>9 15h00’  15h50’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5C7AD-45A0-CE4A-A5EF-5B59D7E64D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51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Horizontal theta=0</a:t>
            </a:r>
          </a:p>
          <a:p>
            <a:r>
              <a:rPr lang="en-US" dirty="0"/>
              <a:t>Vertical theta = +90 or -90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E7BDF-425B-4A4C-BB53-5F55D7A5B8F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72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PAMI paper 2</a:t>
            </a:r>
          </a:p>
          <a:p>
            <a:r>
              <a:rPr lang="en-US" dirty="0">
                <a:hlinkClick r:id="rId3"/>
              </a:rPr>
              <a:t>http://www.outex.oulu.fi/publications/pami_02_opm.pdf</a:t>
            </a:r>
            <a:endParaRPr lang="en-US" dirty="0"/>
          </a:p>
          <a:p>
            <a:endParaRPr lang="en-US" dirty="0"/>
          </a:p>
          <a:p>
            <a:pPr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For each pixel p, create an 8-bit number 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en-US" sz="1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US" altLang="en-US" sz="1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US" altLang="en-US" sz="1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US" altLang="en-US" sz="1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US" altLang="en-US" sz="1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US" altLang="en-US" sz="1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US" altLang="en-US" sz="1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US" altLang="en-US" sz="1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marL="0" indent="0">
              <a:buNone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 where b</a:t>
            </a:r>
            <a:r>
              <a:rPr lang="en-US" alt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i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= 0 if neighbor </a:t>
            </a:r>
            <a:r>
              <a:rPr lang="en-US" alt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has value less than or equal to p’s</a:t>
            </a:r>
          </a:p>
          <a:p>
            <a:pPr marL="0" indent="0">
              <a:buNone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 value and  1 otherwise.</a:t>
            </a:r>
          </a:p>
          <a:p>
            <a:pPr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Represent the texture in the image (or a region) by the</a:t>
            </a:r>
          </a:p>
          <a:p>
            <a:pPr marL="0" indent="0">
              <a:buNone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histogram of these numbers.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38E99-3DAF-8E4E-8EBA-F97DB5A69B2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5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9FDEB-D1D5-D146-B55F-62AB4EF8A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A9489-9885-9B40-B983-376C0AF37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F84BB-7A97-BF40-A006-3823799DF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7E39A-6419-7F44-9C1D-98152B3518F4}" type="datetimeFigureOut">
              <a:rPr lang="en-VN" smtClean="0"/>
              <a:t>11/5/21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77EFD-85FE-8548-832C-FB2D48280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E5B5-050A-FC4E-9493-7CE9C539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8CC-9E0F-004C-938D-FC7E9B4E9CD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21048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2C70-1FE0-4240-B4ED-ABA95865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C817F-63E3-9241-868C-26272719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EEF2B-CBD7-2C43-89ED-5BFF8DCD7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7E39A-6419-7F44-9C1D-98152B3518F4}" type="datetimeFigureOut">
              <a:rPr lang="en-VN" smtClean="0"/>
              <a:t>11/5/21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FAFFB-FB8F-C043-8C9C-A6A2560B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A09A1-25E7-C14B-8A8C-CCF12443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8CC-9E0F-004C-938D-FC7E9B4E9CD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45048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38C8-FF35-A043-BA23-ADA4801D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1DB20-7B41-CC4D-A39E-A2FE39D8E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27840-4210-EA43-A44B-F011D3675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7E39A-6419-7F44-9C1D-98152B3518F4}" type="datetimeFigureOut">
              <a:rPr lang="en-VN" smtClean="0"/>
              <a:t>11/5/21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B3BCC-4E61-4F4A-929F-63DC32F99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05932-233E-594B-8C8D-784FFB266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8CC-9E0F-004C-938D-FC7E9B4E9CD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8366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8ACF3-B34E-EF4F-9BC7-0F37518F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04A7C-8643-AB4F-914D-8F47BDD73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01D93-5861-604E-A3F8-58C8FA0D7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FB3AF-1173-7B4C-A5CB-CAD87F8F8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7E39A-6419-7F44-9C1D-98152B3518F4}" type="datetimeFigureOut">
              <a:rPr lang="en-VN" smtClean="0"/>
              <a:t>11/5/21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ADC52-7B10-0141-8862-09493D13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A18F8-5879-014E-8D43-80E5630F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8CC-9E0F-004C-938D-FC7E9B4E9CD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8299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C132D-4E69-164B-8362-8B85E02CE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C0B62-9835-4142-8C81-0D979828F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5B3EE-8F15-AC4C-A2ED-7D3D31671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48CC4-1306-0440-A126-2A1658622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8320F8-F479-084F-AF90-F771D07321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F8F7A2-BC05-6A4E-8052-5F57F8AE3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7E39A-6419-7F44-9C1D-98152B3518F4}" type="datetimeFigureOut">
              <a:rPr lang="en-VN" smtClean="0"/>
              <a:t>11/5/21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1F41E8-B2EB-F241-A7F3-183C5019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9B5F06-E818-6F41-AF5D-44E2094B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8CC-9E0F-004C-938D-FC7E9B4E9CD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60059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DE305-50B2-D141-81E3-F44E3FF15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E64D0F-621A-334A-907D-3D29AA18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7E39A-6419-7F44-9C1D-98152B3518F4}" type="datetimeFigureOut">
              <a:rPr lang="en-VN" smtClean="0"/>
              <a:t>11/5/21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DE4239-1DD9-E540-AA6D-39C34971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975D1-6183-204A-9C5B-569A94966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8CC-9E0F-004C-938D-FC7E9B4E9CD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6903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EAC8A7-D0B4-A845-A1A8-B6CE65CA3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7E39A-6419-7F44-9C1D-98152B3518F4}" type="datetimeFigureOut">
              <a:rPr lang="en-VN" smtClean="0"/>
              <a:t>11/5/21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0C8B6F-7838-3B4B-8675-DFCF0B8A2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C7704-4D9A-FE43-9294-5CADF2EB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8CC-9E0F-004C-938D-FC7E9B4E9CD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43771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240B-F046-EB44-A03B-8D16ED8A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E2F74-71FB-6A4C-967F-9AEB17617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86A82-7F8E-9B46-8EE1-1EFA1067F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2FC7-16CD-024A-B232-A659E06C0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7E39A-6419-7F44-9C1D-98152B3518F4}" type="datetimeFigureOut">
              <a:rPr lang="en-VN" smtClean="0"/>
              <a:t>11/5/21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E43A8-AFDA-584F-B6DA-3970CE21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62F05-FC13-5045-A184-3D472FEBD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8CC-9E0F-004C-938D-FC7E9B4E9CD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9730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B0BE7-F16B-3541-BBDE-BD03C02AD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350080-99D4-FF48-8726-28B2578CE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0D317-B3D0-FC44-AD11-2E9CC60A4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74CF2-C500-9140-B1A2-7D3B2CF0F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7E39A-6419-7F44-9C1D-98152B3518F4}" type="datetimeFigureOut">
              <a:rPr lang="en-VN" smtClean="0"/>
              <a:t>11/5/21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BBDFC-83CE-6C4D-B8C3-90F14777B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DACC5-B7B4-C84D-B807-71659A8F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8CC-9E0F-004C-938D-FC7E9B4E9CD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70500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55CBD-80A5-BB4D-8DF9-4568087D7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6D1C5-BAF5-0A48-B04B-5A6952FA3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EA726-418C-1847-A08A-0D47FB481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7E39A-6419-7F44-9C1D-98152B3518F4}" type="datetimeFigureOut">
              <a:rPr lang="en-VN" smtClean="0"/>
              <a:t>11/5/21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FB136-29BA-D24A-AF31-5947CDA7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3B835-61B7-A74F-A741-8ED1053C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8CC-9E0F-004C-938D-FC7E9B4E9CD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52122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2589B-2385-964E-99CB-00A993A9D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CD8BD-B83A-974F-916C-81FE0570E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6C61E-EDA0-F341-8763-F13F53030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7E39A-6419-7F44-9C1D-98152B3518F4}" type="datetimeFigureOut">
              <a:rPr lang="en-VN" smtClean="0"/>
              <a:t>11/5/21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7DAD-82BD-5C41-A2F6-447B72F3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BCE65-9288-AC4A-8CD0-056A783E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8CC-9E0F-004C-938D-FC7E9B4E9CD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4091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143464-3042-2E4F-B103-23A3180B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1279D-0E53-844C-AFAA-6AC4B0C2B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DC3E7-2F22-3D4C-91B2-0F37F67D7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7E39A-6419-7F44-9C1D-98152B3518F4}" type="datetimeFigureOut">
              <a:rPr lang="en-VN" smtClean="0"/>
              <a:t>11/5/21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83988-1FBD-0049-928D-1754E3085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AB837-7F80-DF47-9626-A337FB8F6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488CC-9E0F-004C-938D-FC7E9B4E9CD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4056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gocdiep@vnu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2.png"/><Relationship Id="rId7" Type="http://schemas.openxmlformats.org/officeDocument/2006/relationships/customXml" Target="../ink/ink2.xml"/><Relationship Id="rId12" Type="http://schemas.openxmlformats.org/officeDocument/2006/relationships/image" Target="../media/image17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customXml" Target="../ink/ink4.xml"/><Relationship Id="rId5" Type="http://schemas.openxmlformats.org/officeDocument/2006/relationships/image" Target="../media/image130.png"/><Relationship Id="rId10" Type="http://schemas.openxmlformats.org/officeDocument/2006/relationships/image" Target="../media/image160.png"/><Relationship Id="rId4" Type="http://schemas.openxmlformats.org/officeDocument/2006/relationships/customXml" Target="../ink/ink1.xml"/><Relationship Id="rId9" Type="http://schemas.openxmlformats.org/officeDocument/2006/relationships/customXml" Target="../ink/ink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0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7.png"/><Relationship Id="rId21" Type="http://schemas.openxmlformats.org/officeDocument/2006/relationships/customXml" Target="../ink/ink12.xml"/><Relationship Id="rId42" Type="http://schemas.openxmlformats.org/officeDocument/2006/relationships/image" Target="../media/image55.png"/><Relationship Id="rId47" Type="http://schemas.openxmlformats.org/officeDocument/2006/relationships/customXml" Target="../ink/ink25.xml"/><Relationship Id="rId63" Type="http://schemas.openxmlformats.org/officeDocument/2006/relationships/customXml" Target="../ink/ink33.xml"/><Relationship Id="rId68" Type="http://schemas.openxmlformats.org/officeDocument/2006/relationships/image" Target="../media/image68.png"/><Relationship Id="rId84" Type="http://schemas.openxmlformats.org/officeDocument/2006/relationships/image" Target="../media/image76.png"/><Relationship Id="rId89" Type="http://schemas.openxmlformats.org/officeDocument/2006/relationships/customXml" Target="../ink/ink46.xml"/><Relationship Id="rId16" Type="http://schemas.openxmlformats.org/officeDocument/2006/relationships/image" Target="../media/image42.png"/><Relationship Id="rId11" Type="http://schemas.openxmlformats.org/officeDocument/2006/relationships/customXml" Target="../ink/ink7.xml"/><Relationship Id="rId32" Type="http://schemas.openxmlformats.org/officeDocument/2006/relationships/image" Target="../media/image50.png"/><Relationship Id="rId37" Type="http://schemas.openxmlformats.org/officeDocument/2006/relationships/customXml" Target="../ink/ink20.xml"/><Relationship Id="rId53" Type="http://schemas.openxmlformats.org/officeDocument/2006/relationships/customXml" Target="../ink/ink28.xml"/><Relationship Id="rId58" Type="http://schemas.openxmlformats.org/officeDocument/2006/relationships/image" Target="../media/image63.png"/><Relationship Id="rId74" Type="http://schemas.openxmlformats.org/officeDocument/2006/relationships/image" Target="../media/image71.png"/><Relationship Id="rId79" Type="http://schemas.openxmlformats.org/officeDocument/2006/relationships/customXml" Target="../ink/ink41.xml"/><Relationship Id="rId102" Type="http://schemas.openxmlformats.org/officeDocument/2006/relationships/image" Target="../media/image85.png"/><Relationship Id="rId5" Type="http://schemas.openxmlformats.org/officeDocument/2006/relationships/oleObject" Target="../embeddings/oleObject13.bin"/><Relationship Id="rId90" Type="http://schemas.openxmlformats.org/officeDocument/2006/relationships/image" Target="../media/image79.png"/><Relationship Id="rId95" Type="http://schemas.openxmlformats.org/officeDocument/2006/relationships/customXml" Target="../ink/ink49.xml"/><Relationship Id="rId22" Type="http://schemas.openxmlformats.org/officeDocument/2006/relationships/image" Target="../media/image45.png"/><Relationship Id="rId27" Type="http://schemas.openxmlformats.org/officeDocument/2006/relationships/customXml" Target="../ink/ink15.xml"/><Relationship Id="rId43" Type="http://schemas.openxmlformats.org/officeDocument/2006/relationships/customXml" Target="../ink/ink23.xml"/><Relationship Id="rId48" Type="http://schemas.openxmlformats.org/officeDocument/2006/relationships/image" Target="../media/image58.png"/><Relationship Id="rId64" Type="http://schemas.openxmlformats.org/officeDocument/2006/relationships/image" Target="../media/image66.png"/><Relationship Id="rId69" Type="http://schemas.openxmlformats.org/officeDocument/2006/relationships/customXml" Target="../ink/ink36.xml"/><Relationship Id="rId80" Type="http://schemas.openxmlformats.org/officeDocument/2006/relationships/image" Target="../media/image74.png"/><Relationship Id="rId85" Type="http://schemas.openxmlformats.org/officeDocument/2006/relationships/customXml" Target="../ink/ink44.xml"/><Relationship Id="rId12" Type="http://schemas.openxmlformats.org/officeDocument/2006/relationships/image" Target="../media/image40.png"/><Relationship Id="rId17" Type="http://schemas.openxmlformats.org/officeDocument/2006/relationships/customXml" Target="../ink/ink10.xml"/><Relationship Id="rId33" Type="http://schemas.openxmlformats.org/officeDocument/2006/relationships/customXml" Target="../ink/ink18.xml"/><Relationship Id="rId38" Type="http://schemas.openxmlformats.org/officeDocument/2006/relationships/image" Target="../media/image53.png"/><Relationship Id="rId59" Type="http://schemas.openxmlformats.org/officeDocument/2006/relationships/customXml" Target="../ink/ink31.xml"/><Relationship Id="rId103" Type="http://schemas.openxmlformats.org/officeDocument/2006/relationships/customXml" Target="../ink/ink53.xml"/><Relationship Id="rId20" Type="http://schemas.openxmlformats.org/officeDocument/2006/relationships/image" Target="../media/image44.png"/><Relationship Id="rId41" Type="http://schemas.openxmlformats.org/officeDocument/2006/relationships/customXml" Target="../ink/ink22.xml"/><Relationship Id="rId54" Type="http://schemas.openxmlformats.org/officeDocument/2006/relationships/image" Target="../media/image61.png"/><Relationship Id="rId62" Type="http://schemas.openxmlformats.org/officeDocument/2006/relationships/image" Target="../media/image65.png"/><Relationship Id="rId70" Type="http://schemas.openxmlformats.org/officeDocument/2006/relationships/image" Target="../media/image69.png"/><Relationship Id="rId75" Type="http://schemas.openxmlformats.org/officeDocument/2006/relationships/customXml" Target="../ink/ink39.xml"/><Relationship Id="rId83" Type="http://schemas.openxmlformats.org/officeDocument/2006/relationships/customXml" Target="../ink/ink43.xml"/><Relationship Id="rId88" Type="http://schemas.openxmlformats.org/officeDocument/2006/relationships/image" Target="../media/image78.png"/><Relationship Id="rId91" Type="http://schemas.openxmlformats.org/officeDocument/2006/relationships/customXml" Target="../ink/ink47.xml"/><Relationship Id="rId96" Type="http://schemas.openxmlformats.org/officeDocument/2006/relationships/image" Target="../media/image82.png"/><Relationship Id="rId1" Type="http://schemas.openxmlformats.org/officeDocument/2006/relationships/vmlDrawing" Target="../drawings/vmlDrawing7.vml"/><Relationship Id="rId6" Type="http://schemas.openxmlformats.org/officeDocument/2006/relationships/image" Target="../media/image37.wmf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48.png"/><Relationship Id="rId36" Type="http://schemas.openxmlformats.org/officeDocument/2006/relationships/image" Target="../media/image52.png"/><Relationship Id="rId49" Type="http://schemas.openxmlformats.org/officeDocument/2006/relationships/customXml" Target="../ink/ink26.xml"/><Relationship Id="rId57" Type="http://schemas.openxmlformats.org/officeDocument/2006/relationships/customXml" Target="../ink/ink30.xml"/><Relationship Id="rId106" Type="http://schemas.openxmlformats.org/officeDocument/2006/relationships/image" Target="../media/image87.png"/><Relationship Id="rId10" Type="http://schemas.openxmlformats.org/officeDocument/2006/relationships/image" Target="../media/image39.png"/><Relationship Id="rId31" Type="http://schemas.openxmlformats.org/officeDocument/2006/relationships/customXml" Target="../ink/ink17.xml"/><Relationship Id="rId44" Type="http://schemas.openxmlformats.org/officeDocument/2006/relationships/image" Target="../media/image56.png"/><Relationship Id="rId52" Type="http://schemas.openxmlformats.org/officeDocument/2006/relationships/image" Target="../media/image60.png"/><Relationship Id="rId60" Type="http://schemas.openxmlformats.org/officeDocument/2006/relationships/image" Target="../media/image64.png"/><Relationship Id="rId65" Type="http://schemas.openxmlformats.org/officeDocument/2006/relationships/customXml" Target="../ink/ink34.xml"/><Relationship Id="rId73" Type="http://schemas.openxmlformats.org/officeDocument/2006/relationships/customXml" Target="../ink/ink38.xml"/><Relationship Id="rId78" Type="http://schemas.openxmlformats.org/officeDocument/2006/relationships/image" Target="../media/image73.png"/><Relationship Id="rId81" Type="http://schemas.openxmlformats.org/officeDocument/2006/relationships/customXml" Target="../ink/ink42.xml"/><Relationship Id="rId86" Type="http://schemas.openxmlformats.org/officeDocument/2006/relationships/image" Target="../media/image77.png"/><Relationship Id="rId94" Type="http://schemas.openxmlformats.org/officeDocument/2006/relationships/image" Target="../media/image81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4" Type="http://schemas.openxmlformats.org/officeDocument/2006/relationships/image" Target="../media/image36.wmf"/><Relationship Id="rId9" Type="http://schemas.openxmlformats.org/officeDocument/2006/relationships/customXml" Target="../ink/ink6.xml"/><Relationship Id="rId13" Type="http://schemas.openxmlformats.org/officeDocument/2006/relationships/customXml" Target="../ink/ink8.xml"/><Relationship Id="rId18" Type="http://schemas.openxmlformats.org/officeDocument/2006/relationships/image" Target="../media/image43.png"/><Relationship Id="rId39" Type="http://schemas.openxmlformats.org/officeDocument/2006/relationships/customXml" Target="../ink/ink21.xml"/><Relationship Id="rId34" Type="http://schemas.openxmlformats.org/officeDocument/2006/relationships/image" Target="../media/image51.png"/><Relationship Id="rId50" Type="http://schemas.openxmlformats.org/officeDocument/2006/relationships/image" Target="../media/image59.png"/><Relationship Id="rId55" Type="http://schemas.openxmlformats.org/officeDocument/2006/relationships/customXml" Target="../ink/ink29.xml"/><Relationship Id="rId76" Type="http://schemas.openxmlformats.org/officeDocument/2006/relationships/image" Target="../media/image72.png"/><Relationship Id="rId97" Type="http://schemas.openxmlformats.org/officeDocument/2006/relationships/customXml" Target="../ink/ink50.xml"/><Relationship Id="rId104" Type="http://schemas.openxmlformats.org/officeDocument/2006/relationships/image" Target="../media/image86.png"/><Relationship Id="rId7" Type="http://schemas.openxmlformats.org/officeDocument/2006/relationships/customXml" Target="../ink/ink5.xml"/><Relationship Id="rId71" Type="http://schemas.openxmlformats.org/officeDocument/2006/relationships/customXml" Target="../ink/ink37.xml"/><Relationship Id="rId92" Type="http://schemas.openxmlformats.org/officeDocument/2006/relationships/image" Target="../media/image80.png"/><Relationship Id="rId2" Type="http://schemas.openxmlformats.org/officeDocument/2006/relationships/slideLayout" Target="../slideLayouts/slideLayout6.xml"/><Relationship Id="rId29" Type="http://schemas.openxmlformats.org/officeDocument/2006/relationships/customXml" Target="../ink/ink16.xml"/><Relationship Id="rId24" Type="http://schemas.openxmlformats.org/officeDocument/2006/relationships/image" Target="../media/image46.png"/><Relationship Id="rId40" Type="http://schemas.openxmlformats.org/officeDocument/2006/relationships/image" Target="../media/image54.png"/><Relationship Id="rId45" Type="http://schemas.openxmlformats.org/officeDocument/2006/relationships/customXml" Target="../ink/ink24.xml"/><Relationship Id="rId66" Type="http://schemas.openxmlformats.org/officeDocument/2006/relationships/image" Target="../media/image67.png"/><Relationship Id="rId87" Type="http://schemas.openxmlformats.org/officeDocument/2006/relationships/customXml" Target="../ink/ink45.xml"/><Relationship Id="rId61" Type="http://schemas.openxmlformats.org/officeDocument/2006/relationships/customXml" Target="../ink/ink32.xml"/><Relationship Id="rId82" Type="http://schemas.openxmlformats.org/officeDocument/2006/relationships/image" Target="../media/image75.png"/><Relationship Id="rId19" Type="http://schemas.openxmlformats.org/officeDocument/2006/relationships/customXml" Target="../ink/ink11.xml"/><Relationship Id="rId14" Type="http://schemas.openxmlformats.org/officeDocument/2006/relationships/image" Target="../media/image41.png"/><Relationship Id="rId30" Type="http://schemas.openxmlformats.org/officeDocument/2006/relationships/image" Target="../media/image49.png"/><Relationship Id="rId35" Type="http://schemas.openxmlformats.org/officeDocument/2006/relationships/customXml" Target="../ink/ink19.xml"/><Relationship Id="rId56" Type="http://schemas.openxmlformats.org/officeDocument/2006/relationships/image" Target="../media/image62.png"/><Relationship Id="rId77" Type="http://schemas.openxmlformats.org/officeDocument/2006/relationships/customXml" Target="../ink/ink40.xml"/><Relationship Id="rId100" Type="http://schemas.openxmlformats.org/officeDocument/2006/relationships/image" Target="../media/image84.png"/><Relationship Id="rId105" Type="http://schemas.openxmlformats.org/officeDocument/2006/relationships/customXml" Target="../ink/ink54.xml"/><Relationship Id="rId8" Type="http://schemas.openxmlformats.org/officeDocument/2006/relationships/image" Target="../media/image38.png"/><Relationship Id="rId51" Type="http://schemas.openxmlformats.org/officeDocument/2006/relationships/customXml" Target="../ink/ink27.xml"/><Relationship Id="rId72" Type="http://schemas.openxmlformats.org/officeDocument/2006/relationships/image" Target="../media/image70.png"/><Relationship Id="rId93" Type="http://schemas.openxmlformats.org/officeDocument/2006/relationships/customXml" Target="../ink/ink48.xml"/><Relationship Id="rId98" Type="http://schemas.openxmlformats.org/officeDocument/2006/relationships/image" Target="../media/image83.png"/><Relationship Id="rId3" Type="http://schemas.openxmlformats.org/officeDocument/2006/relationships/oleObject" Target="../embeddings/oleObject12.bin"/><Relationship Id="rId25" Type="http://schemas.openxmlformats.org/officeDocument/2006/relationships/customXml" Target="../ink/ink14.xml"/><Relationship Id="rId46" Type="http://schemas.openxmlformats.org/officeDocument/2006/relationships/image" Target="../media/image57.png"/><Relationship Id="rId67" Type="http://schemas.openxmlformats.org/officeDocument/2006/relationships/customXml" Target="../ink/ink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41.pd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46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5" Type="http://schemas.openxmlformats.org/officeDocument/2006/relationships/image" Target="../media/image40.emf"/><Relationship Id="rId4" Type="http://schemas.openxmlformats.org/officeDocument/2006/relationships/image" Target="../media/image35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13" Type="http://schemas.openxmlformats.org/officeDocument/2006/relationships/customXml" Target="../ink/ink59.xml"/><Relationship Id="rId18" Type="http://schemas.openxmlformats.org/officeDocument/2006/relationships/image" Target="../media/image640.png"/><Relationship Id="rId3" Type="http://schemas.openxmlformats.org/officeDocument/2006/relationships/image" Target="../media/image91.png"/><Relationship Id="rId7" Type="http://schemas.openxmlformats.org/officeDocument/2006/relationships/customXml" Target="../ink/ink56.xml"/><Relationship Id="rId12" Type="http://schemas.openxmlformats.org/officeDocument/2006/relationships/image" Target="../media/image610.png"/><Relationship Id="rId17" Type="http://schemas.openxmlformats.org/officeDocument/2006/relationships/customXml" Target="../ink/ink61.xml"/><Relationship Id="rId2" Type="http://schemas.openxmlformats.org/officeDocument/2006/relationships/image" Target="../media/image88.png"/><Relationship Id="rId16" Type="http://schemas.openxmlformats.org/officeDocument/2006/relationships/image" Target="../media/image630.png"/><Relationship Id="rId20" Type="http://schemas.openxmlformats.org/officeDocument/2006/relationships/image" Target="../media/image6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11" Type="http://schemas.openxmlformats.org/officeDocument/2006/relationships/customXml" Target="../ink/ink58.xml"/><Relationship Id="rId5" Type="http://schemas.openxmlformats.org/officeDocument/2006/relationships/customXml" Target="../ink/ink55.xml"/><Relationship Id="rId15" Type="http://schemas.openxmlformats.org/officeDocument/2006/relationships/customXml" Target="../ink/ink60.xml"/><Relationship Id="rId10" Type="http://schemas.openxmlformats.org/officeDocument/2006/relationships/image" Target="../media/image600.png"/><Relationship Id="rId19" Type="http://schemas.openxmlformats.org/officeDocument/2006/relationships/customXml" Target="../ink/ink62.xml"/><Relationship Id="rId4" Type="http://schemas.openxmlformats.org/officeDocument/2006/relationships/image" Target="../media/image92.png"/><Relationship Id="rId9" Type="http://schemas.openxmlformats.org/officeDocument/2006/relationships/customXml" Target="../ink/ink57.xml"/><Relationship Id="rId14" Type="http://schemas.openxmlformats.org/officeDocument/2006/relationships/image" Target="../media/image6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tiff"/><Relationship Id="rId2" Type="http://schemas.openxmlformats.org/officeDocument/2006/relationships/image" Target="../media/image94.tiff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owardsdatascience.com/canny-edge-detection-step-by-step-in-python-computer-vision-b49c3a2d8123" TargetMode="External"/><Relationship Id="rId4" Type="http://schemas.openxmlformats.org/officeDocument/2006/relationships/image" Target="../media/image96.tif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customXml" Target="../ink/ink6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3.png"/><Relationship Id="rId21" Type="http://schemas.openxmlformats.org/officeDocument/2006/relationships/customXml" Target="../ink/ink73.xml"/><Relationship Id="rId42" Type="http://schemas.openxmlformats.org/officeDocument/2006/relationships/image" Target="../media/image132.png"/><Relationship Id="rId47" Type="http://schemas.openxmlformats.org/officeDocument/2006/relationships/customXml" Target="../ink/ink86.xml"/><Relationship Id="rId63" Type="http://schemas.openxmlformats.org/officeDocument/2006/relationships/customXml" Target="../ink/ink94.xml"/><Relationship Id="rId68" Type="http://schemas.openxmlformats.org/officeDocument/2006/relationships/image" Target="../media/image145.png"/><Relationship Id="rId84" Type="http://schemas.openxmlformats.org/officeDocument/2006/relationships/image" Target="../media/image154.png"/><Relationship Id="rId89" Type="http://schemas.openxmlformats.org/officeDocument/2006/relationships/customXml" Target="../ink/ink107.xml"/><Relationship Id="rId16" Type="http://schemas.openxmlformats.org/officeDocument/2006/relationships/image" Target="../media/image118.png"/><Relationship Id="rId11" Type="http://schemas.openxmlformats.org/officeDocument/2006/relationships/customXml" Target="../ink/ink68.xml"/><Relationship Id="rId32" Type="http://schemas.openxmlformats.org/officeDocument/2006/relationships/image" Target="../media/image126.png"/><Relationship Id="rId37" Type="http://schemas.openxmlformats.org/officeDocument/2006/relationships/customXml" Target="../ink/ink81.xml"/><Relationship Id="rId53" Type="http://schemas.openxmlformats.org/officeDocument/2006/relationships/customXml" Target="../ink/ink89.xml"/><Relationship Id="rId58" Type="http://schemas.openxmlformats.org/officeDocument/2006/relationships/image" Target="../media/image140.png"/><Relationship Id="rId74" Type="http://schemas.openxmlformats.org/officeDocument/2006/relationships/image" Target="../media/image148.png"/><Relationship Id="rId79" Type="http://schemas.openxmlformats.org/officeDocument/2006/relationships/customXml" Target="../ink/ink102.xml"/><Relationship Id="rId5" Type="http://schemas.openxmlformats.org/officeDocument/2006/relationships/customXml" Target="../ink/ink65.xml"/><Relationship Id="rId90" Type="http://schemas.openxmlformats.org/officeDocument/2006/relationships/image" Target="../media/image157.png"/><Relationship Id="rId95" Type="http://schemas.openxmlformats.org/officeDocument/2006/relationships/customXml" Target="../ink/ink110.xml"/><Relationship Id="rId22" Type="http://schemas.openxmlformats.org/officeDocument/2006/relationships/image" Target="../media/image121.png"/><Relationship Id="rId27" Type="http://schemas.openxmlformats.org/officeDocument/2006/relationships/customXml" Target="../ink/ink76.xml"/><Relationship Id="rId43" Type="http://schemas.openxmlformats.org/officeDocument/2006/relationships/customXml" Target="../ink/ink84.xml"/><Relationship Id="rId48" Type="http://schemas.openxmlformats.org/officeDocument/2006/relationships/image" Target="../media/image135.png"/><Relationship Id="rId64" Type="http://schemas.openxmlformats.org/officeDocument/2006/relationships/image" Target="../media/image143.png"/><Relationship Id="rId69" Type="http://schemas.openxmlformats.org/officeDocument/2006/relationships/customXml" Target="../ink/ink97.xml"/><Relationship Id="rId80" Type="http://schemas.openxmlformats.org/officeDocument/2006/relationships/image" Target="../media/image152.png"/><Relationship Id="rId85" Type="http://schemas.openxmlformats.org/officeDocument/2006/relationships/customXml" Target="../ink/ink105.xml"/><Relationship Id="rId3" Type="http://schemas.openxmlformats.org/officeDocument/2006/relationships/customXml" Target="../ink/ink64.xml"/><Relationship Id="rId12" Type="http://schemas.openxmlformats.org/officeDocument/2006/relationships/image" Target="../media/image116.png"/><Relationship Id="rId17" Type="http://schemas.openxmlformats.org/officeDocument/2006/relationships/customXml" Target="../ink/ink71.xml"/><Relationship Id="rId25" Type="http://schemas.openxmlformats.org/officeDocument/2006/relationships/customXml" Target="../ink/ink75.xml"/><Relationship Id="rId33" Type="http://schemas.openxmlformats.org/officeDocument/2006/relationships/customXml" Target="../ink/ink79.xml"/><Relationship Id="rId38" Type="http://schemas.openxmlformats.org/officeDocument/2006/relationships/image" Target="../media/image129.png"/><Relationship Id="rId46" Type="http://schemas.openxmlformats.org/officeDocument/2006/relationships/image" Target="../media/image134.png"/><Relationship Id="rId59" Type="http://schemas.openxmlformats.org/officeDocument/2006/relationships/customXml" Target="../ink/ink92.xml"/><Relationship Id="rId67" Type="http://schemas.openxmlformats.org/officeDocument/2006/relationships/customXml" Target="../ink/ink96.xml"/><Relationship Id="rId20" Type="http://schemas.openxmlformats.org/officeDocument/2006/relationships/image" Target="../media/image120.png"/><Relationship Id="rId41" Type="http://schemas.openxmlformats.org/officeDocument/2006/relationships/customXml" Target="../ink/ink83.xml"/><Relationship Id="rId54" Type="http://schemas.openxmlformats.org/officeDocument/2006/relationships/image" Target="../media/image138.png"/><Relationship Id="rId62" Type="http://schemas.openxmlformats.org/officeDocument/2006/relationships/image" Target="../media/image142.png"/><Relationship Id="rId70" Type="http://schemas.openxmlformats.org/officeDocument/2006/relationships/image" Target="../media/image146.png"/><Relationship Id="rId75" Type="http://schemas.openxmlformats.org/officeDocument/2006/relationships/customXml" Target="../ink/ink100.xml"/><Relationship Id="rId83" Type="http://schemas.openxmlformats.org/officeDocument/2006/relationships/customXml" Target="../ink/ink104.xml"/><Relationship Id="rId88" Type="http://schemas.openxmlformats.org/officeDocument/2006/relationships/image" Target="../media/image156.png"/><Relationship Id="rId91" Type="http://schemas.openxmlformats.org/officeDocument/2006/relationships/customXml" Target="../ink/ink108.xml"/><Relationship Id="rId96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5" Type="http://schemas.openxmlformats.org/officeDocument/2006/relationships/customXml" Target="../ink/ink70.xml"/><Relationship Id="rId23" Type="http://schemas.openxmlformats.org/officeDocument/2006/relationships/customXml" Target="../ink/ink74.xml"/><Relationship Id="rId28" Type="http://schemas.openxmlformats.org/officeDocument/2006/relationships/image" Target="../media/image124.png"/><Relationship Id="rId36" Type="http://schemas.openxmlformats.org/officeDocument/2006/relationships/image" Target="../media/image128.png"/><Relationship Id="rId49" Type="http://schemas.openxmlformats.org/officeDocument/2006/relationships/customXml" Target="../ink/ink87.xml"/><Relationship Id="rId57" Type="http://schemas.openxmlformats.org/officeDocument/2006/relationships/customXml" Target="../ink/ink91.xml"/><Relationship Id="rId10" Type="http://schemas.openxmlformats.org/officeDocument/2006/relationships/image" Target="../media/image115.png"/><Relationship Id="rId31" Type="http://schemas.openxmlformats.org/officeDocument/2006/relationships/customXml" Target="../ink/ink78.xml"/><Relationship Id="rId44" Type="http://schemas.openxmlformats.org/officeDocument/2006/relationships/image" Target="../media/image133.png"/><Relationship Id="rId52" Type="http://schemas.openxmlformats.org/officeDocument/2006/relationships/image" Target="../media/image137.png"/><Relationship Id="rId60" Type="http://schemas.openxmlformats.org/officeDocument/2006/relationships/image" Target="../media/image141.png"/><Relationship Id="rId65" Type="http://schemas.openxmlformats.org/officeDocument/2006/relationships/customXml" Target="../ink/ink95.xml"/><Relationship Id="rId73" Type="http://schemas.openxmlformats.org/officeDocument/2006/relationships/customXml" Target="../ink/ink99.xml"/><Relationship Id="rId78" Type="http://schemas.openxmlformats.org/officeDocument/2006/relationships/image" Target="../media/image151.png"/><Relationship Id="rId81" Type="http://schemas.openxmlformats.org/officeDocument/2006/relationships/customXml" Target="../ink/ink103.xml"/><Relationship Id="rId86" Type="http://schemas.openxmlformats.org/officeDocument/2006/relationships/image" Target="../media/image155.png"/><Relationship Id="rId94" Type="http://schemas.openxmlformats.org/officeDocument/2006/relationships/image" Target="../media/image159.png"/><Relationship Id="rId4" Type="http://schemas.openxmlformats.org/officeDocument/2006/relationships/image" Target="../media/image112.png"/><Relationship Id="rId9" Type="http://schemas.openxmlformats.org/officeDocument/2006/relationships/customXml" Target="../ink/ink67.xml"/><Relationship Id="rId13" Type="http://schemas.openxmlformats.org/officeDocument/2006/relationships/customXml" Target="../ink/ink69.xml"/><Relationship Id="rId18" Type="http://schemas.openxmlformats.org/officeDocument/2006/relationships/image" Target="../media/image119.png"/><Relationship Id="rId39" Type="http://schemas.openxmlformats.org/officeDocument/2006/relationships/customXml" Target="../ink/ink82.xml"/><Relationship Id="rId34" Type="http://schemas.openxmlformats.org/officeDocument/2006/relationships/image" Target="../media/image127.png"/><Relationship Id="rId50" Type="http://schemas.openxmlformats.org/officeDocument/2006/relationships/image" Target="../media/image136.png"/><Relationship Id="rId55" Type="http://schemas.openxmlformats.org/officeDocument/2006/relationships/customXml" Target="../ink/ink90.xml"/><Relationship Id="rId76" Type="http://schemas.openxmlformats.org/officeDocument/2006/relationships/image" Target="../media/image149.png"/><Relationship Id="rId97" Type="http://schemas.openxmlformats.org/officeDocument/2006/relationships/customXml" Target="../ink/ink111.xml"/><Relationship Id="rId7" Type="http://schemas.openxmlformats.org/officeDocument/2006/relationships/customXml" Target="../ink/ink66.xml"/><Relationship Id="rId71" Type="http://schemas.openxmlformats.org/officeDocument/2006/relationships/customXml" Target="../ink/ink98.xml"/><Relationship Id="rId92" Type="http://schemas.openxmlformats.org/officeDocument/2006/relationships/image" Target="../media/image158.png"/><Relationship Id="rId2" Type="http://schemas.openxmlformats.org/officeDocument/2006/relationships/image" Target="../media/image99.png"/><Relationship Id="rId29" Type="http://schemas.openxmlformats.org/officeDocument/2006/relationships/customXml" Target="../ink/ink77.xml"/><Relationship Id="rId24" Type="http://schemas.openxmlformats.org/officeDocument/2006/relationships/image" Target="../media/image122.png"/><Relationship Id="rId40" Type="http://schemas.openxmlformats.org/officeDocument/2006/relationships/image" Target="../media/image131.png"/><Relationship Id="rId45" Type="http://schemas.openxmlformats.org/officeDocument/2006/relationships/customXml" Target="../ink/ink85.xml"/><Relationship Id="rId66" Type="http://schemas.openxmlformats.org/officeDocument/2006/relationships/image" Target="../media/image144.png"/><Relationship Id="rId87" Type="http://schemas.openxmlformats.org/officeDocument/2006/relationships/customXml" Target="../ink/ink106.xml"/><Relationship Id="rId61" Type="http://schemas.openxmlformats.org/officeDocument/2006/relationships/customXml" Target="../ink/ink93.xml"/><Relationship Id="rId82" Type="http://schemas.openxmlformats.org/officeDocument/2006/relationships/image" Target="../media/image153.png"/><Relationship Id="rId19" Type="http://schemas.openxmlformats.org/officeDocument/2006/relationships/customXml" Target="../ink/ink72.xml"/><Relationship Id="rId14" Type="http://schemas.openxmlformats.org/officeDocument/2006/relationships/image" Target="../media/image117.png"/><Relationship Id="rId30" Type="http://schemas.openxmlformats.org/officeDocument/2006/relationships/image" Target="../media/image125.png"/><Relationship Id="rId35" Type="http://schemas.openxmlformats.org/officeDocument/2006/relationships/customXml" Target="../ink/ink80.xml"/><Relationship Id="rId56" Type="http://schemas.openxmlformats.org/officeDocument/2006/relationships/image" Target="../media/image139.png"/><Relationship Id="rId77" Type="http://schemas.openxmlformats.org/officeDocument/2006/relationships/customXml" Target="../ink/ink101.xml"/><Relationship Id="rId8" Type="http://schemas.openxmlformats.org/officeDocument/2006/relationships/image" Target="../media/image114.png"/><Relationship Id="rId51" Type="http://schemas.openxmlformats.org/officeDocument/2006/relationships/customXml" Target="../ink/ink88.xml"/><Relationship Id="rId72" Type="http://schemas.openxmlformats.org/officeDocument/2006/relationships/image" Target="../media/image147.png"/><Relationship Id="rId93" Type="http://schemas.openxmlformats.org/officeDocument/2006/relationships/customXml" Target="../ink/ink109.xml"/><Relationship Id="rId98" Type="http://schemas.openxmlformats.org/officeDocument/2006/relationships/image" Target="../media/image162.png"/></Relationships>
</file>

<file path=ppt/slides/_rels/slide3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1.xml"/><Relationship Id="rId299" Type="http://schemas.openxmlformats.org/officeDocument/2006/relationships/image" Target="../media/image308.png"/><Relationship Id="rId21" Type="http://schemas.openxmlformats.org/officeDocument/2006/relationships/image" Target="../media/image173.png"/><Relationship Id="rId63" Type="http://schemas.openxmlformats.org/officeDocument/2006/relationships/image" Target="../media/image192.png"/><Relationship Id="rId159" Type="http://schemas.openxmlformats.org/officeDocument/2006/relationships/customXml" Target="../ink/ink192.xml"/><Relationship Id="rId170" Type="http://schemas.openxmlformats.org/officeDocument/2006/relationships/image" Target="../media/image244.png"/><Relationship Id="rId226" Type="http://schemas.openxmlformats.org/officeDocument/2006/relationships/customXml" Target="../ink/ink226.xml"/><Relationship Id="rId268" Type="http://schemas.openxmlformats.org/officeDocument/2006/relationships/customXml" Target="../ink/ink247.xml"/><Relationship Id="rId32" Type="http://schemas.openxmlformats.org/officeDocument/2006/relationships/customXml" Target="../ink/ink126.xml"/><Relationship Id="rId74" Type="http://schemas.openxmlformats.org/officeDocument/2006/relationships/customXml" Target="../ink/ink148.xml"/><Relationship Id="rId128" Type="http://schemas.openxmlformats.org/officeDocument/2006/relationships/image" Target="../media/image223.png"/><Relationship Id="rId5" Type="http://schemas.openxmlformats.org/officeDocument/2006/relationships/image" Target="../media/image165.png"/><Relationship Id="rId181" Type="http://schemas.openxmlformats.org/officeDocument/2006/relationships/customXml" Target="../ink/ink203.xml"/><Relationship Id="rId237" Type="http://schemas.openxmlformats.org/officeDocument/2006/relationships/image" Target="../media/image277.png"/><Relationship Id="rId279" Type="http://schemas.openxmlformats.org/officeDocument/2006/relationships/image" Target="../media/image298.png"/><Relationship Id="rId43" Type="http://schemas.openxmlformats.org/officeDocument/2006/relationships/customXml" Target="../ink/ink132.xml"/><Relationship Id="rId139" Type="http://schemas.openxmlformats.org/officeDocument/2006/relationships/customXml" Target="../ink/ink182.xml"/><Relationship Id="rId290" Type="http://schemas.openxmlformats.org/officeDocument/2006/relationships/customXml" Target="../ink/ink258.xml"/><Relationship Id="rId304" Type="http://schemas.openxmlformats.org/officeDocument/2006/relationships/customXml" Target="../ink/ink265.xml"/><Relationship Id="rId85" Type="http://schemas.openxmlformats.org/officeDocument/2006/relationships/image" Target="../media/image202.png"/><Relationship Id="rId150" Type="http://schemas.openxmlformats.org/officeDocument/2006/relationships/image" Target="../media/image234.png"/><Relationship Id="rId192" Type="http://schemas.openxmlformats.org/officeDocument/2006/relationships/image" Target="../media/image255.png"/><Relationship Id="rId206" Type="http://schemas.openxmlformats.org/officeDocument/2006/relationships/image" Target="../media/image262.png"/><Relationship Id="rId248" Type="http://schemas.openxmlformats.org/officeDocument/2006/relationships/customXml" Target="../ink/ink237.xml"/><Relationship Id="rId12" Type="http://schemas.openxmlformats.org/officeDocument/2006/relationships/customXml" Target="../ink/ink116.xml"/><Relationship Id="rId108" Type="http://schemas.openxmlformats.org/officeDocument/2006/relationships/image" Target="../media/image213.png"/><Relationship Id="rId315" Type="http://schemas.openxmlformats.org/officeDocument/2006/relationships/image" Target="../media/image316.png"/><Relationship Id="rId54" Type="http://schemas.openxmlformats.org/officeDocument/2006/relationships/customXml" Target="../ink/ink138.xml"/><Relationship Id="rId96" Type="http://schemas.openxmlformats.org/officeDocument/2006/relationships/customXml" Target="../ink/ink160.xml"/><Relationship Id="rId161" Type="http://schemas.openxmlformats.org/officeDocument/2006/relationships/customXml" Target="../ink/ink193.xml"/><Relationship Id="rId217" Type="http://schemas.openxmlformats.org/officeDocument/2006/relationships/image" Target="../media/image267.png"/><Relationship Id="rId259" Type="http://schemas.openxmlformats.org/officeDocument/2006/relationships/image" Target="../media/image288.png"/><Relationship Id="rId23" Type="http://schemas.openxmlformats.org/officeDocument/2006/relationships/image" Target="../media/image174.png"/><Relationship Id="rId119" Type="http://schemas.openxmlformats.org/officeDocument/2006/relationships/customXml" Target="../ink/ink172.xml"/><Relationship Id="rId270" Type="http://schemas.openxmlformats.org/officeDocument/2006/relationships/customXml" Target="../ink/ink248.xml"/><Relationship Id="rId65" Type="http://schemas.openxmlformats.org/officeDocument/2006/relationships/image" Target="../media/image193.png"/><Relationship Id="rId130" Type="http://schemas.openxmlformats.org/officeDocument/2006/relationships/image" Target="../media/image224.png"/><Relationship Id="rId172" Type="http://schemas.openxmlformats.org/officeDocument/2006/relationships/image" Target="../media/image245.png"/><Relationship Id="rId228" Type="http://schemas.openxmlformats.org/officeDocument/2006/relationships/customXml" Target="../ink/ink227.xml"/><Relationship Id="rId13" Type="http://schemas.openxmlformats.org/officeDocument/2006/relationships/image" Target="../media/image169.png"/><Relationship Id="rId109" Type="http://schemas.openxmlformats.org/officeDocument/2006/relationships/customXml" Target="../ink/ink167.xml"/><Relationship Id="rId260" Type="http://schemas.openxmlformats.org/officeDocument/2006/relationships/customXml" Target="../ink/ink243.xml"/><Relationship Id="rId281" Type="http://schemas.openxmlformats.org/officeDocument/2006/relationships/image" Target="../media/image299.png"/><Relationship Id="rId316" Type="http://schemas.openxmlformats.org/officeDocument/2006/relationships/customXml" Target="../ink/ink271.xml"/><Relationship Id="rId34" Type="http://schemas.openxmlformats.org/officeDocument/2006/relationships/customXml" Target="../ink/ink127.xml"/><Relationship Id="rId55" Type="http://schemas.openxmlformats.org/officeDocument/2006/relationships/image" Target="../media/image188.png"/><Relationship Id="rId76" Type="http://schemas.openxmlformats.org/officeDocument/2006/relationships/customXml" Target="../ink/ink149.xml"/><Relationship Id="rId97" Type="http://schemas.openxmlformats.org/officeDocument/2006/relationships/customXml" Target="../ink/ink161.xml"/><Relationship Id="rId120" Type="http://schemas.openxmlformats.org/officeDocument/2006/relationships/image" Target="../media/image219.png"/><Relationship Id="rId141" Type="http://schemas.openxmlformats.org/officeDocument/2006/relationships/customXml" Target="../ink/ink183.xml"/><Relationship Id="rId7" Type="http://schemas.openxmlformats.org/officeDocument/2006/relationships/image" Target="../media/image166.png"/><Relationship Id="rId162" Type="http://schemas.openxmlformats.org/officeDocument/2006/relationships/image" Target="../media/image240.png"/><Relationship Id="rId183" Type="http://schemas.openxmlformats.org/officeDocument/2006/relationships/customXml" Target="../ink/ink204.xml"/><Relationship Id="rId218" Type="http://schemas.openxmlformats.org/officeDocument/2006/relationships/customXml" Target="../ink/ink222.xml"/><Relationship Id="rId239" Type="http://schemas.openxmlformats.org/officeDocument/2006/relationships/image" Target="../media/image278.png"/><Relationship Id="rId250" Type="http://schemas.openxmlformats.org/officeDocument/2006/relationships/customXml" Target="../ink/ink238.xml"/><Relationship Id="rId271" Type="http://schemas.openxmlformats.org/officeDocument/2006/relationships/image" Target="../media/image294.png"/><Relationship Id="rId292" Type="http://schemas.openxmlformats.org/officeDocument/2006/relationships/customXml" Target="../ink/ink259.xml"/><Relationship Id="rId306" Type="http://schemas.openxmlformats.org/officeDocument/2006/relationships/customXml" Target="../ink/ink266.xml"/><Relationship Id="rId24" Type="http://schemas.openxmlformats.org/officeDocument/2006/relationships/customXml" Target="../ink/ink122.xml"/><Relationship Id="rId45" Type="http://schemas.openxmlformats.org/officeDocument/2006/relationships/customXml" Target="../ink/ink133.xml"/><Relationship Id="rId66" Type="http://schemas.openxmlformats.org/officeDocument/2006/relationships/customXml" Target="../ink/ink144.xml"/><Relationship Id="rId87" Type="http://schemas.openxmlformats.org/officeDocument/2006/relationships/image" Target="../media/image203.png"/><Relationship Id="rId110" Type="http://schemas.openxmlformats.org/officeDocument/2006/relationships/image" Target="../media/image214.png"/><Relationship Id="rId131" Type="http://schemas.openxmlformats.org/officeDocument/2006/relationships/customXml" Target="../ink/ink178.xml"/><Relationship Id="rId152" Type="http://schemas.openxmlformats.org/officeDocument/2006/relationships/image" Target="../media/image235.png"/><Relationship Id="rId173" Type="http://schemas.openxmlformats.org/officeDocument/2006/relationships/customXml" Target="../ink/ink199.xml"/><Relationship Id="rId194" Type="http://schemas.openxmlformats.org/officeDocument/2006/relationships/image" Target="../media/image256.png"/><Relationship Id="rId208" Type="http://schemas.openxmlformats.org/officeDocument/2006/relationships/customXml" Target="../ink/ink217.xml"/><Relationship Id="rId229" Type="http://schemas.openxmlformats.org/officeDocument/2006/relationships/image" Target="../media/image273.png"/><Relationship Id="rId240" Type="http://schemas.openxmlformats.org/officeDocument/2006/relationships/customXml" Target="../ink/ink233.xml"/><Relationship Id="rId261" Type="http://schemas.openxmlformats.org/officeDocument/2006/relationships/image" Target="../media/image289.png"/><Relationship Id="rId14" Type="http://schemas.openxmlformats.org/officeDocument/2006/relationships/customXml" Target="../ink/ink117.xml"/><Relationship Id="rId35" Type="http://schemas.openxmlformats.org/officeDocument/2006/relationships/image" Target="../media/image180.png"/><Relationship Id="rId56" Type="http://schemas.openxmlformats.org/officeDocument/2006/relationships/customXml" Target="../ink/ink139.xml"/><Relationship Id="rId77" Type="http://schemas.openxmlformats.org/officeDocument/2006/relationships/customXml" Target="../ink/ink150.xml"/><Relationship Id="rId100" Type="http://schemas.openxmlformats.org/officeDocument/2006/relationships/image" Target="../media/image209.png"/><Relationship Id="rId282" Type="http://schemas.openxmlformats.org/officeDocument/2006/relationships/customXml" Target="../ink/ink254.xml"/><Relationship Id="rId317" Type="http://schemas.openxmlformats.org/officeDocument/2006/relationships/image" Target="../media/image317.png"/><Relationship Id="rId8" Type="http://schemas.openxmlformats.org/officeDocument/2006/relationships/customXml" Target="../ink/ink114.xml"/><Relationship Id="rId98" Type="http://schemas.openxmlformats.org/officeDocument/2006/relationships/image" Target="../media/image208.png"/><Relationship Id="rId121" Type="http://schemas.openxmlformats.org/officeDocument/2006/relationships/customXml" Target="../ink/ink173.xml"/><Relationship Id="rId142" Type="http://schemas.openxmlformats.org/officeDocument/2006/relationships/image" Target="../media/image230.png"/><Relationship Id="rId163" Type="http://schemas.openxmlformats.org/officeDocument/2006/relationships/customXml" Target="../ink/ink194.xml"/><Relationship Id="rId184" Type="http://schemas.openxmlformats.org/officeDocument/2006/relationships/image" Target="../media/image251.png"/><Relationship Id="rId219" Type="http://schemas.openxmlformats.org/officeDocument/2006/relationships/image" Target="../media/image268.png"/><Relationship Id="rId230" Type="http://schemas.openxmlformats.org/officeDocument/2006/relationships/customXml" Target="../ink/ink228.xml"/><Relationship Id="rId251" Type="http://schemas.openxmlformats.org/officeDocument/2006/relationships/image" Target="../media/image284.png"/><Relationship Id="rId25" Type="http://schemas.openxmlformats.org/officeDocument/2006/relationships/image" Target="../media/image175.png"/><Relationship Id="rId46" Type="http://schemas.openxmlformats.org/officeDocument/2006/relationships/image" Target="../media/image185.png"/><Relationship Id="rId67" Type="http://schemas.openxmlformats.org/officeDocument/2006/relationships/image" Target="../media/image194.png"/><Relationship Id="rId272" Type="http://schemas.openxmlformats.org/officeDocument/2006/relationships/customXml" Target="../ink/ink249.xml"/><Relationship Id="rId293" Type="http://schemas.openxmlformats.org/officeDocument/2006/relationships/image" Target="../media/image305.png"/><Relationship Id="rId307" Type="http://schemas.openxmlformats.org/officeDocument/2006/relationships/image" Target="../media/image312.png"/><Relationship Id="rId88" Type="http://schemas.openxmlformats.org/officeDocument/2006/relationships/customXml" Target="../ink/ink156.xml"/><Relationship Id="rId111" Type="http://schemas.openxmlformats.org/officeDocument/2006/relationships/customXml" Target="../ink/ink168.xml"/><Relationship Id="rId132" Type="http://schemas.openxmlformats.org/officeDocument/2006/relationships/image" Target="../media/image225.png"/><Relationship Id="rId153" Type="http://schemas.openxmlformats.org/officeDocument/2006/relationships/customXml" Target="../ink/ink189.xml"/><Relationship Id="rId174" Type="http://schemas.openxmlformats.org/officeDocument/2006/relationships/image" Target="../media/image246.png"/><Relationship Id="rId195" Type="http://schemas.openxmlformats.org/officeDocument/2006/relationships/customXml" Target="../ink/ink210.xml"/><Relationship Id="rId209" Type="http://schemas.openxmlformats.org/officeDocument/2006/relationships/image" Target="../media/image263.png"/><Relationship Id="rId220" Type="http://schemas.openxmlformats.org/officeDocument/2006/relationships/customXml" Target="../ink/ink223.xml"/><Relationship Id="rId241" Type="http://schemas.openxmlformats.org/officeDocument/2006/relationships/image" Target="../media/image279.png"/><Relationship Id="rId15" Type="http://schemas.openxmlformats.org/officeDocument/2006/relationships/image" Target="../media/image171.png"/><Relationship Id="rId36" Type="http://schemas.openxmlformats.org/officeDocument/2006/relationships/customXml" Target="../ink/ink128.xml"/><Relationship Id="rId57" Type="http://schemas.openxmlformats.org/officeDocument/2006/relationships/image" Target="../media/image189.png"/><Relationship Id="rId262" Type="http://schemas.openxmlformats.org/officeDocument/2006/relationships/customXml" Target="../ink/ink244.xml"/><Relationship Id="rId283" Type="http://schemas.openxmlformats.org/officeDocument/2006/relationships/image" Target="../media/image300.png"/><Relationship Id="rId318" Type="http://schemas.openxmlformats.org/officeDocument/2006/relationships/customXml" Target="../ink/ink272.xml"/><Relationship Id="rId78" Type="http://schemas.openxmlformats.org/officeDocument/2006/relationships/image" Target="../media/image199.png"/><Relationship Id="rId99" Type="http://schemas.openxmlformats.org/officeDocument/2006/relationships/customXml" Target="../ink/ink162.xml"/><Relationship Id="rId101" Type="http://schemas.openxmlformats.org/officeDocument/2006/relationships/customXml" Target="../ink/ink163.xml"/><Relationship Id="rId122" Type="http://schemas.openxmlformats.org/officeDocument/2006/relationships/image" Target="../media/image220.png"/><Relationship Id="rId143" Type="http://schemas.openxmlformats.org/officeDocument/2006/relationships/customXml" Target="../ink/ink184.xml"/><Relationship Id="rId164" Type="http://schemas.openxmlformats.org/officeDocument/2006/relationships/image" Target="../media/image241.png"/><Relationship Id="rId185" Type="http://schemas.openxmlformats.org/officeDocument/2006/relationships/customXml" Target="../ink/ink205.xml"/><Relationship Id="rId9" Type="http://schemas.openxmlformats.org/officeDocument/2006/relationships/image" Target="../media/image167.png"/><Relationship Id="rId210" Type="http://schemas.openxmlformats.org/officeDocument/2006/relationships/customXml" Target="../ink/ink218.xml"/><Relationship Id="rId26" Type="http://schemas.openxmlformats.org/officeDocument/2006/relationships/customXml" Target="../ink/ink123.xml"/><Relationship Id="rId231" Type="http://schemas.openxmlformats.org/officeDocument/2006/relationships/image" Target="../media/image274.png"/><Relationship Id="rId252" Type="http://schemas.openxmlformats.org/officeDocument/2006/relationships/customXml" Target="../ink/ink239.xml"/><Relationship Id="rId273" Type="http://schemas.openxmlformats.org/officeDocument/2006/relationships/image" Target="../media/image295.png"/><Relationship Id="rId294" Type="http://schemas.openxmlformats.org/officeDocument/2006/relationships/customXml" Target="../ink/ink260.xml"/><Relationship Id="rId308" Type="http://schemas.openxmlformats.org/officeDocument/2006/relationships/customXml" Target="../ink/ink267.xml"/><Relationship Id="rId47" Type="http://schemas.openxmlformats.org/officeDocument/2006/relationships/customXml" Target="../ink/ink134.xml"/><Relationship Id="rId68" Type="http://schemas.openxmlformats.org/officeDocument/2006/relationships/customXml" Target="../ink/ink145.xml"/><Relationship Id="rId89" Type="http://schemas.openxmlformats.org/officeDocument/2006/relationships/image" Target="../media/image204.png"/><Relationship Id="rId112" Type="http://schemas.openxmlformats.org/officeDocument/2006/relationships/image" Target="../media/image215.png"/><Relationship Id="rId133" Type="http://schemas.openxmlformats.org/officeDocument/2006/relationships/customXml" Target="../ink/ink179.xml"/><Relationship Id="rId154" Type="http://schemas.openxmlformats.org/officeDocument/2006/relationships/image" Target="../media/image236.png"/><Relationship Id="rId175" Type="http://schemas.openxmlformats.org/officeDocument/2006/relationships/customXml" Target="../ink/ink200.xml"/><Relationship Id="rId196" Type="http://schemas.openxmlformats.org/officeDocument/2006/relationships/image" Target="../media/image257.png"/><Relationship Id="rId200" Type="http://schemas.openxmlformats.org/officeDocument/2006/relationships/image" Target="../media/image259.png"/><Relationship Id="rId16" Type="http://schemas.openxmlformats.org/officeDocument/2006/relationships/customXml" Target="../ink/ink118.xml"/><Relationship Id="rId221" Type="http://schemas.openxmlformats.org/officeDocument/2006/relationships/image" Target="../media/image269.png"/><Relationship Id="rId242" Type="http://schemas.openxmlformats.org/officeDocument/2006/relationships/customXml" Target="../ink/ink234.xml"/><Relationship Id="rId263" Type="http://schemas.openxmlformats.org/officeDocument/2006/relationships/image" Target="../media/image290.png"/><Relationship Id="rId284" Type="http://schemas.openxmlformats.org/officeDocument/2006/relationships/customXml" Target="../ink/ink255.xml"/><Relationship Id="rId319" Type="http://schemas.openxmlformats.org/officeDocument/2006/relationships/image" Target="../media/image318.png"/><Relationship Id="rId37" Type="http://schemas.openxmlformats.org/officeDocument/2006/relationships/image" Target="../media/image181.png"/><Relationship Id="rId58" Type="http://schemas.openxmlformats.org/officeDocument/2006/relationships/customXml" Target="../ink/ink140.xml"/><Relationship Id="rId79" Type="http://schemas.openxmlformats.org/officeDocument/2006/relationships/customXml" Target="../ink/ink151.xml"/><Relationship Id="rId102" Type="http://schemas.openxmlformats.org/officeDocument/2006/relationships/image" Target="../media/image210.png"/><Relationship Id="rId123" Type="http://schemas.openxmlformats.org/officeDocument/2006/relationships/customXml" Target="../ink/ink174.xml"/><Relationship Id="rId144" Type="http://schemas.openxmlformats.org/officeDocument/2006/relationships/image" Target="../media/image231.png"/><Relationship Id="rId90" Type="http://schemas.openxmlformats.org/officeDocument/2006/relationships/customXml" Target="../ink/ink157.xml"/><Relationship Id="rId165" Type="http://schemas.openxmlformats.org/officeDocument/2006/relationships/customXml" Target="../ink/ink195.xml"/><Relationship Id="rId186" Type="http://schemas.openxmlformats.org/officeDocument/2006/relationships/image" Target="../media/image252.png"/><Relationship Id="rId211" Type="http://schemas.openxmlformats.org/officeDocument/2006/relationships/image" Target="../media/image264.png"/><Relationship Id="rId232" Type="http://schemas.openxmlformats.org/officeDocument/2006/relationships/customXml" Target="../ink/ink229.xml"/><Relationship Id="rId253" Type="http://schemas.openxmlformats.org/officeDocument/2006/relationships/image" Target="../media/image285.png"/><Relationship Id="rId274" Type="http://schemas.openxmlformats.org/officeDocument/2006/relationships/customXml" Target="../ink/ink250.xml"/><Relationship Id="rId295" Type="http://schemas.openxmlformats.org/officeDocument/2006/relationships/image" Target="../media/image306.png"/><Relationship Id="rId309" Type="http://schemas.openxmlformats.org/officeDocument/2006/relationships/image" Target="../media/image313.png"/><Relationship Id="rId27" Type="http://schemas.openxmlformats.org/officeDocument/2006/relationships/image" Target="../media/image176.png"/><Relationship Id="rId48" Type="http://schemas.openxmlformats.org/officeDocument/2006/relationships/customXml" Target="../ink/ink135.xml"/><Relationship Id="rId69" Type="http://schemas.openxmlformats.org/officeDocument/2006/relationships/image" Target="../media/image195.png"/><Relationship Id="rId113" Type="http://schemas.openxmlformats.org/officeDocument/2006/relationships/customXml" Target="../ink/ink169.xml"/><Relationship Id="rId134" Type="http://schemas.openxmlformats.org/officeDocument/2006/relationships/image" Target="../media/image226.png"/><Relationship Id="rId80" Type="http://schemas.openxmlformats.org/officeDocument/2006/relationships/image" Target="../media/image200.png"/><Relationship Id="rId155" Type="http://schemas.openxmlformats.org/officeDocument/2006/relationships/customXml" Target="../ink/ink190.xml"/><Relationship Id="rId176" Type="http://schemas.openxmlformats.org/officeDocument/2006/relationships/image" Target="../media/image247.png"/><Relationship Id="rId197" Type="http://schemas.openxmlformats.org/officeDocument/2006/relationships/customXml" Target="../ink/ink211.xml"/><Relationship Id="rId201" Type="http://schemas.openxmlformats.org/officeDocument/2006/relationships/customXml" Target="../ink/ink213.xml"/><Relationship Id="rId222" Type="http://schemas.openxmlformats.org/officeDocument/2006/relationships/customXml" Target="../ink/ink224.xml"/><Relationship Id="rId243" Type="http://schemas.openxmlformats.org/officeDocument/2006/relationships/image" Target="../media/image280.png"/><Relationship Id="rId264" Type="http://schemas.openxmlformats.org/officeDocument/2006/relationships/customXml" Target="../ink/ink245.xml"/><Relationship Id="rId285" Type="http://schemas.openxmlformats.org/officeDocument/2006/relationships/image" Target="../media/image301.png"/><Relationship Id="rId17" Type="http://schemas.openxmlformats.org/officeDocument/2006/relationships/image" Target="../media/image172.png"/><Relationship Id="rId38" Type="http://schemas.openxmlformats.org/officeDocument/2006/relationships/customXml" Target="../ink/ink129.xml"/><Relationship Id="rId59" Type="http://schemas.openxmlformats.org/officeDocument/2006/relationships/image" Target="../media/image190.png"/><Relationship Id="rId103" Type="http://schemas.openxmlformats.org/officeDocument/2006/relationships/customXml" Target="../ink/ink164.xml"/><Relationship Id="rId124" Type="http://schemas.openxmlformats.org/officeDocument/2006/relationships/image" Target="../media/image221.png"/><Relationship Id="rId310" Type="http://schemas.openxmlformats.org/officeDocument/2006/relationships/customXml" Target="../ink/ink268.xml"/><Relationship Id="rId70" Type="http://schemas.openxmlformats.org/officeDocument/2006/relationships/customXml" Target="../ink/ink146.xml"/><Relationship Id="rId91" Type="http://schemas.openxmlformats.org/officeDocument/2006/relationships/image" Target="../media/image205.png"/><Relationship Id="rId145" Type="http://schemas.openxmlformats.org/officeDocument/2006/relationships/customXml" Target="../ink/ink185.xml"/><Relationship Id="rId166" Type="http://schemas.openxmlformats.org/officeDocument/2006/relationships/image" Target="../media/image242.png"/><Relationship Id="rId187" Type="http://schemas.openxmlformats.org/officeDocument/2006/relationships/customXml" Target="../ink/ink206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19.xml"/><Relationship Id="rId233" Type="http://schemas.openxmlformats.org/officeDocument/2006/relationships/image" Target="../media/image275.png"/><Relationship Id="rId254" Type="http://schemas.openxmlformats.org/officeDocument/2006/relationships/customXml" Target="../ink/ink240.xml"/><Relationship Id="rId28" Type="http://schemas.openxmlformats.org/officeDocument/2006/relationships/customXml" Target="../ink/ink124.xml"/><Relationship Id="rId49" Type="http://schemas.openxmlformats.org/officeDocument/2006/relationships/image" Target="../media/image186.png"/><Relationship Id="rId114" Type="http://schemas.openxmlformats.org/officeDocument/2006/relationships/image" Target="../media/image216.png"/><Relationship Id="rId275" Type="http://schemas.openxmlformats.org/officeDocument/2006/relationships/image" Target="../media/image296.png"/><Relationship Id="rId296" Type="http://schemas.openxmlformats.org/officeDocument/2006/relationships/customXml" Target="../ink/ink261.xml"/><Relationship Id="rId300" Type="http://schemas.openxmlformats.org/officeDocument/2006/relationships/customXml" Target="../ink/ink263.xml"/><Relationship Id="rId60" Type="http://schemas.openxmlformats.org/officeDocument/2006/relationships/customXml" Target="../ink/ink141.xml"/><Relationship Id="rId81" Type="http://schemas.openxmlformats.org/officeDocument/2006/relationships/customXml" Target="../ink/ink152.xml"/><Relationship Id="rId135" Type="http://schemas.openxmlformats.org/officeDocument/2006/relationships/customXml" Target="../ink/ink180.xml"/><Relationship Id="rId156" Type="http://schemas.openxmlformats.org/officeDocument/2006/relationships/image" Target="../media/image237.png"/><Relationship Id="rId177" Type="http://schemas.openxmlformats.org/officeDocument/2006/relationships/customXml" Target="../ink/ink201.xml"/><Relationship Id="rId198" Type="http://schemas.openxmlformats.org/officeDocument/2006/relationships/image" Target="../media/image258.png"/><Relationship Id="rId202" Type="http://schemas.openxmlformats.org/officeDocument/2006/relationships/image" Target="../media/image260.png"/><Relationship Id="rId223" Type="http://schemas.openxmlformats.org/officeDocument/2006/relationships/image" Target="../media/image270.png"/><Relationship Id="rId244" Type="http://schemas.openxmlformats.org/officeDocument/2006/relationships/customXml" Target="../ink/ink235.xml"/><Relationship Id="rId18" Type="http://schemas.openxmlformats.org/officeDocument/2006/relationships/customXml" Target="../ink/ink119.xml"/><Relationship Id="rId39" Type="http://schemas.openxmlformats.org/officeDocument/2006/relationships/image" Target="../media/image182.png"/><Relationship Id="rId265" Type="http://schemas.openxmlformats.org/officeDocument/2006/relationships/image" Target="../media/image291.png"/><Relationship Id="rId286" Type="http://schemas.openxmlformats.org/officeDocument/2006/relationships/customXml" Target="../ink/ink256.xml"/><Relationship Id="rId50" Type="http://schemas.openxmlformats.org/officeDocument/2006/relationships/customXml" Target="../ink/ink136.xml"/><Relationship Id="rId104" Type="http://schemas.openxmlformats.org/officeDocument/2006/relationships/image" Target="../media/image211.png"/><Relationship Id="rId125" Type="http://schemas.openxmlformats.org/officeDocument/2006/relationships/customXml" Target="../ink/ink175.xml"/><Relationship Id="rId146" Type="http://schemas.openxmlformats.org/officeDocument/2006/relationships/image" Target="../media/image232.png"/><Relationship Id="rId167" Type="http://schemas.openxmlformats.org/officeDocument/2006/relationships/customXml" Target="../ink/ink196.xml"/><Relationship Id="rId188" Type="http://schemas.openxmlformats.org/officeDocument/2006/relationships/image" Target="../media/image253.png"/><Relationship Id="rId311" Type="http://schemas.openxmlformats.org/officeDocument/2006/relationships/image" Target="../media/image314.png"/><Relationship Id="rId71" Type="http://schemas.openxmlformats.org/officeDocument/2006/relationships/image" Target="../media/image196.png"/><Relationship Id="rId92" Type="http://schemas.openxmlformats.org/officeDocument/2006/relationships/customXml" Target="../ink/ink158.xml"/><Relationship Id="rId213" Type="http://schemas.openxmlformats.org/officeDocument/2006/relationships/image" Target="../media/image265.png"/><Relationship Id="rId234" Type="http://schemas.openxmlformats.org/officeDocument/2006/relationships/customXml" Target="../ink/ink230.xml"/><Relationship Id="rId2" Type="http://schemas.openxmlformats.org/officeDocument/2006/relationships/image" Target="../media/image100.png"/><Relationship Id="rId29" Type="http://schemas.openxmlformats.org/officeDocument/2006/relationships/image" Target="../media/image177.png"/><Relationship Id="rId255" Type="http://schemas.openxmlformats.org/officeDocument/2006/relationships/image" Target="../media/image286.png"/><Relationship Id="rId276" Type="http://schemas.openxmlformats.org/officeDocument/2006/relationships/customXml" Target="../ink/ink251.xml"/><Relationship Id="rId297" Type="http://schemas.openxmlformats.org/officeDocument/2006/relationships/image" Target="../media/image307.png"/><Relationship Id="rId40" Type="http://schemas.openxmlformats.org/officeDocument/2006/relationships/customXml" Target="../ink/ink130.xml"/><Relationship Id="rId115" Type="http://schemas.openxmlformats.org/officeDocument/2006/relationships/customXml" Target="../ink/ink170.xml"/><Relationship Id="rId136" Type="http://schemas.openxmlformats.org/officeDocument/2006/relationships/image" Target="../media/image227.png"/><Relationship Id="rId157" Type="http://schemas.openxmlformats.org/officeDocument/2006/relationships/customXml" Target="../ink/ink191.xml"/><Relationship Id="rId178" Type="http://schemas.openxmlformats.org/officeDocument/2006/relationships/image" Target="../media/image248.png"/><Relationship Id="rId301" Type="http://schemas.openxmlformats.org/officeDocument/2006/relationships/image" Target="../media/image309.png"/><Relationship Id="rId61" Type="http://schemas.openxmlformats.org/officeDocument/2006/relationships/image" Target="../media/image191.png"/><Relationship Id="rId82" Type="http://schemas.openxmlformats.org/officeDocument/2006/relationships/image" Target="../media/image201.png"/><Relationship Id="rId199" Type="http://schemas.openxmlformats.org/officeDocument/2006/relationships/customXml" Target="../ink/ink212.xml"/><Relationship Id="rId203" Type="http://schemas.openxmlformats.org/officeDocument/2006/relationships/customXml" Target="../ink/ink214.xml"/><Relationship Id="rId19" Type="http://schemas.openxmlformats.org/officeDocument/2006/relationships/image" Target="../media/image142.png"/><Relationship Id="rId224" Type="http://schemas.openxmlformats.org/officeDocument/2006/relationships/customXml" Target="../ink/ink225.xml"/><Relationship Id="rId245" Type="http://schemas.openxmlformats.org/officeDocument/2006/relationships/image" Target="../media/image281.png"/><Relationship Id="rId266" Type="http://schemas.openxmlformats.org/officeDocument/2006/relationships/customXml" Target="../ink/ink246.xml"/><Relationship Id="rId287" Type="http://schemas.openxmlformats.org/officeDocument/2006/relationships/image" Target="../media/image302.png"/><Relationship Id="rId30" Type="http://schemas.openxmlformats.org/officeDocument/2006/relationships/customXml" Target="../ink/ink125.xml"/><Relationship Id="rId105" Type="http://schemas.openxmlformats.org/officeDocument/2006/relationships/customXml" Target="../ink/ink165.xml"/><Relationship Id="rId126" Type="http://schemas.openxmlformats.org/officeDocument/2006/relationships/image" Target="../media/image222.png"/><Relationship Id="rId147" Type="http://schemas.openxmlformats.org/officeDocument/2006/relationships/customXml" Target="../ink/ink186.xml"/><Relationship Id="rId168" Type="http://schemas.openxmlformats.org/officeDocument/2006/relationships/image" Target="../media/image243.png"/><Relationship Id="rId312" Type="http://schemas.openxmlformats.org/officeDocument/2006/relationships/customXml" Target="../ink/ink269.xml"/><Relationship Id="rId51" Type="http://schemas.openxmlformats.org/officeDocument/2006/relationships/image" Target="../media/image159.png"/><Relationship Id="rId72" Type="http://schemas.openxmlformats.org/officeDocument/2006/relationships/customXml" Target="../ink/ink147.xml"/><Relationship Id="rId93" Type="http://schemas.openxmlformats.org/officeDocument/2006/relationships/image" Target="../media/image206.png"/><Relationship Id="rId189" Type="http://schemas.openxmlformats.org/officeDocument/2006/relationships/customXml" Target="../ink/ink207.xml"/><Relationship Id="rId3" Type="http://schemas.openxmlformats.org/officeDocument/2006/relationships/image" Target="../media/image101.png"/><Relationship Id="rId214" Type="http://schemas.openxmlformats.org/officeDocument/2006/relationships/customXml" Target="../ink/ink220.xml"/><Relationship Id="rId235" Type="http://schemas.openxmlformats.org/officeDocument/2006/relationships/image" Target="../media/image276.png"/><Relationship Id="rId256" Type="http://schemas.openxmlformats.org/officeDocument/2006/relationships/customXml" Target="../ink/ink241.xml"/><Relationship Id="rId277" Type="http://schemas.openxmlformats.org/officeDocument/2006/relationships/image" Target="../media/image297.png"/><Relationship Id="rId298" Type="http://schemas.openxmlformats.org/officeDocument/2006/relationships/customXml" Target="../ink/ink262.xml"/><Relationship Id="rId116" Type="http://schemas.openxmlformats.org/officeDocument/2006/relationships/image" Target="../media/image217.png"/><Relationship Id="rId137" Type="http://schemas.openxmlformats.org/officeDocument/2006/relationships/customXml" Target="../ink/ink181.xml"/><Relationship Id="rId158" Type="http://schemas.openxmlformats.org/officeDocument/2006/relationships/image" Target="../media/image238.png"/><Relationship Id="rId302" Type="http://schemas.openxmlformats.org/officeDocument/2006/relationships/customXml" Target="../ink/ink264.xml"/><Relationship Id="rId20" Type="http://schemas.openxmlformats.org/officeDocument/2006/relationships/customXml" Target="../ink/ink120.xml"/><Relationship Id="rId41" Type="http://schemas.openxmlformats.org/officeDocument/2006/relationships/image" Target="../media/image183.png"/><Relationship Id="rId62" Type="http://schemas.openxmlformats.org/officeDocument/2006/relationships/customXml" Target="../ink/ink142.xml"/><Relationship Id="rId83" Type="http://schemas.openxmlformats.org/officeDocument/2006/relationships/customXml" Target="../ink/ink153.xml"/><Relationship Id="rId179" Type="http://schemas.openxmlformats.org/officeDocument/2006/relationships/customXml" Target="../ink/ink202.xml"/><Relationship Id="rId190" Type="http://schemas.openxmlformats.org/officeDocument/2006/relationships/image" Target="../media/image254.png"/><Relationship Id="rId204" Type="http://schemas.openxmlformats.org/officeDocument/2006/relationships/image" Target="../media/image261.png"/><Relationship Id="rId225" Type="http://schemas.openxmlformats.org/officeDocument/2006/relationships/image" Target="../media/image271.png"/><Relationship Id="rId246" Type="http://schemas.openxmlformats.org/officeDocument/2006/relationships/customXml" Target="../ink/ink236.xml"/><Relationship Id="rId267" Type="http://schemas.openxmlformats.org/officeDocument/2006/relationships/image" Target="../media/image292.png"/><Relationship Id="rId288" Type="http://schemas.openxmlformats.org/officeDocument/2006/relationships/customXml" Target="../ink/ink257.xml"/><Relationship Id="rId106" Type="http://schemas.openxmlformats.org/officeDocument/2006/relationships/image" Target="../media/image212.png"/><Relationship Id="rId127" Type="http://schemas.openxmlformats.org/officeDocument/2006/relationships/customXml" Target="../ink/ink176.xml"/><Relationship Id="rId313" Type="http://schemas.openxmlformats.org/officeDocument/2006/relationships/image" Target="../media/image315.png"/><Relationship Id="rId10" Type="http://schemas.openxmlformats.org/officeDocument/2006/relationships/customXml" Target="../ink/ink115.xml"/><Relationship Id="rId31" Type="http://schemas.openxmlformats.org/officeDocument/2006/relationships/image" Target="../media/image178.png"/><Relationship Id="rId52" Type="http://schemas.openxmlformats.org/officeDocument/2006/relationships/customXml" Target="../ink/ink137.xml"/><Relationship Id="rId73" Type="http://schemas.openxmlformats.org/officeDocument/2006/relationships/image" Target="../media/image197.png"/><Relationship Id="rId94" Type="http://schemas.openxmlformats.org/officeDocument/2006/relationships/customXml" Target="../ink/ink159.xml"/><Relationship Id="rId148" Type="http://schemas.openxmlformats.org/officeDocument/2006/relationships/image" Target="../media/image233.png"/><Relationship Id="rId169" Type="http://schemas.openxmlformats.org/officeDocument/2006/relationships/customXml" Target="../ink/ink197.xml"/><Relationship Id="rId4" Type="http://schemas.openxmlformats.org/officeDocument/2006/relationships/customXml" Target="../ink/ink112.xml"/><Relationship Id="rId180" Type="http://schemas.openxmlformats.org/officeDocument/2006/relationships/image" Target="../media/image249.png"/><Relationship Id="rId215" Type="http://schemas.openxmlformats.org/officeDocument/2006/relationships/image" Target="../media/image266.png"/><Relationship Id="rId236" Type="http://schemas.openxmlformats.org/officeDocument/2006/relationships/customXml" Target="../ink/ink231.xml"/><Relationship Id="rId257" Type="http://schemas.openxmlformats.org/officeDocument/2006/relationships/image" Target="../media/image287.png"/><Relationship Id="rId278" Type="http://schemas.openxmlformats.org/officeDocument/2006/relationships/customXml" Target="../ink/ink252.xml"/><Relationship Id="rId303" Type="http://schemas.openxmlformats.org/officeDocument/2006/relationships/image" Target="../media/image310.png"/><Relationship Id="rId42" Type="http://schemas.openxmlformats.org/officeDocument/2006/relationships/customXml" Target="../ink/ink131.xml"/><Relationship Id="rId84" Type="http://schemas.openxmlformats.org/officeDocument/2006/relationships/customXml" Target="../ink/ink154.xml"/><Relationship Id="rId138" Type="http://schemas.openxmlformats.org/officeDocument/2006/relationships/image" Target="../media/image228.png"/><Relationship Id="rId191" Type="http://schemas.openxmlformats.org/officeDocument/2006/relationships/customXml" Target="../ink/ink208.xml"/><Relationship Id="rId205" Type="http://schemas.openxmlformats.org/officeDocument/2006/relationships/customXml" Target="../ink/ink215.xml"/><Relationship Id="rId247" Type="http://schemas.openxmlformats.org/officeDocument/2006/relationships/image" Target="../media/image282.png"/><Relationship Id="rId107" Type="http://schemas.openxmlformats.org/officeDocument/2006/relationships/customXml" Target="../ink/ink166.xml"/><Relationship Id="rId289" Type="http://schemas.openxmlformats.org/officeDocument/2006/relationships/image" Target="../media/image303.png"/><Relationship Id="rId11" Type="http://schemas.openxmlformats.org/officeDocument/2006/relationships/image" Target="../media/image168.png"/><Relationship Id="rId53" Type="http://schemas.openxmlformats.org/officeDocument/2006/relationships/image" Target="../media/image187.png"/><Relationship Id="rId149" Type="http://schemas.openxmlformats.org/officeDocument/2006/relationships/customXml" Target="../ink/ink187.xml"/><Relationship Id="rId314" Type="http://schemas.openxmlformats.org/officeDocument/2006/relationships/customXml" Target="../ink/ink270.xml"/><Relationship Id="rId95" Type="http://schemas.openxmlformats.org/officeDocument/2006/relationships/image" Target="../media/image207.png"/><Relationship Id="rId160" Type="http://schemas.openxmlformats.org/officeDocument/2006/relationships/image" Target="../media/image239.png"/><Relationship Id="rId216" Type="http://schemas.openxmlformats.org/officeDocument/2006/relationships/customXml" Target="../ink/ink221.xml"/><Relationship Id="rId258" Type="http://schemas.openxmlformats.org/officeDocument/2006/relationships/customXml" Target="../ink/ink242.xml"/><Relationship Id="rId22" Type="http://schemas.openxmlformats.org/officeDocument/2006/relationships/customXml" Target="../ink/ink121.xml"/><Relationship Id="rId64" Type="http://schemas.openxmlformats.org/officeDocument/2006/relationships/customXml" Target="../ink/ink143.xml"/><Relationship Id="rId118" Type="http://schemas.openxmlformats.org/officeDocument/2006/relationships/image" Target="../media/image218.png"/><Relationship Id="rId171" Type="http://schemas.openxmlformats.org/officeDocument/2006/relationships/customXml" Target="../ink/ink198.xml"/><Relationship Id="rId227" Type="http://schemas.openxmlformats.org/officeDocument/2006/relationships/image" Target="../media/image272.png"/><Relationship Id="rId269" Type="http://schemas.openxmlformats.org/officeDocument/2006/relationships/image" Target="../media/image293.png"/><Relationship Id="rId33" Type="http://schemas.openxmlformats.org/officeDocument/2006/relationships/image" Target="../media/image179.png"/><Relationship Id="rId129" Type="http://schemas.openxmlformats.org/officeDocument/2006/relationships/customXml" Target="../ink/ink177.xml"/><Relationship Id="rId280" Type="http://schemas.openxmlformats.org/officeDocument/2006/relationships/customXml" Target="../ink/ink253.xml"/><Relationship Id="rId75" Type="http://schemas.openxmlformats.org/officeDocument/2006/relationships/image" Target="../media/image198.png"/><Relationship Id="rId140" Type="http://schemas.openxmlformats.org/officeDocument/2006/relationships/image" Target="../media/image229.png"/><Relationship Id="rId182" Type="http://schemas.openxmlformats.org/officeDocument/2006/relationships/image" Target="../media/image250.png"/><Relationship Id="rId6" Type="http://schemas.openxmlformats.org/officeDocument/2006/relationships/customXml" Target="../ink/ink113.xml"/><Relationship Id="rId238" Type="http://schemas.openxmlformats.org/officeDocument/2006/relationships/customXml" Target="../ink/ink232.xml"/><Relationship Id="rId291" Type="http://schemas.openxmlformats.org/officeDocument/2006/relationships/image" Target="../media/image304.png"/><Relationship Id="rId305" Type="http://schemas.openxmlformats.org/officeDocument/2006/relationships/image" Target="../media/image311.png"/><Relationship Id="rId44" Type="http://schemas.openxmlformats.org/officeDocument/2006/relationships/image" Target="../media/image184.png"/><Relationship Id="rId86" Type="http://schemas.openxmlformats.org/officeDocument/2006/relationships/customXml" Target="../ink/ink155.xml"/><Relationship Id="rId151" Type="http://schemas.openxmlformats.org/officeDocument/2006/relationships/customXml" Target="../ink/ink188.xml"/><Relationship Id="rId193" Type="http://schemas.openxmlformats.org/officeDocument/2006/relationships/customXml" Target="../ink/ink209.xml"/><Relationship Id="rId207" Type="http://schemas.openxmlformats.org/officeDocument/2006/relationships/customXml" Target="../ink/ink216.xml"/><Relationship Id="rId249" Type="http://schemas.openxmlformats.org/officeDocument/2006/relationships/image" Target="../media/image28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8.xml"/><Relationship Id="rId18" Type="http://schemas.openxmlformats.org/officeDocument/2006/relationships/image" Target="../media/image328.png"/><Relationship Id="rId26" Type="http://schemas.openxmlformats.org/officeDocument/2006/relationships/image" Target="../media/image332.png"/><Relationship Id="rId39" Type="http://schemas.openxmlformats.org/officeDocument/2006/relationships/customXml" Target="../ink/ink291.xml"/><Relationship Id="rId21" Type="http://schemas.openxmlformats.org/officeDocument/2006/relationships/customXml" Target="../ink/ink282.xml"/><Relationship Id="rId34" Type="http://schemas.openxmlformats.org/officeDocument/2006/relationships/image" Target="../media/image336.png"/><Relationship Id="rId42" Type="http://schemas.openxmlformats.org/officeDocument/2006/relationships/image" Target="../media/image340.png"/><Relationship Id="rId7" Type="http://schemas.openxmlformats.org/officeDocument/2006/relationships/customXml" Target="../ink/ink275.xml"/><Relationship Id="rId2" Type="http://schemas.openxmlformats.org/officeDocument/2006/relationships/image" Target="../media/image103.png"/><Relationship Id="rId16" Type="http://schemas.openxmlformats.org/officeDocument/2006/relationships/image" Target="../media/image327.png"/><Relationship Id="rId20" Type="http://schemas.openxmlformats.org/officeDocument/2006/relationships/image" Target="../media/image329.png"/><Relationship Id="rId29" Type="http://schemas.openxmlformats.org/officeDocument/2006/relationships/customXml" Target="../ink/ink286.xml"/><Relationship Id="rId41" Type="http://schemas.openxmlformats.org/officeDocument/2006/relationships/customXml" Target="../ink/ink29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2.png"/><Relationship Id="rId11" Type="http://schemas.openxmlformats.org/officeDocument/2006/relationships/customXml" Target="../ink/ink277.xml"/><Relationship Id="rId24" Type="http://schemas.openxmlformats.org/officeDocument/2006/relationships/image" Target="../media/image331.png"/><Relationship Id="rId32" Type="http://schemas.openxmlformats.org/officeDocument/2006/relationships/image" Target="../media/image335.png"/><Relationship Id="rId37" Type="http://schemas.openxmlformats.org/officeDocument/2006/relationships/customXml" Target="../ink/ink290.xml"/><Relationship Id="rId40" Type="http://schemas.openxmlformats.org/officeDocument/2006/relationships/image" Target="../media/image339.png"/><Relationship Id="rId5" Type="http://schemas.openxmlformats.org/officeDocument/2006/relationships/customXml" Target="../ink/ink274.xml"/><Relationship Id="rId15" Type="http://schemas.openxmlformats.org/officeDocument/2006/relationships/customXml" Target="../ink/ink279.xml"/><Relationship Id="rId23" Type="http://schemas.openxmlformats.org/officeDocument/2006/relationships/customXml" Target="../ink/ink283.xml"/><Relationship Id="rId28" Type="http://schemas.openxmlformats.org/officeDocument/2006/relationships/image" Target="../media/image333.png"/><Relationship Id="rId36" Type="http://schemas.openxmlformats.org/officeDocument/2006/relationships/image" Target="../media/image337.png"/><Relationship Id="rId10" Type="http://schemas.openxmlformats.org/officeDocument/2006/relationships/image" Target="../media/image324.png"/><Relationship Id="rId19" Type="http://schemas.openxmlformats.org/officeDocument/2006/relationships/customXml" Target="../ink/ink281.xml"/><Relationship Id="rId31" Type="http://schemas.openxmlformats.org/officeDocument/2006/relationships/customXml" Target="../ink/ink287.xml"/><Relationship Id="rId4" Type="http://schemas.openxmlformats.org/officeDocument/2006/relationships/image" Target="../media/image321.png"/><Relationship Id="rId9" Type="http://schemas.openxmlformats.org/officeDocument/2006/relationships/customXml" Target="../ink/ink276.xml"/><Relationship Id="rId14" Type="http://schemas.openxmlformats.org/officeDocument/2006/relationships/image" Target="../media/image326.png"/><Relationship Id="rId22" Type="http://schemas.openxmlformats.org/officeDocument/2006/relationships/image" Target="../media/image330.png"/><Relationship Id="rId27" Type="http://schemas.openxmlformats.org/officeDocument/2006/relationships/customXml" Target="../ink/ink285.xml"/><Relationship Id="rId30" Type="http://schemas.openxmlformats.org/officeDocument/2006/relationships/image" Target="../media/image334.png"/><Relationship Id="rId35" Type="http://schemas.openxmlformats.org/officeDocument/2006/relationships/customXml" Target="../ink/ink289.xml"/><Relationship Id="rId8" Type="http://schemas.openxmlformats.org/officeDocument/2006/relationships/image" Target="../media/image323.png"/><Relationship Id="rId3" Type="http://schemas.openxmlformats.org/officeDocument/2006/relationships/customXml" Target="../ink/ink273.xml"/><Relationship Id="rId12" Type="http://schemas.openxmlformats.org/officeDocument/2006/relationships/image" Target="../media/image325.png"/><Relationship Id="rId17" Type="http://schemas.openxmlformats.org/officeDocument/2006/relationships/customXml" Target="../ink/ink280.xml"/><Relationship Id="rId25" Type="http://schemas.openxmlformats.org/officeDocument/2006/relationships/customXml" Target="../ink/ink284.xml"/><Relationship Id="rId33" Type="http://schemas.openxmlformats.org/officeDocument/2006/relationships/customXml" Target="../ink/ink288.xml"/><Relationship Id="rId38" Type="http://schemas.openxmlformats.org/officeDocument/2006/relationships/image" Target="../media/image338.png"/></Relationships>
</file>

<file path=ppt/slides/_rels/slide4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47.xml"/><Relationship Id="rId63" Type="http://schemas.openxmlformats.org/officeDocument/2006/relationships/image" Target="../media/image357.png"/><Relationship Id="rId159" Type="http://schemas.openxmlformats.org/officeDocument/2006/relationships/customXml" Target="../ink/ink368.xml"/><Relationship Id="rId324" Type="http://schemas.openxmlformats.org/officeDocument/2006/relationships/image" Target="../media/image487.png"/><Relationship Id="rId366" Type="http://schemas.openxmlformats.org/officeDocument/2006/relationships/image" Target="../media/image508.png"/><Relationship Id="rId170" Type="http://schemas.openxmlformats.org/officeDocument/2006/relationships/image" Target="../media/image410.png"/><Relationship Id="rId226" Type="http://schemas.openxmlformats.org/officeDocument/2006/relationships/image" Target="../media/image438.png"/><Relationship Id="rId433" Type="http://schemas.openxmlformats.org/officeDocument/2006/relationships/customXml" Target="../ink/ink505.xml"/><Relationship Id="rId268" Type="http://schemas.openxmlformats.org/officeDocument/2006/relationships/image" Target="../media/image459.png"/><Relationship Id="rId475" Type="http://schemas.openxmlformats.org/officeDocument/2006/relationships/customXml" Target="../ink/ink526.xml"/><Relationship Id="rId32" Type="http://schemas.openxmlformats.org/officeDocument/2006/relationships/customXml" Target="../ink/ink304.xml"/><Relationship Id="rId74" Type="http://schemas.openxmlformats.org/officeDocument/2006/relationships/customXml" Target="../ink/ink325.xml"/><Relationship Id="rId128" Type="http://schemas.openxmlformats.org/officeDocument/2006/relationships/image" Target="../media/image389.png"/><Relationship Id="rId335" Type="http://schemas.openxmlformats.org/officeDocument/2006/relationships/customXml" Target="../ink/ink456.xml"/><Relationship Id="rId377" Type="http://schemas.openxmlformats.org/officeDocument/2006/relationships/customXml" Target="../ink/ink477.xml"/><Relationship Id="rId500" Type="http://schemas.openxmlformats.org/officeDocument/2006/relationships/customXml" Target="../ink/ink539.xml"/><Relationship Id="rId5" Type="http://schemas.openxmlformats.org/officeDocument/2006/relationships/image" Target="../media/image343.png"/><Relationship Id="rId181" Type="http://schemas.openxmlformats.org/officeDocument/2006/relationships/customXml" Target="../ink/ink379.xml"/><Relationship Id="rId237" Type="http://schemas.openxmlformats.org/officeDocument/2006/relationships/customXml" Target="../ink/ink407.xml"/><Relationship Id="rId402" Type="http://schemas.openxmlformats.org/officeDocument/2006/relationships/image" Target="../media/image526.png"/><Relationship Id="rId279" Type="http://schemas.openxmlformats.org/officeDocument/2006/relationships/customXml" Target="../ink/ink428.xml"/><Relationship Id="rId444" Type="http://schemas.openxmlformats.org/officeDocument/2006/relationships/image" Target="../media/image547.png"/><Relationship Id="rId486" Type="http://schemas.openxmlformats.org/officeDocument/2006/relationships/image" Target="../media/image568.png"/><Relationship Id="rId43" Type="http://schemas.openxmlformats.org/officeDocument/2006/relationships/image" Target="../media/image320.png"/><Relationship Id="rId139" Type="http://schemas.openxmlformats.org/officeDocument/2006/relationships/customXml" Target="../ink/ink358.xml"/><Relationship Id="rId290" Type="http://schemas.openxmlformats.org/officeDocument/2006/relationships/image" Target="../media/image470.png"/><Relationship Id="rId304" Type="http://schemas.openxmlformats.org/officeDocument/2006/relationships/image" Target="../media/image477.png"/><Relationship Id="rId346" Type="http://schemas.openxmlformats.org/officeDocument/2006/relationships/image" Target="../media/image498.png"/><Relationship Id="rId388" Type="http://schemas.openxmlformats.org/officeDocument/2006/relationships/image" Target="../media/image519.png"/><Relationship Id="rId511" Type="http://schemas.openxmlformats.org/officeDocument/2006/relationships/image" Target="../media/image581.png"/><Relationship Id="rId85" Type="http://schemas.openxmlformats.org/officeDocument/2006/relationships/image" Target="../media/image368.png"/><Relationship Id="rId150" Type="http://schemas.openxmlformats.org/officeDocument/2006/relationships/image" Target="../media/image400.png"/><Relationship Id="rId192" Type="http://schemas.openxmlformats.org/officeDocument/2006/relationships/image" Target="../media/image421.png"/><Relationship Id="rId206" Type="http://schemas.openxmlformats.org/officeDocument/2006/relationships/image" Target="../media/image428.png"/><Relationship Id="rId413" Type="http://schemas.openxmlformats.org/officeDocument/2006/relationships/customXml" Target="../ink/ink495.xml"/><Relationship Id="rId248" Type="http://schemas.openxmlformats.org/officeDocument/2006/relationships/image" Target="../media/image449.png"/><Relationship Id="rId455" Type="http://schemas.openxmlformats.org/officeDocument/2006/relationships/customXml" Target="../ink/ink516.xml"/><Relationship Id="rId497" Type="http://schemas.openxmlformats.org/officeDocument/2006/relationships/image" Target="../media/image573.png"/><Relationship Id="rId12" Type="http://schemas.openxmlformats.org/officeDocument/2006/relationships/customXml" Target="../ink/ink296.xml"/><Relationship Id="rId108" Type="http://schemas.openxmlformats.org/officeDocument/2006/relationships/image" Target="../media/image379.png"/><Relationship Id="rId315" Type="http://schemas.openxmlformats.org/officeDocument/2006/relationships/customXml" Target="../ink/ink446.xml"/><Relationship Id="rId357" Type="http://schemas.openxmlformats.org/officeDocument/2006/relationships/customXml" Target="../ink/ink467.xml"/><Relationship Id="rId54" Type="http://schemas.openxmlformats.org/officeDocument/2006/relationships/customXml" Target="../ink/ink315.xml"/><Relationship Id="rId96" Type="http://schemas.openxmlformats.org/officeDocument/2006/relationships/image" Target="../media/image373.png"/><Relationship Id="rId161" Type="http://schemas.openxmlformats.org/officeDocument/2006/relationships/customXml" Target="../ink/ink369.xml"/><Relationship Id="rId217" Type="http://schemas.openxmlformats.org/officeDocument/2006/relationships/customXml" Target="../ink/ink397.xml"/><Relationship Id="rId399" Type="http://schemas.openxmlformats.org/officeDocument/2006/relationships/customXml" Target="../ink/ink488.xml"/><Relationship Id="rId259" Type="http://schemas.openxmlformats.org/officeDocument/2006/relationships/customXml" Target="../ink/ink418.xml"/><Relationship Id="rId424" Type="http://schemas.openxmlformats.org/officeDocument/2006/relationships/image" Target="../media/image537.png"/><Relationship Id="rId466" Type="http://schemas.openxmlformats.org/officeDocument/2006/relationships/image" Target="../media/image558.png"/><Relationship Id="rId119" Type="http://schemas.openxmlformats.org/officeDocument/2006/relationships/customXml" Target="../ink/ink348.xml"/><Relationship Id="rId270" Type="http://schemas.openxmlformats.org/officeDocument/2006/relationships/image" Target="../media/image460.png"/><Relationship Id="rId326" Type="http://schemas.openxmlformats.org/officeDocument/2006/relationships/image" Target="../media/image488.png"/><Relationship Id="rId65" Type="http://schemas.openxmlformats.org/officeDocument/2006/relationships/image" Target="../media/image358.png"/><Relationship Id="rId130" Type="http://schemas.openxmlformats.org/officeDocument/2006/relationships/image" Target="../media/image390.png"/><Relationship Id="rId368" Type="http://schemas.openxmlformats.org/officeDocument/2006/relationships/image" Target="../media/image509.png"/><Relationship Id="rId172" Type="http://schemas.openxmlformats.org/officeDocument/2006/relationships/image" Target="../media/image411.png"/><Relationship Id="rId228" Type="http://schemas.openxmlformats.org/officeDocument/2006/relationships/image" Target="../media/image439.png"/><Relationship Id="rId435" Type="http://schemas.openxmlformats.org/officeDocument/2006/relationships/customXml" Target="../ink/ink506.xml"/><Relationship Id="rId477" Type="http://schemas.openxmlformats.org/officeDocument/2006/relationships/customXml" Target="../ink/ink527.xml"/><Relationship Id="rId281" Type="http://schemas.openxmlformats.org/officeDocument/2006/relationships/customXml" Target="../ink/ink429.xml"/><Relationship Id="rId337" Type="http://schemas.openxmlformats.org/officeDocument/2006/relationships/customXml" Target="../ink/ink457.xml"/><Relationship Id="rId502" Type="http://schemas.openxmlformats.org/officeDocument/2006/relationships/customXml" Target="../ink/ink540.xml"/><Relationship Id="rId34" Type="http://schemas.openxmlformats.org/officeDocument/2006/relationships/customXml" Target="../ink/ink305.xml"/><Relationship Id="rId76" Type="http://schemas.openxmlformats.org/officeDocument/2006/relationships/customXml" Target="../ink/ink326.xml"/><Relationship Id="rId141" Type="http://schemas.openxmlformats.org/officeDocument/2006/relationships/customXml" Target="../ink/ink359.xml"/><Relationship Id="rId379" Type="http://schemas.openxmlformats.org/officeDocument/2006/relationships/customXml" Target="../ink/ink478.xml"/><Relationship Id="rId183" Type="http://schemas.openxmlformats.org/officeDocument/2006/relationships/customXml" Target="../ink/ink380.xml"/><Relationship Id="rId239" Type="http://schemas.openxmlformats.org/officeDocument/2006/relationships/customXml" Target="../ink/ink408.xml"/><Relationship Id="rId390" Type="http://schemas.openxmlformats.org/officeDocument/2006/relationships/image" Target="../media/image520.png"/><Relationship Id="rId404" Type="http://schemas.openxmlformats.org/officeDocument/2006/relationships/image" Target="../media/image527.png"/><Relationship Id="rId446" Type="http://schemas.openxmlformats.org/officeDocument/2006/relationships/image" Target="../media/image548.png"/><Relationship Id="rId250" Type="http://schemas.openxmlformats.org/officeDocument/2006/relationships/image" Target="../media/image450.png"/><Relationship Id="rId292" Type="http://schemas.openxmlformats.org/officeDocument/2006/relationships/image" Target="../media/image471.png"/><Relationship Id="rId306" Type="http://schemas.openxmlformats.org/officeDocument/2006/relationships/image" Target="../media/image478.png"/><Relationship Id="rId488" Type="http://schemas.openxmlformats.org/officeDocument/2006/relationships/image" Target="../media/image569.png"/><Relationship Id="rId45" Type="http://schemas.openxmlformats.org/officeDocument/2006/relationships/image" Target="../media/image341.png"/><Relationship Id="rId87" Type="http://schemas.openxmlformats.org/officeDocument/2006/relationships/image" Target="../media/image369.png"/><Relationship Id="rId110" Type="http://schemas.openxmlformats.org/officeDocument/2006/relationships/image" Target="../media/image380.png"/><Relationship Id="rId348" Type="http://schemas.openxmlformats.org/officeDocument/2006/relationships/image" Target="../media/image499.png"/><Relationship Id="rId513" Type="http://schemas.openxmlformats.org/officeDocument/2006/relationships/image" Target="../media/image582.png"/><Relationship Id="rId152" Type="http://schemas.openxmlformats.org/officeDocument/2006/relationships/image" Target="../media/image401.png"/><Relationship Id="rId194" Type="http://schemas.openxmlformats.org/officeDocument/2006/relationships/image" Target="../media/image422.png"/><Relationship Id="rId208" Type="http://schemas.openxmlformats.org/officeDocument/2006/relationships/image" Target="../media/image429.png"/><Relationship Id="rId415" Type="http://schemas.openxmlformats.org/officeDocument/2006/relationships/customXml" Target="../ink/ink496.xml"/><Relationship Id="rId457" Type="http://schemas.openxmlformats.org/officeDocument/2006/relationships/customXml" Target="../ink/ink517.xml"/><Relationship Id="rId261" Type="http://schemas.openxmlformats.org/officeDocument/2006/relationships/customXml" Target="../ink/ink419.xml"/><Relationship Id="rId499" Type="http://schemas.openxmlformats.org/officeDocument/2006/relationships/image" Target="../media/image574.png"/><Relationship Id="rId14" Type="http://schemas.openxmlformats.org/officeDocument/2006/relationships/customXml" Target="../ink/ink297.xml"/><Relationship Id="rId56" Type="http://schemas.openxmlformats.org/officeDocument/2006/relationships/customXml" Target="../ink/ink316.xml"/><Relationship Id="rId317" Type="http://schemas.openxmlformats.org/officeDocument/2006/relationships/customXml" Target="../ink/ink447.xml"/><Relationship Id="rId359" Type="http://schemas.openxmlformats.org/officeDocument/2006/relationships/customXml" Target="../ink/ink468.xml"/><Relationship Id="rId98" Type="http://schemas.openxmlformats.org/officeDocument/2006/relationships/image" Target="../media/image374.png"/><Relationship Id="rId121" Type="http://schemas.openxmlformats.org/officeDocument/2006/relationships/customXml" Target="../ink/ink349.xml"/><Relationship Id="rId163" Type="http://schemas.openxmlformats.org/officeDocument/2006/relationships/customXml" Target="../ink/ink370.xml"/><Relationship Id="rId219" Type="http://schemas.openxmlformats.org/officeDocument/2006/relationships/customXml" Target="../ink/ink398.xml"/><Relationship Id="rId370" Type="http://schemas.openxmlformats.org/officeDocument/2006/relationships/image" Target="../media/image510.png"/><Relationship Id="rId426" Type="http://schemas.openxmlformats.org/officeDocument/2006/relationships/image" Target="../media/image538.png"/><Relationship Id="rId230" Type="http://schemas.openxmlformats.org/officeDocument/2006/relationships/image" Target="../media/image440.png"/><Relationship Id="rId468" Type="http://schemas.openxmlformats.org/officeDocument/2006/relationships/image" Target="../media/image559.png"/><Relationship Id="rId25" Type="http://schemas.openxmlformats.org/officeDocument/2006/relationships/image" Target="../media/image353.png"/><Relationship Id="rId67" Type="http://schemas.openxmlformats.org/officeDocument/2006/relationships/image" Target="../media/image359.png"/><Relationship Id="rId272" Type="http://schemas.openxmlformats.org/officeDocument/2006/relationships/image" Target="../media/image461.png"/><Relationship Id="rId328" Type="http://schemas.openxmlformats.org/officeDocument/2006/relationships/image" Target="../media/image489.png"/><Relationship Id="rId132" Type="http://schemas.openxmlformats.org/officeDocument/2006/relationships/image" Target="../media/image391.png"/><Relationship Id="rId174" Type="http://schemas.openxmlformats.org/officeDocument/2006/relationships/image" Target="../media/image412.png"/><Relationship Id="rId381" Type="http://schemas.openxmlformats.org/officeDocument/2006/relationships/customXml" Target="../ink/ink479.xml"/><Relationship Id="rId241" Type="http://schemas.openxmlformats.org/officeDocument/2006/relationships/customXml" Target="../ink/ink409.xml"/><Relationship Id="rId437" Type="http://schemas.openxmlformats.org/officeDocument/2006/relationships/customXml" Target="../ink/ink507.xml"/><Relationship Id="rId479" Type="http://schemas.openxmlformats.org/officeDocument/2006/relationships/customXml" Target="../ink/ink528.xml"/><Relationship Id="rId36" Type="http://schemas.openxmlformats.org/officeDocument/2006/relationships/customXml" Target="../ink/ink306.xml"/><Relationship Id="rId283" Type="http://schemas.openxmlformats.org/officeDocument/2006/relationships/customXml" Target="../ink/ink430.xml"/><Relationship Id="rId339" Type="http://schemas.openxmlformats.org/officeDocument/2006/relationships/customXml" Target="../ink/ink458.xml"/><Relationship Id="rId490" Type="http://schemas.openxmlformats.org/officeDocument/2006/relationships/image" Target="../media/image570.png"/><Relationship Id="rId504" Type="http://schemas.openxmlformats.org/officeDocument/2006/relationships/customXml" Target="../ink/ink541.xml"/><Relationship Id="rId78" Type="http://schemas.openxmlformats.org/officeDocument/2006/relationships/customXml" Target="../ink/ink327.xml"/><Relationship Id="rId101" Type="http://schemas.openxmlformats.org/officeDocument/2006/relationships/customXml" Target="../ink/ink339.xml"/><Relationship Id="rId143" Type="http://schemas.openxmlformats.org/officeDocument/2006/relationships/customXml" Target="../ink/ink360.xml"/><Relationship Id="rId185" Type="http://schemas.openxmlformats.org/officeDocument/2006/relationships/customXml" Target="../ink/ink381.xml"/><Relationship Id="rId350" Type="http://schemas.openxmlformats.org/officeDocument/2006/relationships/image" Target="../media/image500.png"/><Relationship Id="rId406" Type="http://schemas.openxmlformats.org/officeDocument/2006/relationships/image" Target="../media/image528.png"/><Relationship Id="rId9" Type="http://schemas.openxmlformats.org/officeDocument/2006/relationships/image" Target="../media/image345.png"/><Relationship Id="rId210" Type="http://schemas.openxmlformats.org/officeDocument/2006/relationships/image" Target="../media/image430.png"/><Relationship Id="rId392" Type="http://schemas.openxmlformats.org/officeDocument/2006/relationships/image" Target="../media/image521.png"/><Relationship Id="rId448" Type="http://schemas.openxmlformats.org/officeDocument/2006/relationships/image" Target="../media/image549.png"/><Relationship Id="rId252" Type="http://schemas.openxmlformats.org/officeDocument/2006/relationships/image" Target="../media/image451.png"/><Relationship Id="rId294" Type="http://schemas.openxmlformats.org/officeDocument/2006/relationships/image" Target="../media/image472.png"/><Relationship Id="rId308" Type="http://schemas.openxmlformats.org/officeDocument/2006/relationships/image" Target="../media/image479.png"/><Relationship Id="rId515" Type="http://schemas.openxmlformats.org/officeDocument/2006/relationships/image" Target="../media/image583.png"/><Relationship Id="rId47" Type="http://schemas.openxmlformats.org/officeDocument/2006/relationships/image" Target="../media/image342.png"/><Relationship Id="rId89" Type="http://schemas.openxmlformats.org/officeDocument/2006/relationships/customXml" Target="../ink/ink333.xml"/><Relationship Id="rId112" Type="http://schemas.openxmlformats.org/officeDocument/2006/relationships/image" Target="../media/image381.png"/><Relationship Id="rId154" Type="http://schemas.openxmlformats.org/officeDocument/2006/relationships/image" Target="../media/image402.png"/><Relationship Id="rId361" Type="http://schemas.openxmlformats.org/officeDocument/2006/relationships/customXml" Target="../ink/ink469.xml"/><Relationship Id="rId196" Type="http://schemas.openxmlformats.org/officeDocument/2006/relationships/image" Target="../media/image423.png"/><Relationship Id="rId417" Type="http://schemas.openxmlformats.org/officeDocument/2006/relationships/customXml" Target="../ink/ink497.xml"/><Relationship Id="rId459" Type="http://schemas.openxmlformats.org/officeDocument/2006/relationships/customXml" Target="../ink/ink518.xml"/><Relationship Id="rId16" Type="http://schemas.openxmlformats.org/officeDocument/2006/relationships/customXml" Target="../ink/ink298.xml"/><Relationship Id="rId221" Type="http://schemas.openxmlformats.org/officeDocument/2006/relationships/customXml" Target="../ink/ink399.xml"/><Relationship Id="rId263" Type="http://schemas.openxmlformats.org/officeDocument/2006/relationships/customXml" Target="../ink/ink420.xml"/><Relationship Id="rId319" Type="http://schemas.openxmlformats.org/officeDocument/2006/relationships/customXml" Target="../ink/ink448.xml"/><Relationship Id="rId470" Type="http://schemas.openxmlformats.org/officeDocument/2006/relationships/image" Target="../media/image560.png"/><Relationship Id="rId58" Type="http://schemas.openxmlformats.org/officeDocument/2006/relationships/customXml" Target="../ink/ink317.xml"/><Relationship Id="rId123" Type="http://schemas.openxmlformats.org/officeDocument/2006/relationships/customXml" Target="../ink/ink350.xml"/><Relationship Id="rId330" Type="http://schemas.openxmlformats.org/officeDocument/2006/relationships/image" Target="../media/image490.png"/><Relationship Id="rId165" Type="http://schemas.openxmlformats.org/officeDocument/2006/relationships/customXml" Target="../ink/ink371.xml"/><Relationship Id="rId372" Type="http://schemas.openxmlformats.org/officeDocument/2006/relationships/image" Target="../media/image511.png"/><Relationship Id="rId428" Type="http://schemas.openxmlformats.org/officeDocument/2006/relationships/image" Target="../media/image539.png"/><Relationship Id="rId232" Type="http://schemas.openxmlformats.org/officeDocument/2006/relationships/image" Target="../media/image441.png"/><Relationship Id="rId274" Type="http://schemas.openxmlformats.org/officeDocument/2006/relationships/image" Target="../media/image462.png"/><Relationship Id="rId481" Type="http://schemas.openxmlformats.org/officeDocument/2006/relationships/customXml" Target="../ink/ink529.xml"/><Relationship Id="rId27" Type="http://schemas.openxmlformats.org/officeDocument/2006/relationships/image" Target="../media/image107.png"/><Relationship Id="rId69" Type="http://schemas.openxmlformats.org/officeDocument/2006/relationships/image" Target="../media/image360.png"/><Relationship Id="rId134" Type="http://schemas.openxmlformats.org/officeDocument/2006/relationships/image" Target="../media/image392.png"/><Relationship Id="rId80" Type="http://schemas.openxmlformats.org/officeDocument/2006/relationships/customXml" Target="../ink/ink328.xml"/><Relationship Id="rId176" Type="http://schemas.openxmlformats.org/officeDocument/2006/relationships/image" Target="../media/image413.png"/><Relationship Id="rId341" Type="http://schemas.openxmlformats.org/officeDocument/2006/relationships/customXml" Target="../ink/ink459.xml"/><Relationship Id="rId383" Type="http://schemas.openxmlformats.org/officeDocument/2006/relationships/customXml" Target="../ink/ink480.xml"/><Relationship Id="rId439" Type="http://schemas.openxmlformats.org/officeDocument/2006/relationships/customXml" Target="../ink/ink508.xml"/><Relationship Id="rId201" Type="http://schemas.openxmlformats.org/officeDocument/2006/relationships/customXml" Target="../ink/ink389.xml"/><Relationship Id="rId243" Type="http://schemas.openxmlformats.org/officeDocument/2006/relationships/customXml" Target="../ink/ink410.xml"/><Relationship Id="rId285" Type="http://schemas.openxmlformats.org/officeDocument/2006/relationships/customXml" Target="../ink/ink431.xml"/><Relationship Id="rId450" Type="http://schemas.openxmlformats.org/officeDocument/2006/relationships/image" Target="../media/image550.png"/><Relationship Id="rId506" Type="http://schemas.openxmlformats.org/officeDocument/2006/relationships/customXml" Target="../ink/ink542.xml"/><Relationship Id="rId38" Type="http://schemas.openxmlformats.org/officeDocument/2006/relationships/customXml" Target="../ink/ink307.xml"/><Relationship Id="rId103" Type="http://schemas.openxmlformats.org/officeDocument/2006/relationships/customXml" Target="../ink/ink340.xml"/><Relationship Id="rId310" Type="http://schemas.openxmlformats.org/officeDocument/2006/relationships/image" Target="../media/image480.png"/><Relationship Id="rId492" Type="http://schemas.openxmlformats.org/officeDocument/2006/relationships/image" Target="../media/image571.png"/><Relationship Id="rId91" Type="http://schemas.openxmlformats.org/officeDocument/2006/relationships/customXml" Target="../ink/ink334.xml"/><Relationship Id="rId145" Type="http://schemas.openxmlformats.org/officeDocument/2006/relationships/customXml" Target="../ink/ink361.xml"/><Relationship Id="rId187" Type="http://schemas.openxmlformats.org/officeDocument/2006/relationships/customXml" Target="../ink/ink382.xml"/><Relationship Id="rId352" Type="http://schemas.openxmlformats.org/officeDocument/2006/relationships/image" Target="../media/image501.png"/><Relationship Id="rId394" Type="http://schemas.openxmlformats.org/officeDocument/2006/relationships/image" Target="../media/image522.png"/><Relationship Id="rId408" Type="http://schemas.openxmlformats.org/officeDocument/2006/relationships/image" Target="../media/image529.png"/><Relationship Id="rId212" Type="http://schemas.openxmlformats.org/officeDocument/2006/relationships/image" Target="../media/image431.png"/><Relationship Id="rId254" Type="http://schemas.openxmlformats.org/officeDocument/2006/relationships/image" Target="../media/image452.png"/><Relationship Id="rId49" Type="http://schemas.openxmlformats.org/officeDocument/2006/relationships/image" Target="../media/image344.png"/><Relationship Id="rId114" Type="http://schemas.openxmlformats.org/officeDocument/2006/relationships/image" Target="../media/image382.png"/><Relationship Id="rId296" Type="http://schemas.openxmlformats.org/officeDocument/2006/relationships/image" Target="../media/image473.png"/><Relationship Id="rId461" Type="http://schemas.openxmlformats.org/officeDocument/2006/relationships/customXml" Target="../ink/ink519.xml"/><Relationship Id="rId517" Type="http://schemas.openxmlformats.org/officeDocument/2006/relationships/image" Target="../media/image584.png"/><Relationship Id="rId60" Type="http://schemas.openxmlformats.org/officeDocument/2006/relationships/customXml" Target="../ink/ink318.xml"/><Relationship Id="rId156" Type="http://schemas.openxmlformats.org/officeDocument/2006/relationships/image" Target="../media/image403.png"/><Relationship Id="rId198" Type="http://schemas.openxmlformats.org/officeDocument/2006/relationships/image" Target="../media/image424.png"/><Relationship Id="rId321" Type="http://schemas.openxmlformats.org/officeDocument/2006/relationships/customXml" Target="../ink/ink449.xml"/><Relationship Id="rId363" Type="http://schemas.openxmlformats.org/officeDocument/2006/relationships/customXml" Target="../ink/ink470.xml"/><Relationship Id="rId419" Type="http://schemas.openxmlformats.org/officeDocument/2006/relationships/customXml" Target="../ink/ink498.xml"/><Relationship Id="rId223" Type="http://schemas.openxmlformats.org/officeDocument/2006/relationships/customXml" Target="../ink/ink400.xml"/><Relationship Id="rId430" Type="http://schemas.openxmlformats.org/officeDocument/2006/relationships/image" Target="../media/image540.png"/><Relationship Id="rId18" Type="http://schemas.openxmlformats.org/officeDocument/2006/relationships/customXml" Target="../ink/ink299.xml"/><Relationship Id="rId265" Type="http://schemas.openxmlformats.org/officeDocument/2006/relationships/customXml" Target="../ink/ink421.xml"/><Relationship Id="rId472" Type="http://schemas.openxmlformats.org/officeDocument/2006/relationships/image" Target="../media/image561.png"/><Relationship Id="rId125" Type="http://schemas.openxmlformats.org/officeDocument/2006/relationships/customXml" Target="../ink/ink351.xml"/><Relationship Id="rId167" Type="http://schemas.openxmlformats.org/officeDocument/2006/relationships/customXml" Target="../ink/ink372.xml"/><Relationship Id="rId332" Type="http://schemas.openxmlformats.org/officeDocument/2006/relationships/image" Target="../media/image491.png"/><Relationship Id="rId374" Type="http://schemas.openxmlformats.org/officeDocument/2006/relationships/image" Target="../media/image512.png"/><Relationship Id="rId71" Type="http://schemas.openxmlformats.org/officeDocument/2006/relationships/image" Target="../media/image361.png"/><Relationship Id="rId234" Type="http://schemas.openxmlformats.org/officeDocument/2006/relationships/image" Target="../media/image442.png"/><Relationship Id="rId2" Type="http://schemas.openxmlformats.org/officeDocument/2006/relationships/image" Target="../media/image104.png"/><Relationship Id="rId29" Type="http://schemas.openxmlformats.org/officeDocument/2006/relationships/image" Target="../media/image108.png"/><Relationship Id="rId276" Type="http://schemas.openxmlformats.org/officeDocument/2006/relationships/image" Target="../media/image463.png"/><Relationship Id="rId441" Type="http://schemas.openxmlformats.org/officeDocument/2006/relationships/customXml" Target="../ink/ink509.xml"/><Relationship Id="rId483" Type="http://schemas.openxmlformats.org/officeDocument/2006/relationships/customXml" Target="../ink/ink530.xml"/><Relationship Id="rId40" Type="http://schemas.openxmlformats.org/officeDocument/2006/relationships/customXml" Target="../ink/ink308.xml"/><Relationship Id="rId136" Type="http://schemas.openxmlformats.org/officeDocument/2006/relationships/image" Target="../media/image393.png"/><Relationship Id="rId178" Type="http://schemas.openxmlformats.org/officeDocument/2006/relationships/image" Target="../media/image414.png"/><Relationship Id="rId301" Type="http://schemas.openxmlformats.org/officeDocument/2006/relationships/customXml" Target="../ink/ink439.xml"/><Relationship Id="rId343" Type="http://schemas.openxmlformats.org/officeDocument/2006/relationships/customXml" Target="../ink/ink460.xml"/><Relationship Id="rId82" Type="http://schemas.openxmlformats.org/officeDocument/2006/relationships/customXml" Target="../ink/ink329.xml"/><Relationship Id="rId203" Type="http://schemas.openxmlformats.org/officeDocument/2006/relationships/customXml" Target="../ink/ink390.xml"/><Relationship Id="rId385" Type="http://schemas.openxmlformats.org/officeDocument/2006/relationships/customXml" Target="../ink/ink481.xml"/><Relationship Id="rId245" Type="http://schemas.openxmlformats.org/officeDocument/2006/relationships/customXml" Target="../ink/ink411.xml"/><Relationship Id="rId287" Type="http://schemas.openxmlformats.org/officeDocument/2006/relationships/customXml" Target="../ink/ink432.xml"/><Relationship Id="rId410" Type="http://schemas.openxmlformats.org/officeDocument/2006/relationships/image" Target="../media/image530.png"/><Relationship Id="rId452" Type="http://schemas.openxmlformats.org/officeDocument/2006/relationships/image" Target="../media/image551.png"/><Relationship Id="rId494" Type="http://schemas.openxmlformats.org/officeDocument/2006/relationships/customXml" Target="../ink/ink536.xml"/><Relationship Id="rId508" Type="http://schemas.openxmlformats.org/officeDocument/2006/relationships/customXml" Target="../ink/ink543.xml"/><Relationship Id="rId105" Type="http://schemas.openxmlformats.org/officeDocument/2006/relationships/customXml" Target="../ink/ink341.xml"/><Relationship Id="rId147" Type="http://schemas.openxmlformats.org/officeDocument/2006/relationships/customXml" Target="../ink/ink362.xml"/><Relationship Id="rId312" Type="http://schemas.openxmlformats.org/officeDocument/2006/relationships/image" Target="../media/image481.png"/><Relationship Id="rId354" Type="http://schemas.openxmlformats.org/officeDocument/2006/relationships/image" Target="../media/image502.png"/><Relationship Id="rId51" Type="http://schemas.openxmlformats.org/officeDocument/2006/relationships/image" Target="../media/image350.png"/><Relationship Id="rId93" Type="http://schemas.openxmlformats.org/officeDocument/2006/relationships/customXml" Target="../ink/ink335.xml"/><Relationship Id="rId189" Type="http://schemas.openxmlformats.org/officeDocument/2006/relationships/customXml" Target="../ink/ink383.xml"/><Relationship Id="rId396" Type="http://schemas.openxmlformats.org/officeDocument/2006/relationships/image" Target="../media/image523.png"/><Relationship Id="rId214" Type="http://schemas.openxmlformats.org/officeDocument/2006/relationships/image" Target="../media/image432.png"/><Relationship Id="rId256" Type="http://schemas.openxmlformats.org/officeDocument/2006/relationships/image" Target="../media/image453.png"/><Relationship Id="rId298" Type="http://schemas.openxmlformats.org/officeDocument/2006/relationships/image" Target="../media/image474.png"/><Relationship Id="rId421" Type="http://schemas.openxmlformats.org/officeDocument/2006/relationships/customXml" Target="../ink/ink499.xml"/><Relationship Id="rId463" Type="http://schemas.openxmlformats.org/officeDocument/2006/relationships/customXml" Target="../ink/ink520.xml"/><Relationship Id="rId519" Type="http://schemas.openxmlformats.org/officeDocument/2006/relationships/image" Target="../media/image585.png"/><Relationship Id="rId116" Type="http://schemas.openxmlformats.org/officeDocument/2006/relationships/image" Target="../media/image383.png"/><Relationship Id="rId158" Type="http://schemas.openxmlformats.org/officeDocument/2006/relationships/image" Target="../media/image404.png"/><Relationship Id="rId323" Type="http://schemas.openxmlformats.org/officeDocument/2006/relationships/customXml" Target="../ink/ink450.xml"/><Relationship Id="rId20" Type="http://schemas.openxmlformats.org/officeDocument/2006/relationships/customXml" Target="../ink/ink300.xml"/><Relationship Id="rId62" Type="http://schemas.openxmlformats.org/officeDocument/2006/relationships/customXml" Target="../ink/ink319.xml"/><Relationship Id="rId365" Type="http://schemas.openxmlformats.org/officeDocument/2006/relationships/customXml" Target="../ink/ink471.xml"/><Relationship Id="rId225" Type="http://schemas.openxmlformats.org/officeDocument/2006/relationships/customXml" Target="../ink/ink401.xml"/><Relationship Id="rId267" Type="http://schemas.openxmlformats.org/officeDocument/2006/relationships/customXml" Target="../ink/ink422.xml"/><Relationship Id="rId432" Type="http://schemas.openxmlformats.org/officeDocument/2006/relationships/image" Target="../media/image541.png"/><Relationship Id="rId474" Type="http://schemas.openxmlformats.org/officeDocument/2006/relationships/image" Target="../media/image562.png"/><Relationship Id="rId127" Type="http://schemas.openxmlformats.org/officeDocument/2006/relationships/customXml" Target="../ink/ink352.xml"/><Relationship Id="rId31" Type="http://schemas.openxmlformats.org/officeDocument/2006/relationships/image" Target="../media/image109.png"/><Relationship Id="rId73" Type="http://schemas.openxmlformats.org/officeDocument/2006/relationships/image" Target="../media/image362.png"/><Relationship Id="rId169" Type="http://schemas.openxmlformats.org/officeDocument/2006/relationships/customXml" Target="../ink/ink373.xml"/><Relationship Id="rId334" Type="http://schemas.openxmlformats.org/officeDocument/2006/relationships/image" Target="../media/image492.png"/><Relationship Id="rId376" Type="http://schemas.openxmlformats.org/officeDocument/2006/relationships/image" Target="../media/image513.png"/><Relationship Id="rId4" Type="http://schemas.openxmlformats.org/officeDocument/2006/relationships/customXml" Target="../ink/ink293.xml"/><Relationship Id="rId180" Type="http://schemas.openxmlformats.org/officeDocument/2006/relationships/image" Target="../media/image415.png"/><Relationship Id="rId236" Type="http://schemas.openxmlformats.org/officeDocument/2006/relationships/image" Target="../media/image443.png"/><Relationship Id="rId278" Type="http://schemas.openxmlformats.org/officeDocument/2006/relationships/image" Target="../media/image464.png"/><Relationship Id="rId401" Type="http://schemas.openxmlformats.org/officeDocument/2006/relationships/customXml" Target="../ink/ink489.xml"/><Relationship Id="rId443" Type="http://schemas.openxmlformats.org/officeDocument/2006/relationships/customXml" Target="../ink/ink510.xml"/><Relationship Id="rId303" Type="http://schemas.openxmlformats.org/officeDocument/2006/relationships/customXml" Target="../ink/ink440.xml"/><Relationship Id="rId485" Type="http://schemas.openxmlformats.org/officeDocument/2006/relationships/customXml" Target="../ink/ink531.xml"/><Relationship Id="rId42" Type="http://schemas.openxmlformats.org/officeDocument/2006/relationships/customXml" Target="../ink/ink309.xml"/><Relationship Id="rId84" Type="http://schemas.openxmlformats.org/officeDocument/2006/relationships/customXml" Target="../ink/ink330.xml"/><Relationship Id="rId138" Type="http://schemas.openxmlformats.org/officeDocument/2006/relationships/image" Target="../media/image394.png"/><Relationship Id="rId345" Type="http://schemas.openxmlformats.org/officeDocument/2006/relationships/customXml" Target="../ink/ink461.xml"/><Relationship Id="rId387" Type="http://schemas.openxmlformats.org/officeDocument/2006/relationships/customXml" Target="../ink/ink482.xml"/><Relationship Id="rId510" Type="http://schemas.openxmlformats.org/officeDocument/2006/relationships/customXml" Target="../ink/ink544.xml"/><Relationship Id="rId191" Type="http://schemas.openxmlformats.org/officeDocument/2006/relationships/customXml" Target="../ink/ink384.xml"/><Relationship Id="rId205" Type="http://schemas.openxmlformats.org/officeDocument/2006/relationships/customXml" Target="../ink/ink391.xml"/><Relationship Id="rId247" Type="http://schemas.openxmlformats.org/officeDocument/2006/relationships/customXml" Target="../ink/ink412.xml"/><Relationship Id="rId412" Type="http://schemas.openxmlformats.org/officeDocument/2006/relationships/image" Target="../media/image531.png"/><Relationship Id="rId107" Type="http://schemas.openxmlformats.org/officeDocument/2006/relationships/customXml" Target="../ink/ink342.xml"/><Relationship Id="rId289" Type="http://schemas.openxmlformats.org/officeDocument/2006/relationships/customXml" Target="../ink/ink433.xml"/><Relationship Id="rId454" Type="http://schemas.openxmlformats.org/officeDocument/2006/relationships/image" Target="../media/image552.png"/><Relationship Id="rId496" Type="http://schemas.openxmlformats.org/officeDocument/2006/relationships/customXml" Target="../ink/ink537.xml"/><Relationship Id="rId11" Type="http://schemas.openxmlformats.org/officeDocument/2006/relationships/image" Target="../media/image346.png"/><Relationship Id="rId53" Type="http://schemas.openxmlformats.org/officeDocument/2006/relationships/image" Target="../media/image351.png"/><Relationship Id="rId149" Type="http://schemas.openxmlformats.org/officeDocument/2006/relationships/customXml" Target="../ink/ink363.xml"/><Relationship Id="rId314" Type="http://schemas.openxmlformats.org/officeDocument/2006/relationships/image" Target="../media/image482.png"/><Relationship Id="rId356" Type="http://schemas.openxmlformats.org/officeDocument/2006/relationships/image" Target="../media/image503.png"/><Relationship Id="rId398" Type="http://schemas.openxmlformats.org/officeDocument/2006/relationships/image" Target="../media/image524.png"/><Relationship Id="rId521" Type="http://schemas.openxmlformats.org/officeDocument/2006/relationships/image" Target="../media/image586.png"/><Relationship Id="rId95" Type="http://schemas.openxmlformats.org/officeDocument/2006/relationships/customXml" Target="../ink/ink336.xml"/><Relationship Id="rId160" Type="http://schemas.openxmlformats.org/officeDocument/2006/relationships/image" Target="../media/image405.png"/><Relationship Id="rId216" Type="http://schemas.openxmlformats.org/officeDocument/2006/relationships/image" Target="../media/image433.png"/><Relationship Id="rId423" Type="http://schemas.openxmlformats.org/officeDocument/2006/relationships/customXml" Target="../ink/ink500.xml"/><Relationship Id="rId258" Type="http://schemas.openxmlformats.org/officeDocument/2006/relationships/image" Target="../media/image454.png"/><Relationship Id="rId465" Type="http://schemas.openxmlformats.org/officeDocument/2006/relationships/customXml" Target="../ink/ink521.xml"/><Relationship Id="rId64" Type="http://schemas.openxmlformats.org/officeDocument/2006/relationships/customXml" Target="../ink/ink320.xml"/><Relationship Id="rId118" Type="http://schemas.openxmlformats.org/officeDocument/2006/relationships/image" Target="../media/image384.png"/><Relationship Id="rId325" Type="http://schemas.openxmlformats.org/officeDocument/2006/relationships/customXml" Target="../ink/ink451.xml"/><Relationship Id="rId367" Type="http://schemas.openxmlformats.org/officeDocument/2006/relationships/customXml" Target="../ink/ink472.xml"/><Relationship Id="rId171" Type="http://schemas.openxmlformats.org/officeDocument/2006/relationships/customXml" Target="../ink/ink374.xml"/><Relationship Id="rId227" Type="http://schemas.openxmlformats.org/officeDocument/2006/relationships/customXml" Target="../ink/ink402.xml"/><Relationship Id="rId269" Type="http://schemas.openxmlformats.org/officeDocument/2006/relationships/customXml" Target="../ink/ink423.xml"/><Relationship Id="rId434" Type="http://schemas.openxmlformats.org/officeDocument/2006/relationships/image" Target="../media/image542.png"/><Relationship Id="rId476" Type="http://schemas.openxmlformats.org/officeDocument/2006/relationships/image" Target="../media/image563.png"/><Relationship Id="rId33" Type="http://schemas.openxmlformats.org/officeDocument/2006/relationships/image" Target="../media/image110.png"/><Relationship Id="rId129" Type="http://schemas.openxmlformats.org/officeDocument/2006/relationships/customXml" Target="../ink/ink353.xml"/><Relationship Id="rId280" Type="http://schemas.openxmlformats.org/officeDocument/2006/relationships/image" Target="../media/image465.png"/><Relationship Id="rId336" Type="http://schemas.openxmlformats.org/officeDocument/2006/relationships/image" Target="../media/image493.png"/><Relationship Id="rId501" Type="http://schemas.openxmlformats.org/officeDocument/2006/relationships/image" Target="../media/image575.png"/><Relationship Id="rId75" Type="http://schemas.openxmlformats.org/officeDocument/2006/relationships/image" Target="../media/image363.png"/><Relationship Id="rId140" Type="http://schemas.openxmlformats.org/officeDocument/2006/relationships/image" Target="../media/image395.png"/><Relationship Id="rId182" Type="http://schemas.openxmlformats.org/officeDocument/2006/relationships/image" Target="../media/image416.png"/><Relationship Id="rId378" Type="http://schemas.openxmlformats.org/officeDocument/2006/relationships/image" Target="../media/image514.png"/><Relationship Id="rId403" Type="http://schemas.openxmlformats.org/officeDocument/2006/relationships/customXml" Target="../ink/ink490.xml"/><Relationship Id="rId6" Type="http://schemas.openxmlformats.org/officeDocument/2006/relationships/customXml" Target="../ink/ink294.xml"/><Relationship Id="rId238" Type="http://schemas.openxmlformats.org/officeDocument/2006/relationships/image" Target="../media/image444.png"/><Relationship Id="rId445" Type="http://schemas.openxmlformats.org/officeDocument/2006/relationships/customXml" Target="../ink/ink511.xml"/><Relationship Id="rId487" Type="http://schemas.openxmlformats.org/officeDocument/2006/relationships/customXml" Target="../ink/ink532.xml"/><Relationship Id="rId291" Type="http://schemas.openxmlformats.org/officeDocument/2006/relationships/customXml" Target="../ink/ink434.xml"/><Relationship Id="rId305" Type="http://schemas.openxmlformats.org/officeDocument/2006/relationships/customXml" Target="../ink/ink441.xml"/><Relationship Id="rId347" Type="http://schemas.openxmlformats.org/officeDocument/2006/relationships/customXml" Target="../ink/ink462.xml"/><Relationship Id="rId512" Type="http://schemas.openxmlformats.org/officeDocument/2006/relationships/customXml" Target="../ink/ink545.xml"/><Relationship Id="rId44" Type="http://schemas.openxmlformats.org/officeDocument/2006/relationships/customXml" Target="../ink/ink310.xml"/><Relationship Id="rId86" Type="http://schemas.openxmlformats.org/officeDocument/2006/relationships/customXml" Target="../ink/ink331.xml"/><Relationship Id="rId151" Type="http://schemas.openxmlformats.org/officeDocument/2006/relationships/customXml" Target="../ink/ink364.xml"/><Relationship Id="rId389" Type="http://schemas.openxmlformats.org/officeDocument/2006/relationships/customXml" Target="../ink/ink483.xml"/><Relationship Id="rId193" Type="http://schemas.openxmlformats.org/officeDocument/2006/relationships/customXml" Target="../ink/ink385.xml"/><Relationship Id="rId207" Type="http://schemas.openxmlformats.org/officeDocument/2006/relationships/customXml" Target="../ink/ink392.xml"/><Relationship Id="rId249" Type="http://schemas.openxmlformats.org/officeDocument/2006/relationships/customXml" Target="../ink/ink413.xml"/><Relationship Id="rId414" Type="http://schemas.openxmlformats.org/officeDocument/2006/relationships/image" Target="../media/image532.png"/><Relationship Id="rId456" Type="http://schemas.openxmlformats.org/officeDocument/2006/relationships/image" Target="../media/image553.png"/><Relationship Id="rId498" Type="http://schemas.openxmlformats.org/officeDocument/2006/relationships/customXml" Target="../ink/ink538.xml"/><Relationship Id="rId13" Type="http://schemas.openxmlformats.org/officeDocument/2006/relationships/image" Target="../media/image347.png"/><Relationship Id="rId109" Type="http://schemas.openxmlformats.org/officeDocument/2006/relationships/customXml" Target="../ink/ink343.xml"/><Relationship Id="rId260" Type="http://schemas.openxmlformats.org/officeDocument/2006/relationships/image" Target="../media/image455.png"/><Relationship Id="rId316" Type="http://schemas.openxmlformats.org/officeDocument/2006/relationships/image" Target="../media/image483.png"/><Relationship Id="rId55" Type="http://schemas.openxmlformats.org/officeDocument/2006/relationships/image" Target="../media/image352.png"/><Relationship Id="rId97" Type="http://schemas.openxmlformats.org/officeDocument/2006/relationships/customXml" Target="../ink/ink337.xml"/><Relationship Id="rId120" Type="http://schemas.openxmlformats.org/officeDocument/2006/relationships/image" Target="../media/image385.png"/><Relationship Id="rId358" Type="http://schemas.openxmlformats.org/officeDocument/2006/relationships/image" Target="../media/image504.png"/><Relationship Id="rId162" Type="http://schemas.openxmlformats.org/officeDocument/2006/relationships/image" Target="../media/image406.png"/><Relationship Id="rId218" Type="http://schemas.openxmlformats.org/officeDocument/2006/relationships/image" Target="../media/image434.png"/><Relationship Id="rId425" Type="http://schemas.openxmlformats.org/officeDocument/2006/relationships/customXml" Target="../ink/ink501.xml"/><Relationship Id="rId467" Type="http://schemas.openxmlformats.org/officeDocument/2006/relationships/customXml" Target="../ink/ink522.xml"/><Relationship Id="rId271" Type="http://schemas.openxmlformats.org/officeDocument/2006/relationships/customXml" Target="../ink/ink424.xml"/><Relationship Id="rId66" Type="http://schemas.openxmlformats.org/officeDocument/2006/relationships/customXml" Target="../ink/ink321.xml"/><Relationship Id="rId131" Type="http://schemas.openxmlformats.org/officeDocument/2006/relationships/customXml" Target="../ink/ink354.xml"/><Relationship Id="rId327" Type="http://schemas.openxmlformats.org/officeDocument/2006/relationships/customXml" Target="../ink/ink452.xml"/><Relationship Id="rId369" Type="http://schemas.openxmlformats.org/officeDocument/2006/relationships/customXml" Target="../ink/ink473.xml"/><Relationship Id="rId173" Type="http://schemas.openxmlformats.org/officeDocument/2006/relationships/customXml" Target="../ink/ink375.xml"/><Relationship Id="rId229" Type="http://schemas.openxmlformats.org/officeDocument/2006/relationships/customXml" Target="../ink/ink403.xml"/><Relationship Id="rId380" Type="http://schemas.openxmlformats.org/officeDocument/2006/relationships/image" Target="../media/image515.png"/><Relationship Id="rId436" Type="http://schemas.openxmlformats.org/officeDocument/2006/relationships/image" Target="../media/image543.png"/><Relationship Id="rId240" Type="http://schemas.openxmlformats.org/officeDocument/2006/relationships/image" Target="../media/image445.png"/><Relationship Id="rId478" Type="http://schemas.openxmlformats.org/officeDocument/2006/relationships/image" Target="../media/image564.png"/><Relationship Id="rId35" Type="http://schemas.openxmlformats.org/officeDocument/2006/relationships/image" Target="../media/image111.png"/><Relationship Id="rId77" Type="http://schemas.openxmlformats.org/officeDocument/2006/relationships/image" Target="../media/image364.png"/><Relationship Id="rId100" Type="http://schemas.openxmlformats.org/officeDocument/2006/relationships/image" Target="../media/image375.png"/><Relationship Id="rId282" Type="http://schemas.openxmlformats.org/officeDocument/2006/relationships/image" Target="../media/image466.png"/><Relationship Id="rId338" Type="http://schemas.openxmlformats.org/officeDocument/2006/relationships/image" Target="../media/image494.png"/><Relationship Id="rId503" Type="http://schemas.openxmlformats.org/officeDocument/2006/relationships/image" Target="../media/image576.png"/><Relationship Id="rId142" Type="http://schemas.openxmlformats.org/officeDocument/2006/relationships/image" Target="../media/image396.png"/><Relationship Id="rId184" Type="http://schemas.openxmlformats.org/officeDocument/2006/relationships/image" Target="../media/image417.png"/><Relationship Id="rId391" Type="http://schemas.openxmlformats.org/officeDocument/2006/relationships/customXml" Target="../ink/ink484.xml"/><Relationship Id="rId405" Type="http://schemas.openxmlformats.org/officeDocument/2006/relationships/customXml" Target="../ink/ink491.xml"/><Relationship Id="rId447" Type="http://schemas.openxmlformats.org/officeDocument/2006/relationships/customXml" Target="../ink/ink512.xml"/><Relationship Id="rId251" Type="http://schemas.openxmlformats.org/officeDocument/2006/relationships/customXml" Target="../ink/ink414.xml"/><Relationship Id="rId489" Type="http://schemas.openxmlformats.org/officeDocument/2006/relationships/customXml" Target="../ink/ink533.xml"/><Relationship Id="rId46" Type="http://schemas.openxmlformats.org/officeDocument/2006/relationships/customXml" Target="../ink/ink311.xml"/><Relationship Id="rId293" Type="http://schemas.openxmlformats.org/officeDocument/2006/relationships/customXml" Target="../ink/ink435.xml"/><Relationship Id="rId307" Type="http://schemas.openxmlformats.org/officeDocument/2006/relationships/customXml" Target="../ink/ink442.xml"/><Relationship Id="rId349" Type="http://schemas.openxmlformats.org/officeDocument/2006/relationships/customXml" Target="../ink/ink463.xml"/><Relationship Id="rId514" Type="http://schemas.openxmlformats.org/officeDocument/2006/relationships/customXml" Target="../ink/ink546.xml"/><Relationship Id="rId88" Type="http://schemas.openxmlformats.org/officeDocument/2006/relationships/customXml" Target="../ink/ink332.xml"/><Relationship Id="rId111" Type="http://schemas.openxmlformats.org/officeDocument/2006/relationships/customXml" Target="../ink/ink344.xml"/><Relationship Id="rId153" Type="http://schemas.openxmlformats.org/officeDocument/2006/relationships/customXml" Target="../ink/ink365.xml"/><Relationship Id="rId195" Type="http://schemas.openxmlformats.org/officeDocument/2006/relationships/customXml" Target="../ink/ink386.xml"/><Relationship Id="rId209" Type="http://schemas.openxmlformats.org/officeDocument/2006/relationships/customXml" Target="../ink/ink393.xml"/><Relationship Id="rId360" Type="http://schemas.openxmlformats.org/officeDocument/2006/relationships/image" Target="../media/image505.png"/><Relationship Id="rId416" Type="http://schemas.openxmlformats.org/officeDocument/2006/relationships/image" Target="../media/image533.png"/><Relationship Id="rId220" Type="http://schemas.openxmlformats.org/officeDocument/2006/relationships/image" Target="../media/image435.png"/><Relationship Id="rId458" Type="http://schemas.openxmlformats.org/officeDocument/2006/relationships/image" Target="../media/image554.png"/><Relationship Id="rId15" Type="http://schemas.openxmlformats.org/officeDocument/2006/relationships/image" Target="../media/image348.png"/><Relationship Id="rId57" Type="http://schemas.openxmlformats.org/officeDocument/2006/relationships/image" Target="../media/image354.png"/><Relationship Id="rId262" Type="http://schemas.openxmlformats.org/officeDocument/2006/relationships/image" Target="../media/image456.png"/><Relationship Id="rId318" Type="http://schemas.openxmlformats.org/officeDocument/2006/relationships/image" Target="../media/image484.png"/><Relationship Id="rId99" Type="http://schemas.openxmlformats.org/officeDocument/2006/relationships/customXml" Target="../ink/ink338.xml"/><Relationship Id="rId122" Type="http://schemas.openxmlformats.org/officeDocument/2006/relationships/image" Target="../media/image386.png"/><Relationship Id="rId164" Type="http://schemas.openxmlformats.org/officeDocument/2006/relationships/image" Target="../media/image407.png"/><Relationship Id="rId371" Type="http://schemas.openxmlformats.org/officeDocument/2006/relationships/customXml" Target="../ink/ink474.xml"/><Relationship Id="rId427" Type="http://schemas.openxmlformats.org/officeDocument/2006/relationships/customXml" Target="../ink/ink502.xml"/><Relationship Id="rId469" Type="http://schemas.openxmlformats.org/officeDocument/2006/relationships/customXml" Target="../ink/ink523.xml"/><Relationship Id="rId26" Type="http://schemas.openxmlformats.org/officeDocument/2006/relationships/customXml" Target="../ink/ink301.xml"/><Relationship Id="rId231" Type="http://schemas.openxmlformats.org/officeDocument/2006/relationships/customXml" Target="../ink/ink404.xml"/><Relationship Id="rId273" Type="http://schemas.openxmlformats.org/officeDocument/2006/relationships/customXml" Target="../ink/ink425.xml"/><Relationship Id="rId329" Type="http://schemas.openxmlformats.org/officeDocument/2006/relationships/customXml" Target="../ink/ink453.xml"/><Relationship Id="rId480" Type="http://schemas.openxmlformats.org/officeDocument/2006/relationships/image" Target="../media/image565.png"/><Relationship Id="rId68" Type="http://schemas.openxmlformats.org/officeDocument/2006/relationships/customXml" Target="../ink/ink322.xml"/><Relationship Id="rId133" Type="http://schemas.openxmlformats.org/officeDocument/2006/relationships/customXml" Target="../ink/ink355.xml"/><Relationship Id="rId175" Type="http://schemas.openxmlformats.org/officeDocument/2006/relationships/customXml" Target="../ink/ink376.xml"/><Relationship Id="rId340" Type="http://schemas.openxmlformats.org/officeDocument/2006/relationships/image" Target="../media/image495.png"/><Relationship Id="rId200" Type="http://schemas.openxmlformats.org/officeDocument/2006/relationships/image" Target="../media/image425.png"/><Relationship Id="rId382" Type="http://schemas.openxmlformats.org/officeDocument/2006/relationships/image" Target="../media/image516.png"/><Relationship Id="rId438" Type="http://schemas.openxmlformats.org/officeDocument/2006/relationships/image" Target="../media/image544.png"/><Relationship Id="rId242" Type="http://schemas.openxmlformats.org/officeDocument/2006/relationships/image" Target="../media/image446.png"/><Relationship Id="rId284" Type="http://schemas.openxmlformats.org/officeDocument/2006/relationships/image" Target="../media/image467.png"/><Relationship Id="rId491" Type="http://schemas.openxmlformats.org/officeDocument/2006/relationships/customXml" Target="../ink/ink534.xml"/><Relationship Id="rId505" Type="http://schemas.openxmlformats.org/officeDocument/2006/relationships/image" Target="../media/image577.png"/><Relationship Id="rId37" Type="http://schemas.openxmlformats.org/officeDocument/2006/relationships/image" Target="../media/image163.png"/><Relationship Id="rId79" Type="http://schemas.openxmlformats.org/officeDocument/2006/relationships/image" Target="../media/image365.png"/><Relationship Id="rId102" Type="http://schemas.openxmlformats.org/officeDocument/2006/relationships/image" Target="../media/image376.png"/><Relationship Id="rId144" Type="http://schemas.openxmlformats.org/officeDocument/2006/relationships/image" Target="../media/image397.png"/><Relationship Id="rId90" Type="http://schemas.openxmlformats.org/officeDocument/2006/relationships/image" Target="../media/image370.png"/><Relationship Id="rId186" Type="http://schemas.openxmlformats.org/officeDocument/2006/relationships/image" Target="../media/image418.png"/><Relationship Id="rId351" Type="http://schemas.openxmlformats.org/officeDocument/2006/relationships/customXml" Target="../ink/ink464.xml"/><Relationship Id="rId393" Type="http://schemas.openxmlformats.org/officeDocument/2006/relationships/customXml" Target="../ink/ink485.xml"/><Relationship Id="rId407" Type="http://schemas.openxmlformats.org/officeDocument/2006/relationships/customXml" Target="../ink/ink492.xml"/><Relationship Id="rId449" Type="http://schemas.openxmlformats.org/officeDocument/2006/relationships/customXml" Target="../ink/ink513.xml"/><Relationship Id="rId211" Type="http://schemas.openxmlformats.org/officeDocument/2006/relationships/customXml" Target="../ink/ink394.xml"/><Relationship Id="rId253" Type="http://schemas.openxmlformats.org/officeDocument/2006/relationships/customXml" Target="../ink/ink415.xml"/><Relationship Id="rId295" Type="http://schemas.openxmlformats.org/officeDocument/2006/relationships/customXml" Target="../ink/ink436.xml"/><Relationship Id="rId309" Type="http://schemas.openxmlformats.org/officeDocument/2006/relationships/customXml" Target="../ink/ink443.xml"/><Relationship Id="rId460" Type="http://schemas.openxmlformats.org/officeDocument/2006/relationships/image" Target="../media/image555.png"/><Relationship Id="rId516" Type="http://schemas.openxmlformats.org/officeDocument/2006/relationships/customXml" Target="../ink/ink547.xml"/><Relationship Id="rId48" Type="http://schemas.openxmlformats.org/officeDocument/2006/relationships/customXml" Target="../ink/ink312.xml"/><Relationship Id="rId113" Type="http://schemas.openxmlformats.org/officeDocument/2006/relationships/customXml" Target="../ink/ink345.xml"/><Relationship Id="rId320" Type="http://schemas.openxmlformats.org/officeDocument/2006/relationships/image" Target="../media/image485.png"/><Relationship Id="rId155" Type="http://schemas.openxmlformats.org/officeDocument/2006/relationships/customXml" Target="../ink/ink366.xml"/><Relationship Id="rId197" Type="http://schemas.openxmlformats.org/officeDocument/2006/relationships/customXml" Target="../ink/ink387.xml"/><Relationship Id="rId362" Type="http://schemas.openxmlformats.org/officeDocument/2006/relationships/image" Target="../media/image506.png"/><Relationship Id="rId418" Type="http://schemas.openxmlformats.org/officeDocument/2006/relationships/image" Target="../media/image534.png"/><Relationship Id="rId222" Type="http://schemas.openxmlformats.org/officeDocument/2006/relationships/image" Target="../media/image436.png"/><Relationship Id="rId264" Type="http://schemas.openxmlformats.org/officeDocument/2006/relationships/image" Target="../media/image457.png"/><Relationship Id="rId471" Type="http://schemas.openxmlformats.org/officeDocument/2006/relationships/customXml" Target="../ink/ink524.xml"/><Relationship Id="rId17" Type="http://schemas.openxmlformats.org/officeDocument/2006/relationships/image" Target="../media/image349.png"/><Relationship Id="rId59" Type="http://schemas.openxmlformats.org/officeDocument/2006/relationships/image" Target="../media/image355.png"/><Relationship Id="rId124" Type="http://schemas.openxmlformats.org/officeDocument/2006/relationships/image" Target="../media/image387.png"/><Relationship Id="rId70" Type="http://schemas.openxmlformats.org/officeDocument/2006/relationships/customXml" Target="../ink/ink323.xml"/><Relationship Id="rId166" Type="http://schemas.openxmlformats.org/officeDocument/2006/relationships/image" Target="../media/image408.png"/><Relationship Id="rId331" Type="http://schemas.openxmlformats.org/officeDocument/2006/relationships/customXml" Target="../ink/ink454.xml"/><Relationship Id="rId373" Type="http://schemas.openxmlformats.org/officeDocument/2006/relationships/customXml" Target="../ink/ink475.xml"/><Relationship Id="rId429" Type="http://schemas.openxmlformats.org/officeDocument/2006/relationships/customXml" Target="../ink/ink503.xml"/><Relationship Id="rId1" Type="http://schemas.openxmlformats.org/officeDocument/2006/relationships/slideLayout" Target="../slideLayouts/slideLayout6.xml"/><Relationship Id="rId233" Type="http://schemas.openxmlformats.org/officeDocument/2006/relationships/customXml" Target="../ink/ink405.xml"/><Relationship Id="rId440" Type="http://schemas.openxmlformats.org/officeDocument/2006/relationships/image" Target="../media/image545.png"/><Relationship Id="rId28" Type="http://schemas.openxmlformats.org/officeDocument/2006/relationships/customXml" Target="../ink/ink302.xml"/><Relationship Id="rId275" Type="http://schemas.openxmlformats.org/officeDocument/2006/relationships/customXml" Target="../ink/ink426.xml"/><Relationship Id="rId300" Type="http://schemas.openxmlformats.org/officeDocument/2006/relationships/image" Target="../media/image475.png"/><Relationship Id="rId482" Type="http://schemas.openxmlformats.org/officeDocument/2006/relationships/image" Target="../media/image566.png"/><Relationship Id="rId81" Type="http://schemas.openxmlformats.org/officeDocument/2006/relationships/image" Target="../media/image366.png"/><Relationship Id="rId135" Type="http://schemas.openxmlformats.org/officeDocument/2006/relationships/customXml" Target="../ink/ink356.xml"/><Relationship Id="rId177" Type="http://schemas.openxmlformats.org/officeDocument/2006/relationships/customXml" Target="../ink/ink377.xml"/><Relationship Id="rId342" Type="http://schemas.openxmlformats.org/officeDocument/2006/relationships/image" Target="../media/image496.png"/><Relationship Id="rId384" Type="http://schemas.openxmlformats.org/officeDocument/2006/relationships/image" Target="../media/image517.png"/><Relationship Id="rId202" Type="http://schemas.openxmlformats.org/officeDocument/2006/relationships/image" Target="../media/image426.png"/><Relationship Id="rId244" Type="http://schemas.openxmlformats.org/officeDocument/2006/relationships/image" Target="../media/image447.png"/><Relationship Id="rId39" Type="http://schemas.openxmlformats.org/officeDocument/2006/relationships/image" Target="../media/image164.png"/><Relationship Id="rId286" Type="http://schemas.openxmlformats.org/officeDocument/2006/relationships/image" Target="../media/image468.png"/><Relationship Id="rId451" Type="http://schemas.openxmlformats.org/officeDocument/2006/relationships/customXml" Target="../ink/ink514.xml"/><Relationship Id="rId493" Type="http://schemas.openxmlformats.org/officeDocument/2006/relationships/customXml" Target="../ink/ink535.xml"/><Relationship Id="rId507" Type="http://schemas.openxmlformats.org/officeDocument/2006/relationships/image" Target="../media/image578.png"/><Relationship Id="rId50" Type="http://schemas.openxmlformats.org/officeDocument/2006/relationships/customXml" Target="../ink/ink313.xml"/><Relationship Id="rId104" Type="http://schemas.openxmlformats.org/officeDocument/2006/relationships/image" Target="../media/image377.png"/><Relationship Id="rId146" Type="http://schemas.openxmlformats.org/officeDocument/2006/relationships/image" Target="../media/image398.png"/><Relationship Id="rId188" Type="http://schemas.openxmlformats.org/officeDocument/2006/relationships/image" Target="../media/image419.png"/><Relationship Id="rId311" Type="http://schemas.openxmlformats.org/officeDocument/2006/relationships/customXml" Target="../ink/ink444.xml"/><Relationship Id="rId353" Type="http://schemas.openxmlformats.org/officeDocument/2006/relationships/customXml" Target="../ink/ink465.xml"/><Relationship Id="rId395" Type="http://schemas.openxmlformats.org/officeDocument/2006/relationships/customXml" Target="../ink/ink486.xml"/><Relationship Id="rId409" Type="http://schemas.openxmlformats.org/officeDocument/2006/relationships/customXml" Target="../ink/ink493.xml"/><Relationship Id="rId92" Type="http://schemas.openxmlformats.org/officeDocument/2006/relationships/image" Target="../media/image371.png"/><Relationship Id="rId213" Type="http://schemas.openxmlformats.org/officeDocument/2006/relationships/customXml" Target="../ink/ink395.xml"/><Relationship Id="rId420" Type="http://schemas.openxmlformats.org/officeDocument/2006/relationships/image" Target="../media/image535.png"/><Relationship Id="rId255" Type="http://schemas.openxmlformats.org/officeDocument/2006/relationships/customXml" Target="../ink/ink416.xml"/><Relationship Id="rId297" Type="http://schemas.openxmlformats.org/officeDocument/2006/relationships/customXml" Target="../ink/ink437.xml"/><Relationship Id="rId462" Type="http://schemas.openxmlformats.org/officeDocument/2006/relationships/image" Target="../media/image556.png"/><Relationship Id="rId518" Type="http://schemas.openxmlformats.org/officeDocument/2006/relationships/customXml" Target="../ink/ink548.xml"/><Relationship Id="rId115" Type="http://schemas.openxmlformats.org/officeDocument/2006/relationships/customXml" Target="../ink/ink346.xml"/><Relationship Id="rId157" Type="http://schemas.openxmlformats.org/officeDocument/2006/relationships/customXml" Target="../ink/ink367.xml"/><Relationship Id="rId322" Type="http://schemas.openxmlformats.org/officeDocument/2006/relationships/image" Target="../media/image486.png"/><Relationship Id="rId364" Type="http://schemas.openxmlformats.org/officeDocument/2006/relationships/image" Target="../media/image507.png"/><Relationship Id="rId61" Type="http://schemas.openxmlformats.org/officeDocument/2006/relationships/image" Target="../media/image356.png"/><Relationship Id="rId199" Type="http://schemas.openxmlformats.org/officeDocument/2006/relationships/customXml" Target="../ink/ink388.xml"/><Relationship Id="rId19" Type="http://schemas.openxmlformats.org/officeDocument/2006/relationships/image" Target="../media/image106.png"/><Relationship Id="rId224" Type="http://schemas.openxmlformats.org/officeDocument/2006/relationships/image" Target="../media/image437.png"/><Relationship Id="rId266" Type="http://schemas.openxmlformats.org/officeDocument/2006/relationships/image" Target="../media/image458.png"/><Relationship Id="rId431" Type="http://schemas.openxmlformats.org/officeDocument/2006/relationships/customXml" Target="../ink/ink504.xml"/><Relationship Id="rId473" Type="http://schemas.openxmlformats.org/officeDocument/2006/relationships/customXml" Target="../ink/ink525.xml"/><Relationship Id="rId30" Type="http://schemas.openxmlformats.org/officeDocument/2006/relationships/customXml" Target="../ink/ink303.xml"/><Relationship Id="rId126" Type="http://schemas.openxmlformats.org/officeDocument/2006/relationships/image" Target="../media/image388.png"/><Relationship Id="rId168" Type="http://schemas.openxmlformats.org/officeDocument/2006/relationships/image" Target="../media/image409.png"/><Relationship Id="rId333" Type="http://schemas.openxmlformats.org/officeDocument/2006/relationships/customXml" Target="../ink/ink455.xml"/><Relationship Id="rId72" Type="http://schemas.openxmlformats.org/officeDocument/2006/relationships/customXml" Target="../ink/ink324.xml"/><Relationship Id="rId375" Type="http://schemas.openxmlformats.org/officeDocument/2006/relationships/customXml" Target="../ink/ink476.xml"/><Relationship Id="rId3" Type="http://schemas.openxmlformats.org/officeDocument/2006/relationships/image" Target="../media/image105.png"/><Relationship Id="rId235" Type="http://schemas.openxmlformats.org/officeDocument/2006/relationships/customXml" Target="../ink/ink406.xml"/><Relationship Id="rId277" Type="http://schemas.openxmlformats.org/officeDocument/2006/relationships/customXml" Target="../ink/ink427.xml"/><Relationship Id="rId400" Type="http://schemas.openxmlformats.org/officeDocument/2006/relationships/image" Target="../media/image525.png"/><Relationship Id="rId442" Type="http://schemas.openxmlformats.org/officeDocument/2006/relationships/image" Target="../media/image546.png"/><Relationship Id="rId484" Type="http://schemas.openxmlformats.org/officeDocument/2006/relationships/image" Target="../media/image567.png"/><Relationship Id="rId137" Type="http://schemas.openxmlformats.org/officeDocument/2006/relationships/customXml" Target="../ink/ink357.xml"/><Relationship Id="rId302" Type="http://schemas.openxmlformats.org/officeDocument/2006/relationships/image" Target="../media/image476.png"/><Relationship Id="rId344" Type="http://schemas.openxmlformats.org/officeDocument/2006/relationships/image" Target="../media/image497.png"/><Relationship Id="rId41" Type="http://schemas.openxmlformats.org/officeDocument/2006/relationships/image" Target="../media/image319.png"/><Relationship Id="rId83" Type="http://schemas.openxmlformats.org/officeDocument/2006/relationships/image" Target="../media/image367.png"/><Relationship Id="rId179" Type="http://schemas.openxmlformats.org/officeDocument/2006/relationships/customXml" Target="../ink/ink378.xml"/><Relationship Id="rId386" Type="http://schemas.openxmlformats.org/officeDocument/2006/relationships/image" Target="../media/image518.png"/><Relationship Id="rId190" Type="http://schemas.openxmlformats.org/officeDocument/2006/relationships/image" Target="../media/image420.png"/><Relationship Id="rId204" Type="http://schemas.openxmlformats.org/officeDocument/2006/relationships/image" Target="../media/image427.png"/><Relationship Id="rId246" Type="http://schemas.openxmlformats.org/officeDocument/2006/relationships/image" Target="../media/image448.png"/><Relationship Id="rId288" Type="http://schemas.openxmlformats.org/officeDocument/2006/relationships/image" Target="../media/image469.png"/><Relationship Id="rId411" Type="http://schemas.openxmlformats.org/officeDocument/2006/relationships/customXml" Target="../ink/ink494.xml"/><Relationship Id="rId453" Type="http://schemas.openxmlformats.org/officeDocument/2006/relationships/customXml" Target="../ink/ink515.xml"/><Relationship Id="rId509" Type="http://schemas.openxmlformats.org/officeDocument/2006/relationships/image" Target="../media/image579.png"/><Relationship Id="rId106" Type="http://schemas.openxmlformats.org/officeDocument/2006/relationships/image" Target="../media/image378.png"/><Relationship Id="rId313" Type="http://schemas.openxmlformats.org/officeDocument/2006/relationships/customXml" Target="../ink/ink445.xml"/><Relationship Id="rId495" Type="http://schemas.openxmlformats.org/officeDocument/2006/relationships/image" Target="../media/image572.png"/><Relationship Id="rId10" Type="http://schemas.openxmlformats.org/officeDocument/2006/relationships/customXml" Target="../ink/ink295.xml"/><Relationship Id="rId52" Type="http://schemas.openxmlformats.org/officeDocument/2006/relationships/customXml" Target="../ink/ink314.xml"/><Relationship Id="rId94" Type="http://schemas.openxmlformats.org/officeDocument/2006/relationships/image" Target="../media/image372.png"/><Relationship Id="rId148" Type="http://schemas.openxmlformats.org/officeDocument/2006/relationships/image" Target="../media/image399.png"/><Relationship Id="rId355" Type="http://schemas.openxmlformats.org/officeDocument/2006/relationships/customXml" Target="../ink/ink466.xml"/><Relationship Id="rId397" Type="http://schemas.openxmlformats.org/officeDocument/2006/relationships/customXml" Target="../ink/ink487.xml"/><Relationship Id="rId520" Type="http://schemas.openxmlformats.org/officeDocument/2006/relationships/customXml" Target="../ink/ink549.xml"/><Relationship Id="rId215" Type="http://schemas.openxmlformats.org/officeDocument/2006/relationships/customXml" Target="../ink/ink396.xml"/><Relationship Id="rId257" Type="http://schemas.openxmlformats.org/officeDocument/2006/relationships/customXml" Target="../ink/ink417.xml"/><Relationship Id="rId422" Type="http://schemas.openxmlformats.org/officeDocument/2006/relationships/image" Target="../media/image536.png"/><Relationship Id="rId464" Type="http://schemas.openxmlformats.org/officeDocument/2006/relationships/image" Target="../media/image557.png"/><Relationship Id="rId299" Type="http://schemas.openxmlformats.org/officeDocument/2006/relationships/customXml" Target="../ink/ink438.xml"/></Relationships>
</file>

<file path=ppt/slides/_rels/slide4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2.png"/><Relationship Id="rId34" Type="http://schemas.openxmlformats.org/officeDocument/2006/relationships/image" Target="../media/image3700.png"/><Relationship Id="rId112" Type="http://schemas.openxmlformats.org/officeDocument/2006/relationships/customXml" Target="../ink/ink553.xml"/><Relationship Id="rId120" Type="http://schemas.openxmlformats.org/officeDocument/2006/relationships/customXml" Target="../ink/ink557.xml"/><Relationship Id="rId125" Type="http://schemas.openxmlformats.org/officeDocument/2006/relationships/image" Target="../media/image596.png"/><Relationship Id="rId133" Type="http://schemas.openxmlformats.org/officeDocument/2006/relationships/image" Target="../media/image601.png"/><Relationship Id="rId138" Type="http://schemas.openxmlformats.org/officeDocument/2006/relationships/customXml" Target="../ink/ink566.xml"/><Relationship Id="rId141" Type="http://schemas.openxmlformats.org/officeDocument/2006/relationships/image" Target="../media/image605.png"/><Relationship Id="rId146" Type="http://schemas.openxmlformats.org/officeDocument/2006/relationships/customXml" Target="../ink/ink570.xml"/><Relationship Id="rId154" Type="http://schemas.openxmlformats.org/officeDocument/2006/relationships/customXml" Target="../ink/ink574.xml"/><Relationship Id="rId159" Type="http://schemas.openxmlformats.org/officeDocument/2006/relationships/image" Target="../media/image615.png"/><Relationship Id="rId2" Type="http://schemas.openxmlformats.org/officeDocument/2006/relationships/notesSlide" Target="../notesSlides/notesSlide2.xml"/><Relationship Id="rId66" Type="http://schemas.openxmlformats.org/officeDocument/2006/relationships/image" Target="../media/image353.png"/><Relationship Id="rId115" Type="http://schemas.openxmlformats.org/officeDocument/2006/relationships/image" Target="../media/image591.png"/><Relationship Id="rId123" Type="http://schemas.openxmlformats.org/officeDocument/2006/relationships/image" Target="../media/image595.png"/><Relationship Id="rId128" Type="http://schemas.openxmlformats.org/officeDocument/2006/relationships/customXml" Target="../ink/ink561.xml"/><Relationship Id="rId131" Type="http://schemas.openxmlformats.org/officeDocument/2006/relationships/image" Target="../media/image599.png"/><Relationship Id="rId136" Type="http://schemas.openxmlformats.org/officeDocument/2006/relationships/customXml" Target="../ink/ink565.xml"/><Relationship Id="rId144" Type="http://schemas.openxmlformats.org/officeDocument/2006/relationships/customXml" Target="../ink/ink569.xml"/><Relationship Id="rId149" Type="http://schemas.openxmlformats.org/officeDocument/2006/relationships/image" Target="../media/image609.png"/><Relationship Id="rId157" Type="http://schemas.openxmlformats.org/officeDocument/2006/relationships/image" Target="../media/image614.png"/><Relationship Id="rId5" Type="http://schemas.openxmlformats.org/officeDocument/2006/relationships/customXml" Target="../ink/ink550.xml"/><Relationship Id="rId152" Type="http://schemas.openxmlformats.org/officeDocument/2006/relationships/customXml" Target="../ink/ink573.xml"/><Relationship Id="rId160" Type="http://schemas.openxmlformats.org/officeDocument/2006/relationships/customXml" Target="../ink/ink577.xml"/><Relationship Id="rId4" Type="http://schemas.openxmlformats.org/officeDocument/2006/relationships/image" Target="../media/image588.png"/><Relationship Id="rId35" Type="http://schemas.openxmlformats.org/officeDocument/2006/relationships/customXml" Target="../ink/ink551.xml"/><Relationship Id="rId113" Type="http://schemas.openxmlformats.org/officeDocument/2006/relationships/image" Target="../media/image589.png"/><Relationship Id="rId118" Type="http://schemas.openxmlformats.org/officeDocument/2006/relationships/customXml" Target="../ink/ink556.xml"/><Relationship Id="rId126" Type="http://schemas.openxmlformats.org/officeDocument/2006/relationships/customXml" Target="../ink/ink560.xml"/><Relationship Id="rId134" Type="http://schemas.openxmlformats.org/officeDocument/2006/relationships/customXml" Target="../ink/ink564.xml"/><Relationship Id="rId139" Type="http://schemas.openxmlformats.org/officeDocument/2006/relationships/image" Target="../media/image604.png"/><Relationship Id="rId147" Type="http://schemas.openxmlformats.org/officeDocument/2006/relationships/image" Target="../media/image608.png"/><Relationship Id="rId121" Type="http://schemas.openxmlformats.org/officeDocument/2006/relationships/image" Target="../media/image594.png"/><Relationship Id="rId142" Type="http://schemas.openxmlformats.org/officeDocument/2006/relationships/customXml" Target="../ink/ink568.xml"/><Relationship Id="rId150" Type="http://schemas.openxmlformats.org/officeDocument/2006/relationships/customXml" Target="../ink/ink572.xml"/><Relationship Id="rId155" Type="http://schemas.openxmlformats.org/officeDocument/2006/relationships/image" Target="../media/image613.png"/><Relationship Id="rId3" Type="http://schemas.openxmlformats.org/officeDocument/2006/relationships/image" Target="../media/image587.png"/><Relationship Id="rId67" Type="http://schemas.openxmlformats.org/officeDocument/2006/relationships/customXml" Target="../ink/ink552.xml"/><Relationship Id="rId116" Type="http://schemas.openxmlformats.org/officeDocument/2006/relationships/customXml" Target="../ink/ink555.xml"/><Relationship Id="rId124" Type="http://schemas.openxmlformats.org/officeDocument/2006/relationships/customXml" Target="../ink/ink559.xml"/><Relationship Id="rId129" Type="http://schemas.openxmlformats.org/officeDocument/2006/relationships/image" Target="../media/image598.png"/><Relationship Id="rId137" Type="http://schemas.openxmlformats.org/officeDocument/2006/relationships/image" Target="../media/image603.png"/><Relationship Id="rId158" Type="http://schemas.openxmlformats.org/officeDocument/2006/relationships/customXml" Target="../ink/ink576.xml"/><Relationship Id="rId111" Type="http://schemas.openxmlformats.org/officeDocument/2006/relationships/image" Target="../media/image4070.png"/><Relationship Id="rId132" Type="http://schemas.openxmlformats.org/officeDocument/2006/relationships/customXml" Target="../ink/ink563.xml"/><Relationship Id="rId140" Type="http://schemas.openxmlformats.org/officeDocument/2006/relationships/customXml" Target="../ink/ink567.xml"/><Relationship Id="rId145" Type="http://schemas.openxmlformats.org/officeDocument/2006/relationships/image" Target="../media/image607.png"/><Relationship Id="rId153" Type="http://schemas.openxmlformats.org/officeDocument/2006/relationships/image" Target="../media/image612.png"/><Relationship Id="rId161" Type="http://schemas.openxmlformats.org/officeDocument/2006/relationships/image" Target="../media/image616.png"/><Relationship Id="rId1" Type="http://schemas.openxmlformats.org/officeDocument/2006/relationships/slideLayout" Target="../slideLayouts/slideLayout6.xml"/><Relationship Id="rId114" Type="http://schemas.openxmlformats.org/officeDocument/2006/relationships/customXml" Target="../ink/ink554.xml"/><Relationship Id="rId119" Type="http://schemas.openxmlformats.org/officeDocument/2006/relationships/image" Target="../media/image593.png"/><Relationship Id="rId127" Type="http://schemas.openxmlformats.org/officeDocument/2006/relationships/image" Target="../media/image597.png"/><Relationship Id="rId122" Type="http://schemas.openxmlformats.org/officeDocument/2006/relationships/customXml" Target="../ink/ink558.xml"/><Relationship Id="rId130" Type="http://schemas.openxmlformats.org/officeDocument/2006/relationships/customXml" Target="../ink/ink562.xml"/><Relationship Id="rId135" Type="http://schemas.openxmlformats.org/officeDocument/2006/relationships/image" Target="../media/image602.png"/><Relationship Id="rId143" Type="http://schemas.openxmlformats.org/officeDocument/2006/relationships/image" Target="../media/image606.png"/><Relationship Id="rId148" Type="http://schemas.openxmlformats.org/officeDocument/2006/relationships/customXml" Target="../ink/ink571.xml"/><Relationship Id="rId151" Type="http://schemas.openxmlformats.org/officeDocument/2006/relationships/image" Target="../media/image611.png"/><Relationship Id="rId156" Type="http://schemas.openxmlformats.org/officeDocument/2006/relationships/customXml" Target="../ink/ink575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70.png"/><Relationship Id="rId13" Type="http://schemas.openxmlformats.org/officeDocument/2006/relationships/customXml" Target="../ink/ink583.xml"/><Relationship Id="rId18" Type="http://schemas.openxmlformats.org/officeDocument/2006/relationships/image" Target="../media/image4420.png"/><Relationship Id="rId26" Type="http://schemas.openxmlformats.org/officeDocument/2006/relationships/image" Target="../media/image4460.png"/><Relationship Id="rId3" Type="http://schemas.openxmlformats.org/officeDocument/2006/relationships/customXml" Target="../ink/ink578.xml"/><Relationship Id="rId21" Type="http://schemas.openxmlformats.org/officeDocument/2006/relationships/customXml" Target="../ink/ink587.xml"/><Relationship Id="rId7" Type="http://schemas.openxmlformats.org/officeDocument/2006/relationships/customXml" Target="../ink/ink580.xml"/><Relationship Id="rId12" Type="http://schemas.openxmlformats.org/officeDocument/2006/relationships/image" Target="../media/image4390.png"/><Relationship Id="rId17" Type="http://schemas.openxmlformats.org/officeDocument/2006/relationships/customXml" Target="../ink/ink585.xml"/><Relationship Id="rId25" Type="http://schemas.openxmlformats.org/officeDocument/2006/relationships/customXml" Target="../ink/ink589.xml"/><Relationship Id="rId2" Type="http://schemas.openxmlformats.org/officeDocument/2006/relationships/image" Target="../media/image617.png"/><Relationship Id="rId16" Type="http://schemas.openxmlformats.org/officeDocument/2006/relationships/image" Target="../media/image4410.png"/><Relationship Id="rId20" Type="http://schemas.openxmlformats.org/officeDocument/2006/relationships/image" Target="../media/image44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60.png"/><Relationship Id="rId11" Type="http://schemas.openxmlformats.org/officeDocument/2006/relationships/customXml" Target="../ink/ink582.xml"/><Relationship Id="rId24" Type="http://schemas.openxmlformats.org/officeDocument/2006/relationships/image" Target="../media/image4450.png"/><Relationship Id="rId5" Type="http://schemas.openxmlformats.org/officeDocument/2006/relationships/customXml" Target="../ink/ink579.xml"/><Relationship Id="rId15" Type="http://schemas.openxmlformats.org/officeDocument/2006/relationships/customXml" Target="../ink/ink584.xml"/><Relationship Id="rId23" Type="http://schemas.openxmlformats.org/officeDocument/2006/relationships/customXml" Target="../ink/ink588.xml"/><Relationship Id="rId28" Type="http://schemas.openxmlformats.org/officeDocument/2006/relationships/image" Target="../media/image4470.png"/><Relationship Id="rId10" Type="http://schemas.openxmlformats.org/officeDocument/2006/relationships/image" Target="../media/image4380.png"/><Relationship Id="rId19" Type="http://schemas.openxmlformats.org/officeDocument/2006/relationships/customXml" Target="../ink/ink586.xml"/><Relationship Id="rId4" Type="http://schemas.openxmlformats.org/officeDocument/2006/relationships/image" Target="../media/image4350.png"/><Relationship Id="rId9" Type="http://schemas.openxmlformats.org/officeDocument/2006/relationships/customXml" Target="../ink/ink581.xml"/><Relationship Id="rId14" Type="http://schemas.openxmlformats.org/officeDocument/2006/relationships/image" Target="../media/image4400.png"/><Relationship Id="rId22" Type="http://schemas.openxmlformats.org/officeDocument/2006/relationships/image" Target="../media/image4440.png"/><Relationship Id="rId27" Type="http://schemas.openxmlformats.org/officeDocument/2006/relationships/customXml" Target="../ink/ink590.xm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96.xml"/><Relationship Id="rId18" Type="http://schemas.openxmlformats.org/officeDocument/2006/relationships/image" Target="../media/image4560.png"/><Relationship Id="rId26" Type="http://schemas.openxmlformats.org/officeDocument/2006/relationships/image" Target="../media/image4600.png"/><Relationship Id="rId39" Type="http://schemas.openxmlformats.org/officeDocument/2006/relationships/customXml" Target="../ink/ink609.xml"/><Relationship Id="rId21" Type="http://schemas.openxmlformats.org/officeDocument/2006/relationships/customXml" Target="../ink/ink600.xml"/><Relationship Id="rId34" Type="http://schemas.openxmlformats.org/officeDocument/2006/relationships/image" Target="../media/image4640.png"/><Relationship Id="rId42" Type="http://schemas.openxmlformats.org/officeDocument/2006/relationships/image" Target="../media/image4680.png"/><Relationship Id="rId47" Type="http://schemas.openxmlformats.org/officeDocument/2006/relationships/customXml" Target="../ink/ink613.xml"/><Relationship Id="rId50" Type="http://schemas.openxmlformats.org/officeDocument/2006/relationships/image" Target="../media/image4720.png"/><Relationship Id="rId55" Type="http://schemas.openxmlformats.org/officeDocument/2006/relationships/customXml" Target="../ink/ink617.xml"/><Relationship Id="rId7" Type="http://schemas.openxmlformats.org/officeDocument/2006/relationships/customXml" Target="../ink/ink593.xml"/><Relationship Id="rId2" Type="http://schemas.openxmlformats.org/officeDocument/2006/relationships/image" Target="../media/image618.png"/><Relationship Id="rId16" Type="http://schemas.openxmlformats.org/officeDocument/2006/relationships/image" Target="../media/image4550.png"/><Relationship Id="rId29" Type="http://schemas.openxmlformats.org/officeDocument/2006/relationships/customXml" Target="../ink/ink604.xml"/><Relationship Id="rId11" Type="http://schemas.openxmlformats.org/officeDocument/2006/relationships/customXml" Target="../ink/ink595.xml"/><Relationship Id="rId24" Type="http://schemas.openxmlformats.org/officeDocument/2006/relationships/image" Target="../media/image4590.png"/><Relationship Id="rId32" Type="http://schemas.openxmlformats.org/officeDocument/2006/relationships/image" Target="../media/image4630.png"/><Relationship Id="rId37" Type="http://schemas.openxmlformats.org/officeDocument/2006/relationships/customXml" Target="../ink/ink608.xml"/><Relationship Id="rId40" Type="http://schemas.openxmlformats.org/officeDocument/2006/relationships/image" Target="../media/image4670.png"/><Relationship Id="rId45" Type="http://schemas.openxmlformats.org/officeDocument/2006/relationships/customXml" Target="../ink/ink612.xml"/><Relationship Id="rId53" Type="http://schemas.openxmlformats.org/officeDocument/2006/relationships/customXml" Target="../ink/ink616.xml"/><Relationship Id="rId58" Type="http://schemas.openxmlformats.org/officeDocument/2006/relationships/image" Target="../media/image4760.png"/><Relationship Id="rId5" Type="http://schemas.openxmlformats.org/officeDocument/2006/relationships/customXml" Target="../ink/ink592.xml"/><Relationship Id="rId61" Type="http://schemas.openxmlformats.org/officeDocument/2006/relationships/customXml" Target="../ink/ink620.xml"/><Relationship Id="rId19" Type="http://schemas.openxmlformats.org/officeDocument/2006/relationships/customXml" Target="../ink/ink599.xml"/><Relationship Id="rId14" Type="http://schemas.openxmlformats.org/officeDocument/2006/relationships/image" Target="../media/image4540.png"/><Relationship Id="rId22" Type="http://schemas.openxmlformats.org/officeDocument/2006/relationships/image" Target="../media/image4580.png"/><Relationship Id="rId27" Type="http://schemas.openxmlformats.org/officeDocument/2006/relationships/customXml" Target="../ink/ink603.xml"/><Relationship Id="rId30" Type="http://schemas.openxmlformats.org/officeDocument/2006/relationships/image" Target="../media/image4620.png"/><Relationship Id="rId35" Type="http://schemas.openxmlformats.org/officeDocument/2006/relationships/customXml" Target="../ink/ink607.xml"/><Relationship Id="rId43" Type="http://schemas.openxmlformats.org/officeDocument/2006/relationships/customXml" Target="../ink/ink611.xml"/><Relationship Id="rId48" Type="http://schemas.openxmlformats.org/officeDocument/2006/relationships/image" Target="../media/image4710.png"/><Relationship Id="rId56" Type="http://schemas.openxmlformats.org/officeDocument/2006/relationships/image" Target="../media/image4750.png"/><Relationship Id="rId8" Type="http://schemas.openxmlformats.org/officeDocument/2006/relationships/image" Target="../media/image4510.png"/><Relationship Id="rId51" Type="http://schemas.openxmlformats.org/officeDocument/2006/relationships/customXml" Target="../ink/ink615.xml"/><Relationship Id="rId3" Type="http://schemas.openxmlformats.org/officeDocument/2006/relationships/customXml" Target="../ink/ink591.xml"/><Relationship Id="rId12" Type="http://schemas.openxmlformats.org/officeDocument/2006/relationships/image" Target="../media/image4530.png"/><Relationship Id="rId17" Type="http://schemas.openxmlformats.org/officeDocument/2006/relationships/customXml" Target="../ink/ink598.xml"/><Relationship Id="rId25" Type="http://schemas.openxmlformats.org/officeDocument/2006/relationships/customXml" Target="../ink/ink602.xml"/><Relationship Id="rId33" Type="http://schemas.openxmlformats.org/officeDocument/2006/relationships/customXml" Target="../ink/ink606.xml"/><Relationship Id="rId38" Type="http://schemas.openxmlformats.org/officeDocument/2006/relationships/image" Target="../media/image4660.png"/><Relationship Id="rId46" Type="http://schemas.openxmlformats.org/officeDocument/2006/relationships/image" Target="../media/image4700.png"/><Relationship Id="rId59" Type="http://schemas.openxmlformats.org/officeDocument/2006/relationships/customXml" Target="../ink/ink619.xml"/><Relationship Id="rId20" Type="http://schemas.openxmlformats.org/officeDocument/2006/relationships/image" Target="../media/image4570.png"/><Relationship Id="rId41" Type="http://schemas.openxmlformats.org/officeDocument/2006/relationships/customXml" Target="../ink/ink610.xml"/><Relationship Id="rId54" Type="http://schemas.openxmlformats.org/officeDocument/2006/relationships/image" Target="../media/image4740.png"/><Relationship Id="rId62" Type="http://schemas.openxmlformats.org/officeDocument/2006/relationships/image" Target="../media/image6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00.png"/><Relationship Id="rId15" Type="http://schemas.openxmlformats.org/officeDocument/2006/relationships/customXml" Target="../ink/ink597.xml"/><Relationship Id="rId23" Type="http://schemas.openxmlformats.org/officeDocument/2006/relationships/customXml" Target="../ink/ink601.xml"/><Relationship Id="rId28" Type="http://schemas.openxmlformats.org/officeDocument/2006/relationships/image" Target="../media/image4610.png"/><Relationship Id="rId36" Type="http://schemas.openxmlformats.org/officeDocument/2006/relationships/image" Target="../media/image4650.png"/><Relationship Id="rId49" Type="http://schemas.openxmlformats.org/officeDocument/2006/relationships/customXml" Target="../ink/ink614.xml"/><Relationship Id="rId57" Type="http://schemas.openxmlformats.org/officeDocument/2006/relationships/customXml" Target="../ink/ink618.xml"/><Relationship Id="rId10" Type="http://schemas.openxmlformats.org/officeDocument/2006/relationships/image" Target="../media/image4520.png"/><Relationship Id="rId31" Type="http://schemas.openxmlformats.org/officeDocument/2006/relationships/customXml" Target="../ink/ink605.xml"/><Relationship Id="rId44" Type="http://schemas.openxmlformats.org/officeDocument/2006/relationships/image" Target="../media/image4690.png"/><Relationship Id="rId52" Type="http://schemas.openxmlformats.org/officeDocument/2006/relationships/image" Target="../media/image4730.png"/><Relationship Id="rId60" Type="http://schemas.openxmlformats.org/officeDocument/2006/relationships/image" Target="../media/image4770.png"/><Relationship Id="rId4" Type="http://schemas.openxmlformats.org/officeDocument/2006/relationships/image" Target="../media/image4490.png"/><Relationship Id="rId9" Type="http://schemas.openxmlformats.org/officeDocument/2006/relationships/customXml" Target="../ink/ink594.xml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26.xml"/><Relationship Id="rId18" Type="http://schemas.openxmlformats.org/officeDocument/2006/relationships/image" Target="../media/image4860.png"/><Relationship Id="rId26" Type="http://schemas.openxmlformats.org/officeDocument/2006/relationships/image" Target="../media/image4900.png"/><Relationship Id="rId3" Type="http://schemas.openxmlformats.org/officeDocument/2006/relationships/customXml" Target="../ink/ink621.xml"/><Relationship Id="rId21" Type="http://schemas.openxmlformats.org/officeDocument/2006/relationships/customXml" Target="../ink/ink630.xml"/><Relationship Id="rId34" Type="http://schemas.openxmlformats.org/officeDocument/2006/relationships/image" Target="../media/image4940.png"/><Relationship Id="rId7" Type="http://schemas.openxmlformats.org/officeDocument/2006/relationships/customXml" Target="../ink/ink623.xml"/><Relationship Id="rId12" Type="http://schemas.openxmlformats.org/officeDocument/2006/relationships/image" Target="../media/image4830.png"/><Relationship Id="rId17" Type="http://schemas.openxmlformats.org/officeDocument/2006/relationships/customXml" Target="../ink/ink628.xml"/><Relationship Id="rId25" Type="http://schemas.openxmlformats.org/officeDocument/2006/relationships/customXml" Target="../ink/ink632.xml"/><Relationship Id="rId33" Type="http://schemas.openxmlformats.org/officeDocument/2006/relationships/customXml" Target="../ink/ink636.xml"/><Relationship Id="rId2" Type="http://schemas.openxmlformats.org/officeDocument/2006/relationships/image" Target="../media/image621.png"/><Relationship Id="rId16" Type="http://schemas.openxmlformats.org/officeDocument/2006/relationships/image" Target="../media/image4850.png"/><Relationship Id="rId20" Type="http://schemas.openxmlformats.org/officeDocument/2006/relationships/image" Target="../media/image4870.png"/><Relationship Id="rId29" Type="http://schemas.openxmlformats.org/officeDocument/2006/relationships/customXml" Target="../ink/ink63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00.png"/><Relationship Id="rId11" Type="http://schemas.openxmlformats.org/officeDocument/2006/relationships/customXml" Target="../ink/ink625.xml"/><Relationship Id="rId24" Type="http://schemas.openxmlformats.org/officeDocument/2006/relationships/image" Target="../media/image4890.png"/><Relationship Id="rId32" Type="http://schemas.openxmlformats.org/officeDocument/2006/relationships/image" Target="../media/image4930.png"/><Relationship Id="rId5" Type="http://schemas.openxmlformats.org/officeDocument/2006/relationships/customXml" Target="../ink/ink622.xml"/><Relationship Id="rId15" Type="http://schemas.openxmlformats.org/officeDocument/2006/relationships/customXml" Target="../ink/ink627.xml"/><Relationship Id="rId23" Type="http://schemas.openxmlformats.org/officeDocument/2006/relationships/customXml" Target="../ink/ink631.xml"/><Relationship Id="rId28" Type="http://schemas.openxmlformats.org/officeDocument/2006/relationships/image" Target="../media/image4910.png"/><Relationship Id="rId36" Type="http://schemas.openxmlformats.org/officeDocument/2006/relationships/image" Target="../media/image4950.png"/><Relationship Id="rId10" Type="http://schemas.openxmlformats.org/officeDocument/2006/relationships/image" Target="../media/image4820.png"/><Relationship Id="rId19" Type="http://schemas.openxmlformats.org/officeDocument/2006/relationships/customXml" Target="../ink/ink629.xml"/><Relationship Id="rId31" Type="http://schemas.openxmlformats.org/officeDocument/2006/relationships/customXml" Target="../ink/ink635.xml"/><Relationship Id="rId4" Type="http://schemas.openxmlformats.org/officeDocument/2006/relationships/image" Target="../media/image4790.png"/><Relationship Id="rId9" Type="http://schemas.openxmlformats.org/officeDocument/2006/relationships/customXml" Target="../ink/ink624.xml"/><Relationship Id="rId14" Type="http://schemas.openxmlformats.org/officeDocument/2006/relationships/image" Target="../media/image4840.png"/><Relationship Id="rId22" Type="http://schemas.openxmlformats.org/officeDocument/2006/relationships/image" Target="../media/image4880.png"/><Relationship Id="rId27" Type="http://schemas.openxmlformats.org/officeDocument/2006/relationships/customXml" Target="../ink/ink633.xml"/><Relationship Id="rId30" Type="http://schemas.openxmlformats.org/officeDocument/2006/relationships/image" Target="../media/image4920.png"/><Relationship Id="rId35" Type="http://schemas.openxmlformats.org/officeDocument/2006/relationships/customXml" Target="../ink/ink637.xml"/><Relationship Id="rId8" Type="http://schemas.openxmlformats.org/officeDocument/2006/relationships/image" Target="../media/image4810.png"/></Relationships>
</file>

<file path=ppt/slides/_rels/slide4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48.xml"/><Relationship Id="rId21" Type="http://schemas.openxmlformats.org/officeDocument/2006/relationships/image" Target="../media/image5070.png"/><Relationship Id="rId42" Type="http://schemas.openxmlformats.org/officeDocument/2006/relationships/customXml" Target="../ink/ink656.xml"/><Relationship Id="rId47" Type="http://schemas.openxmlformats.org/officeDocument/2006/relationships/image" Target="../media/image5200.png"/><Relationship Id="rId63" Type="http://schemas.openxmlformats.org/officeDocument/2006/relationships/image" Target="../media/image5280.png"/><Relationship Id="rId68" Type="http://schemas.openxmlformats.org/officeDocument/2006/relationships/customXml" Target="../ink/ink669.xml"/><Relationship Id="rId16" Type="http://schemas.openxmlformats.org/officeDocument/2006/relationships/customXml" Target="../ink/ink643.xml"/><Relationship Id="rId11" Type="http://schemas.openxmlformats.org/officeDocument/2006/relationships/image" Target="../media/image5020.png"/><Relationship Id="rId32" Type="http://schemas.openxmlformats.org/officeDocument/2006/relationships/customXml" Target="../ink/ink651.xml"/><Relationship Id="rId37" Type="http://schemas.openxmlformats.org/officeDocument/2006/relationships/image" Target="../media/image5150.png"/><Relationship Id="rId53" Type="http://schemas.openxmlformats.org/officeDocument/2006/relationships/image" Target="../media/image5230.png"/><Relationship Id="rId58" Type="http://schemas.openxmlformats.org/officeDocument/2006/relationships/customXml" Target="../ink/ink664.xml"/><Relationship Id="rId74" Type="http://schemas.openxmlformats.org/officeDocument/2006/relationships/customXml" Target="../ink/ink672.xml"/><Relationship Id="rId79" Type="http://schemas.openxmlformats.org/officeDocument/2006/relationships/image" Target="../media/image5360.png"/><Relationship Id="rId5" Type="http://schemas.openxmlformats.org/officeDocument/2006/relationships/image" Target="../media/image625.png"/><Relationship Id="rId61" Type="http://schemas.openxmlformats.org/officeDocument/2006/relationships/image" Target="../media/image5270.png"/><Relationship Id="rId82" Type="http://schemas.openxmlformats.org/officeDocument/2006/relationships/customXml" Target="../ink/ink676.xml"/><Relationship Id="rId19" Type="http://schemas.openxmlformats.org/officeDocument/2006/relationships/image" Target="../media/image5060.png"/><Relationship Id="rId14" Type="http://schemas.openxmlformats.org/officeDocument/2006/relationships/customXml" Target="../ink/ink642.xml"/><Relationship Id="rId22" Type="http://schemas.openxmlformats.org/officeDocument/2006/relationships/customXml" Target="../ink/ink646.xml"/><Relationship Id="rId27" Type="http://schemas.openxmlformats.org/officeDocument/2006/relationships/image" Target="../media/image5100.png"/><Relationship Id="rId30" Type="http://schemas.openxmlformats.org/officeDocument/2006/relationships/customXml" Target="../ink/ink650.xml"/><Relationship Id="rId35" Type="http://schemas.openxmlformats.org/officeDocument/2006/relationships/image" Target="../media/image5140.png"/><Relationship Id="rId43" Type="http://schemas.openxmlformats.org/officeDocument/2006/relationships/image" Target="../media/image5180.png"/><Relationship Id="rId48" Type="http://schemas.openxmlformats.org/officeDocument/2006/relationships/customXml" Target="../ink/ink659.xml"/><Relationship Id="rId56" Type="http://schemas.openxmlformats.org/officeDocument/2006/relationships/customXml" Target="../ink/ink663.xml"/><Relationship Id="rId64" Type="http://schemas.openxmlformats.org/officeDocument/2006/relationships/customXml" Target="../ink/ink667.xml"/><Relationship Id="rId69" Type="http://schemas.openxmlformats.org/officeDocument/2006/relationships/image" Target="../media/image5310.png"/><Relationship Id="rId77" Type="http://schemas.openxmlformats.org/officeDocument/2006/relationships/image" Target="../media/image5350.png"/><Relationship Id="rId8" Type="http://schemas.openxmlformats.org/officeDocument/2006/relationships/customXml" Target="../ink/ink639.xml"/><Relationship Id="rId51" Type="http://schemas.openxmlformats.org/officeDocument/2006/relationships/image" Target="../media/image5220.png"/><Relationship Id="rId72" Type="http://schemas.openxmlformats.org/officeDocument/2006/relationships/customXml" Target="../ink/ink671.xml"/><Relationship Id="rId80" Type="http://schemas.openxmlformats.org/officeDocument/2006/relationships/customXml" Target="../ink/ink675.xml"/><Relationship Id="rId3" Type="http://schemas.openxmlformats.org/officeDocument/2006/relationships/image" Target="../media/image623.png"/><Relationship Id="rId12" Type="http://schemas.openxmlformats.org/officeDocument/2006/relationships/customXml" Target="../ink/ink641.xml"/><Relationship Id="rId17" Type="http://schemas.openxmlformats.org/officeDocument/2006/relationships/image" Target="../media/image5050.png"/><Relationship Id="rId25" Type="http://schemas.openxmlformats.org/officeDocument/2006/relationships/image" Target="../media/image5090.png"/><Relationship Id="rId33" Type="http://schemas.openxmlformats.org/officeDocument/2006/relationships/image" Target="../media/image5130.png"/><Relationship Id="rId38" Type="http://schemas.openxmlformats.org/officeDocument/2006/relationships/customXml" Target="../ink/ink654.xml"/><Relationship Id="rId46" Type="http://schemas.openxmlformats.org/officeDocument/2006/relationships/customXml" Target="../ink/ink658.xml"/><Relationship Id="rId59" Type="http://schemas.openxmlformats.org/officeDocument/2006/relationships/image" Target="../media/image5260.png"/><Relationship Id="rId67" Type="http://schemas.openxmlformats.org/officeDocument/2006/relationships/image" Target="../media/image5300.png"/><Relationship Id="rId20" Type="http://schemas.openxmlformats.org/officeDocument/2006/relationships/customXml" Target="../ink/ink645.xml"/><Relationship Id="rId41" Type="http://schemas.openxmlformats.org/officeDocument/2006/relationships/image" Target="../media/image5170.png"/><Relationship Id="rId54" Type="http://schemas.openxmlformats.org/officeDocument/2006/relationships/customXml" Target="../ink/ink662.xml"/><Relationship Id="rId62" Type="http://schemas.openxmlformats.org/officeDocument/2006/relationships/customXml" Target="../ink/ink666.xml"/><Relationship Id="rId70" Type="http://schemas.openxmlformats.org/officeDocument/2006/relationships/customXml" Target="../ink/ink670.xml"/><Relationship Id="rId75" Type="http://schemas.openxmlformats.org/officeDocument/2006/relationships/image" Target="../media/image5340.png"/><Relationship Id="rId83" Type="http://schemas.openxmlformats.org/officeDocument/2006/relationships/image" Target="../media/image5380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638.xml"/><Relationship Id="rId15" Type="http://schemas.openxmlformats.org/officeDocument/2006/relationships/image" Target="../media/image5040.png"/><Relationship Id="rId23" Type="http://schemas.openxmlformats.org/officeDocument/2006/relationships/image" Target="../media/image5080.png"/><Relationship Id="rId28" Type="http://schemas.openxmlformats.org/officeDocument/2006/relationships/customXml" Target="../ink/ink649.xml"/><Relationship Id="rId36" Type="http://schemas.openxmlformats.org/officeDocument/2006/relationships/customXml" Target="../ink/ink653.xml"/><Relationship Id="rId49" Type="http://schemas.openxmlformats.org/officeDocument/2006/relationships/image" Target="../media/image5210.png"/><Relationship Id="rId57" Type="http://schemas.openxmlformats.org/officeDocument/2006/relationships/image" Target="../media/image5250.png"/><Relationship Id="rId10" Type="http://schemas.openxmlformats.org/officeDocument/2006/relationships/customXml" Target="../ink/ink640.xml"/><Relationship Id="rId31" Type="http://schemas.openxmlformats.org/officeDocument/2006/relationships/image" Target="../media/image5120.png"/><Relationship Id="rId44" Type="http://schemas.openxmlformats.org/officeDocument/2006/relationships/customXml" Target="../ink/ink657.xml"/><Relationship Id="rId52" Type="http://schemas.openxmlformats.org/officeDocument/2006/relationships/customXml" Target="../ink/ink661.xml"/><Relationship Id="rId60" Type="http://schemas.openxmlformats.org/officeDocument/2006/relationships/customXml" Target="../ink/ink665.xml"/><Relationship Id="rId65" Type="http://schemas.openxmlformats.org/officeDocument/2006/relationships/image" Target="../media/image5290.png"/><Relationship Id="rId73" Type="http://schemas.openxmlformats.org/officeDocument/2006/relationships/image" Target="../media/image5330.png"/><Relationship Id="rId78" Type="http://schemas.openxmlformats.org/officeDocument/2006/relationships/customXml" Target="../ink/ink674.xml"/><Relationship Id="rId81" Type="http://schemas.openxmlformats.org/officeDocument/2006/relationships/image" Target="../media/image5370.png"/><Relationship Id="rId4" Type="http://schemas.openxmlformats.org/officeDocument/2006/relationships/image" Target="../media/image624.png"/><Relationship Id="rId9" Type="http://schemas.openxmlformats.org/officeDocument/2006/relationships/image" Target="../media/image5010.png"/><Relationship Id="rId13" Type="http://schemas.openxmlformats.org/officeDocument/2006/relationships/image" Target="../media/image5030.png"/><Relationship Id="rId18" Type="http://schemas.openxmlformats.org/officeDocument/2006/relationships/customXml" Target="../ink/ink644.xml"/><Relationship Id="rId39" Type="http://schemas.openxmlformats.org/officeDocument/2006/relationships/image" Target="../media/image5160.png"/><Relationship Id="rId34" Type="http://schemas.openxmlformats.org/officeDocument/2006/relationships/customXml" Target="../ink/ink652.xml"/><Relationship Id="rId50" Type="http://schemas.openxmlformats.org/officeDocument/2006/relationships/customXml" Target="../ink/ink660.xml"/><Relationship Id="rId55" Type="http://schemas.openxmlformats.org/officeDocument/2006/relationships/image" Target="../media/image5240.png"/><Relationship Id="rId76" Type="http://schemas.openxmlformats.org/officeDocument/2006/relationships/customXml" Target="../ink/ink673.xml"/><Relationship Id="rId7" Type="http://schemas.openxmlformats.org/officeDocument/2006/relationships/image" Target="../media/image5000.png"/><Relationship Id="rId71" Type="http://schemas.openxmlformats.org/officeDocument/2006/relationships/image" Target="../media/image5320.png"/><Relationship Id="rId2" Type="http://schemas.openxmlformats.org/officeDocument/2006/relationships/image" Target="../media/image622.png"/><Relationship Id="rId29" Type="http://schemas.openxmlformats.org/officeDocument/2006/relationships/image" Target="../media/image5110.png"/><Relationship Id="rId24" Type="http://schemas.openxmlformats.org/officeDocument/2006/relationships/customXml" Target="../ink/ink647.xml"/><Relationship Id="rId40" Type="http://schemas.openxmlformats.org/officeDocument/2006/relationships/customXml" Target="../ink/ink655.xml"/><Relationship Id="rId45" Type="http://schemas.openxmlformats.org/officeDocument/2006/relationships/image" Target="../media/image5190.png"/><Relationship Id="rId66" Type="http://schemas.openxmlformats.org/officeDocument/2006/relationships/customXml" Target="../ink/ink668.xml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50.png"/><Relationship Id="rId18" Type="http://schemas.openxmlformats.org/officeDocument/2006/relationships/customXml" Target="../ink/ink684.xml"/><Relationship Id="rId26" Type="http://schemas.openxmlformats.org/officeDocument/2006/relationships/image" Target="../media/image5500.png"/><Relationship Id="rId39" Type="http://schemas.openxmlformats.org/officeDocument/2006/relationships/customXml" Target="../ink/ink696.xml"/><Relationship Id="rId21" Type="http://schemas.openxmlformats.org/officeDocument/2006/relationships/customXml" Target="../ink/ink686.xml"/><Relationship Id="rId34" Type="http://schemas.openxmlformats.org/officeDocument/2006/relationships/image" Target="../media/image5540.png"/><Relationship Id="rId7" Type="http://schemas.openxmlformats.org/officeDocument/2006/relationships/image" Target="../media/image5420.png"/><Relationship Id="rId12" Type="http://schemas.openxmlformats.org/officeDocument/2006/relationships/customXml" Target="../ink/ink681.xml"/><Relationship Id="rId17" Type="http://schemas.openxmlformats.org/officeDocument/2006/relationships/image" Target="../media/image5470.png"/><Relationship Id="rId25" Type="http://schemas.openxmlformats.org/officeDocument/2006/relationships/customXml" Target="../ink/ink689.xml"/><Relationship Id="rId33" Type="http://schemas.openxmlformats.org/officeDocument/2006/relationships/customXml" Target="../ink/ink693.xml"/><Relationship Id="rId38" Type="http://schemas.openxmlformats.org/officeDocument/2006/relationships/image" Target="../media/image5560.png"/><Relationship Id="rId2" Type="http://schemas.openxmlformats.org/officeDocument/2006/relationships/image" Target="../media/image626.png"/><Relationship Id="rId16" Type="http://schemas.openxmlformats.org/officeDocument/2006/relationships/customXml" Target="../ink/ink683.xml"/><Relationship Id="rId20" Type="http://schemas.openxmlformats.org/officeDocument/2006/relationships/image" Target="../media/image5480.png"/><Relationship Id="rId29" Type="http://schemas.openxmlformats.org/officeDocument/2006/relationships/customXml" Target="../ink/ink69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678.xml"/><Relationship Id="rId11" Type="http://schemas.openxmlformats.org/officeDocument/2006/relationships/image" Target="../media/image5440.png"/><Relationship Id="rId24" Type="http://schemas.openxmlformats.org/officeDocument/2006/relationships/customXml" Target="../ink/ink688.xml"/><Relationship Id="rId32" Type="http://schemas.openxmlformats.org/officeDocument/2006/relationships/image" Target="../media/image5530.png"/><Relationship Id="rId37" Type="http://schemas.openxmlformats.org/officeDocument/2006/relationships/customXml" Target="../ink/ink695.xml"/><Relationship Id="rId40" Type="http://schemas.openxmlformats.org/officeDocument/2006/relationships/image" Target="../media/image5570.png"/><Relationship Id="rId5" Type="http://schemas.openxmlformats.org/officeDocument/2006/relationships/image" Target="../media/image5410.png"/><Relationship Id="rId15" Type="http://schemas.openxmlformats.org/officeDocument/2006/relationships/image" Target="../media/image5460.png"/><Relationship Id="rId23" Type="http://schemas.openxmlformats.org/officeDocument/2006/relationships/customXml" Target="../ink/ink687.xml"/><Relationship Id="rId28" Type="http://schemas.openxmlformats.org/officeDocument/2006/relationships/image" Target="../media/image5510.png"/><Relationship Id="rId36" Type="http://schemas.openxmlformats.org/officeDocument/2006/relationships/image" Target="../media/image5550.png"/><Relationship Id="rId10" Type="http://schemas.openxmlformats.org/officeDocument/2006/relationships/customXml" Target="../ink/ink680.xml"/><Relationship Id="rId19" Type="http://schemas.openxmlformats.org/officeDocument/2006/relationships/customXml" Target="../ink/ink685.xml"/><Relationship Id="rId31" Type="http://schemas.openxmlformats.org/officeDocument/2006/relationships/customXml" Target="../ink/ink692.xml"/><Relationship Id="rId4" Type="http://schemas.openxmlformats.org/officeDocument/2006/relationships/customXml" Target="../ink/ink677.xml"/><Relationship Id="rId9" Type="http://schemas.openxmlformats.org/officeDocument/2006/relationships/image" Target="../media/image5430.png"/><Relationship Id="rId14" Type="http://schemas.openxmlformats.org/officeDocument/2006/relationships/customXml" Target="../ink/ink682.xml"/><Relationship Id="rId22" Type="http://schemas.openxmlformats.org/officeDocument/2006/relationships/image" Target="../media/image5490.png"/><Relationship Id="rId27" Type="http://schemas.openxmlformats.org/officeDocument/2006/relationships/customXml" Target="../ink/ink690.xml"/><Relationship Id="rId30" Type="http://schemas.openxmlformats.org/officeDocument/2006/relationships/image" Target="../media/image5520.png"/><Relationship Id="rId35" Type="http://schemas.openxmlformats.org/officeDocument/2006/relationships/customXml" Target="../ink/ink694.xml"/><Relationship Id="rId8" Type="http://schemas.openxmlformats.org/officeDocument/2006/relationships/customXml" Target="../ink/ink679.xml"/><Relationship Id="rId3" Type="http://schemas.openxmlformats.org/officeDocument/2006/relationships/image" Target="../media/image62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97.xml"/><Relationship Id="rId2" Type="http://schemas.openxmlformats.org/officeDocument/2006/relationships/image" Target="../media/image6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10.png"/><Relationship Id="rId5" Type="http://schemas.openxmlformats.org/officeDocument/2006/relationships/customXml" Target="../ink/ink698.xml"/><Relationship Id="rId4" Type="http://schemas.openxmlformats.org/officeDocument/2006/relationships/image" Target="../media/image559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9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2.png"/><Relationship Id="rId2" Type="http://schemas.openxmlformats.org/officeDocument/2006/relationships/image" Target="../media/image6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3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4.png"/><Relationship Id="rId7" Type="http://schemas.openxmlformats.org/officeDocument/2006/relationships/hyperlink" Target="https://www.pyimagesearch.com/2015/12/07/local-binary-patterns-with-python-opencv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7.png"/><Relationship Id="rId5" Type="http://schemas.openxmlformats.org/officeDocument/2006/relationships/image" Target="../media/image636.png"/><Relationship Id="rId4" Type="http://schemas.openxmlformats.org/officeDocument/2006/relationships/image" Target="../media/image63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hanzratech.in/2015/05/30/local-binary-patterns.html" TargetMode="External"/><Relationship Id="rId2" Type="http://schemas.openxmlformats.org/officeDocument/2006/relationships/image" Target="../media/image638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9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D235-B925-8D41-999C-F236334ACD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Image Processing</a:t>
            </a:r>
            <a:br>
              <a:rPr lang="en-US" dirty="0"/>
            </a:br>
            <a:r>
              <a:rPr lang="en-US" dirty="0"/>
              <a:t>INT3404 20</a:t>
            </a:r>
            <a:br>
              <a:rPr lang="en-US" dirty="0"/>
            </a:br>
            <a:r>
              <a:rPr lang="en-US" dirty="0"/>
              <a:t>Week 7: Feature extraction</a:t>
            </a:r>
            <a:br>
              <a:rPr lang="en-US" dirty="0"/>
            </a:br>
            <a:r>
              <a:rPr lang="en-US" dirty="0"/>
              <a:t>Edge, Line, Texture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9A23F-3D8E-AC4C-89F9-7C614FCB43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Lecturer: Nguyen </a:t>
            </a:r>
            <a:r>
              <a:rPr lang="en-US" dirty="0" err="1"/>
              <a:t>Thi</a:t>
            </a:r>
            <a:r>
              <a:rPr lang="en-US" dirty="0"/>
              <a:t> Ngoc Diep, Ph.D.</a:t>
            </a:r>
          </a:p>
          <a:p>
            <a:r>
              <a:rPr lang="en-US" dirty="0"/>
              <a:t>Email: </a:t>
            </a:r>
            <a:r>
              <a:rPr lang="en-US" dirty="0">
                <a:hlinkClick r:id="rId3"/>
              </a:rPr>
              <a:t>ngocdiep@vnu.edu.vn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059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B1458F-294F-7748-B1CE-9D7094EA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24"/>
            <a:ext cx="10515600" cy="1325563"/>
          </a:xfrm>
        </p:spPr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63160-C336-DE4D-BF17-48EB6D84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798-0FFE-6D49-972C-07CB5C747B6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AFAEF6-56A3-C648-93E2-574B6C2059D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80454"/>
          <a:ext cx="10871859" cy="508708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655242">
                  <a:extLst>
                    <a:ext uri="{9D8B030D-6E8A-4147-A177-3AD203B41FA5}">
                      <a16:colId xmlns:a16="http://schemas.microsoft.com/office/drawing/2014/main" val="3803651082"/>
                    </a:ext>
                  </a:extLst>
                </a:gridCol>
                <a:gridCol w="5420609">
                  <a:extLst>
                    <a:ext uri="{9D8B030D-6E8A-4147-A177-3AD203B41FA5}">
                      <a16:colId xmlns:a16="http://schemas.microsoft.com/office/drawing/2014/main" val="2534359574"/>
                    </a:ext>
                  </a:extLst>
                </a:gridCol>
                <a:gridCol w="4796008">
                  <a:extLst>
                    <a:ext uri="{9D8B030D-6E8A-4147-A177-3AD203B41FA5}">
                      <a16:colId xmlns:a16="http://schemas.microsoft.com/office/drawing/2014/main" val="2917458572"/>
                    </a:ext>
                  </a:extLst>
                </a:gridCol>
              </a:tblGrid>
              <a:tr h="1927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>
                          <a:effectLst/>
                        </a:rPr>
                        <a:t>Tuần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Nội dung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Yêu cầu đối với sinh viên (ngoài việc đọc tài liệu tham khảo)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268104051"/>
                  </a:ext>
                </a:extLst>
              </a:tr>
              <a:tr h="43969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Giới thiệu môn học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Cài đặt môi trường: Python 3, OpenCV 3, Numpy, Jupyter Notebook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1667570547"/>
                  </a:ext>
                </a:extLst>
              </a:tr>
              <a:tr h="22312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Ảnh số (Digital image) – Phép toán điểm (Point operations)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Làm quen với OpenCV + Python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Điều chỉnh độ tương phản (Contrast adjust)– Ghép ảnh (Combining images)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354920"/>
                  </a:ext>
                </a:extLst>
              </a:tr>
              <a:tr h="22312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Histogram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vi-VN" sz="1200" dirty="0">
                          <a:effectLst/>
                        </a:rPr>
                        <a:t>- Histogram equalization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Làm bài tập 1: điều chỉnh gamma tìm contrast hợp lý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644647"/>
                  </a:ext>
                </a:extLst>
              </a:tr>
              <a:tr h="27922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Phép lọc trong không gian điểm ảnh (linear processing filtering)</a:t>
                      </a:r>
                    </a:p>
                  </a:txBody>
                  <a:tcPr marL="38851" marR="38851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594523"/>
                  </a:ext>
                </a:extLst>
              </a:tr>
              <a:tr h="20485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Phép lọc trong không gian điểm ảnh (linear processing filtering) (cont.)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Thực hành: Cách tìm filters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02893480"/>
                  </a:ext>
                </a:extLst>
              </a:tr>
              <a:tr h="20485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Thực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hành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: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Ứng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dụng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của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histogram;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Tìm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ảnh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mẫu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 (Template matching)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rgbClr val="0070C0"/>
                          </a:solidFill>
                          <a:effectLst/>
                        </a:rPr>
                        <a:t>Bài tập mid-term</a:t>
                      </a:r>
                      <a:endParaRPr lang="vi-VN" sz="1200" dirty="0">
                        <a:effectLst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78418421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7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Trích rút đặc trưng của ảnh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Cạnh (Edge) và đường (Line) và texture</a:t>
                      </a:r>
                    </a:p>
                  </a:txBody>
                  <a:tcPr marL="38851" marR="38851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</a:endParaRPr>
                    </a:p>
                  </a:txBody>
                  <a:tcPr marL="38851" marR="38851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037645"/>
                  </a:ext>
                </a:extLst>
              </a:tr>
              <a:tr h="27320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Các phép biến đổi hình thái</a:t>
                      </a:r>
                      <a:r>
                        <a:rPr lang="en-US" sz="1200" dirty="0">
                          <a:effectLst/>
                        </a:rPr>
                        <a:t> (Morphological operations)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Làm bài tập 2: tìm barcode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124867615"/>
                  </a:ext>
                </a:extLst>
              </a:tr>
              <a:tr h="32977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9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Chuyển đổi không gian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vi-VN" sz="1200" dirty="0">
                          <a:effectLst/>
                        </a:rPr>
                        <a:t>– Miền tần số – Phép lọc trên miền tần số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Thông báo liên quan đồ án môn học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Đăng ký thực hiện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474009523"/>
                  </a:ext>
                </a:extLst>
              </a:tr>
              <a:tr h="228493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Xử lý ảnh màu (Color digital image)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Làm bài tập 3: Chuyển đổi mô hình màu và thực hiện phân vùng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939931096"/>
                  </a:ext>
                </a:extLst>
              </a:tr>
              <a:tr h="414315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biến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đổi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(Geometric transformations)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002170594"/>
                  </a:ext>
                </a:extLst>
              </a:tr>
              <a:tr h="25013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12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Nhiễu – Mô hình nhiễu – Khôi phục ảnh (Noise and restoration)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89213664"/>
                  </a:ext>
                </a:extLst>
              </a:tr>
              <a:tr h="21984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13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Nén ảnh (Compression)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835859816"/>
                  </a:ext>
                </a:extLst>
              </a:tr>
              <a:tr h="20715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14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Hướng dẫn thực hiện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Trình bày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384367590"/>
                  </a:ext>
                </a:extLst>
              </a:tr>
              <a:tr h="21984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Hướng dẫn thực hiện đồ án môn học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Tổng kết cuối kỳ</a:t>
                      </a:r>
                      <a:endParaRPr lang="en-US" sz="12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Trình bày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521864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7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677E2-5788-274B-A60B-5AE19A818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Recall</a:t>
            </a:r>
          </a:p>
        </p:txBody>
      </p:sp>
    </p:spTree>
    <p:extLst>
      <p:ext uri="{BB962C8B-B14F-4D97-AF65-F5344CB8AC3E}">
        <p14:creationId xmlns:p14="http://schemas.microsoft.com/office/powerpoint/2010/main" val="648726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6B147F-6C5D-FF49-A1CC-6C1EB0E4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7: Feature extraction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59216-F749-F24D-9648-70DCCF9F1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Edge, Line, Texture</a:t>
            </a:r>
          </a:p>
        </p:txBody>
      </p:sp>
    </p:spTree>
    <p:extLst>
      <p:ext uri="{BB962C8B-B14F-4D97-AF65-F5344CB8AC3E}">
        <p14:creationId xmlns:p14="http://schemas.microsoft.com/office/powerpoint/2010/main" val="72879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1947-1ED5-AF44-AA6E-8DF223AFB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detection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28229-EEB3-4041-909F-3AA6D7771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07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046B9F-2C6D-FD40-990A-2B5345E9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edge?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5A332F-63E9-6C41-B335-36A50010A5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93" t="5890" r="4137" b="48378"/>
          <a:stretch/>
        </p:blipFill>
        <p:spPr>
          <a:xfrm>
            <a:off x="4978674" y="1141944"/>
            <a:ext cx="6297760" cy="50352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C22439-E345-D645-AEB1-D14F08E840A5}"/>
              </a:ext>
            </a:extLst>
          </p:cNvPr>
          <p:cNvSpPr txBox="1"/>
          <p:nvPr/>
        </p:nvSpPr>
        <p:spPr>
          <a:xfrm>
            <a:off x="719328" y="2151888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An edge = a significant local change in the image intensity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7F2EA3-5A14-F34E-BA25-6E54257BC60E}"/>
              </a:ext>
            </a:extLst>
          </p:cNvPr>
          <p:cNvSpPr txBox="1"/>
          <p:nvPr/>
        </p:nvSpPr>
        <p:spPr>
          <a:xfrm>
            <a:off x="926592" y="6177240"/>
            <a:ext cx="3735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Gonzalez </a:t>
            </a:r>
            <a:r>
              <a:rPr lang="en-US" dirty="0" err="1"/>
              <a:t>et.al</a:t>
            </a:r>
            <a:r>
              <a:rPr lang="en-US" dirty="0"/>
              <a:t>., Fig. 10.2</a:t>
            </a:r>
          </a:p>
        </p:txBody>
      </p:sp>
    </p:spTree>
    <p:extLst>
      <p:ext uri="{BB962C8B-B14F-4D97-AF65-F5344CB8AC3E}">
        <p14:creationId xmlns:p14="http://schemas.microsoft.com/office/powerpoint/2010/main" val="1176044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49D3-C839-564A-A62A-E2B3AF6C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Image gradient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C74FC16-4AC8-BF46-AA2A-49A2ABED6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482850"/>
            <a:ext cx="3810000" cy="189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5FBB9E-C7F4-8B47-8BD2-F18BA662F7C1}"/>
              </a:ext>
            </a:extLst>
          </p:cNvPr>
          <p:cNvSpPr/>
          <p:nvPr/>
        </p:nvSpPr>
        <p:spPr>
          <a:xfrm>
            <a:off x="2911692" y="487345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Two types of gradients, with blue arrows to indicate the direction of the gradient. Dark areas indicate higher values</a:t>
            </a:r>
            <a:b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03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C540-981F-0B4B-9E12-B707E081C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E1376-DF55-1B44-9E28-50189DFC6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56" y="1807337"/>
            <a:ext cx="9025128" cy="4105783"/>
          </a:xfrm>
        </p:spPr>
        <p:txBody>
          <a:bodyPr/>
          <a:lstStyle/>
          <a:p>
            <a:r>
              <a:rPr lang="en-US" dirty="0"/>
              <a:t>Gradient of a function indicates </a:t>
            </a:r>
            <a:r>
              <a:rPr lang="en-US" dirty="0">
                <a:solidFill>
                  <a:srgbClr val="0070C0"/>
                </a:solidFill>
              </a:rPr>
              <a:t>how strong the function increases.</a:t>
            </a:r>
          </a:p>
          <a:p>
            <a:pPr lvl="1"/>
            <a:r>
              <a:rPr lang="en-US" dirty="0"/>
              <a:t>For 1-dimension function: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Grad(2)=4 indicates the the increasing direction of the function is to the right.</a:t>
            </a:r>
          </a:p>
          <a:p>
            <a:pPr lvl="1"/>
            <a:r>
              <a:rPr lang="en-US" dirty="0"/>
              <a:t>Grad(-1)=-2 indicates the increasing direction of the function is to the left.</a:t>
            </a:r>
          </a:p>
          <a:p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03C6E34-EF73-1D43-AB61-92EBCE4829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7760" y="2546480"/>
          <a:ext cx="1380998" cy="506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3" imgW="622080" imgH="228600" progId="">
                  <p:embed/>
                </p:oleObj>
              </mc:Choice>
              <mc:Fallback>
                <p:oleObj name="Equation" r:id="rId3" imgW="622080" imgH="228600" progId="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03C6E34-EF73-1D43-AB61-92EBCE4829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760" y="2546480"/>
                        <a:ext cx="1380998" cy="5066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B426E44D-8633-DE40-B3B6-EF811884CB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2993" y="3111502"/>
          <a:ext cx="2560192" cy="774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Equation" r:id="rId5" imgW="1384200" imgH="419040" progId="">
                  <p:embed/>
                </p:oleObj>
              </mc:Choice>
              <mc:Fallback>
                <p:oleObj name="Equation" r:id="rId5" imgW="1384200" imgH="419040" progId="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B426E44D-8633-DE40-B3B6-EF811884CB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993" y="3111502"/>
                        <a:ext cx="2560192" cy="7749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6332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2EAC7-53F8-4249-8274-95B847B01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First-order and second-order derivatives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C016B-AC1D-1C4D-8637-6AE8AE446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68" y="2586800"/>
            <a:ext cx="1852872" cy="5963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E847B0-A47B-9F4D-B173-C703DFD29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4" y="3315435"/>
            <a:ext cx="3164840" cy="758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9483A1-11FA-0942-9B0E-489E6613C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072" y="1414272"/>
            <a:ext cx="4909548" cy="4785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0C1B1C-3D55-E343-82A8-77061CFC4E61}"/>
              </a:ext>
            </a:extLst>
          </p:cNvPr>
          <p:cNvSpPr txBox="1"/>
          <p:nvPr/>
        </p:nvSpPr>
        <p:spPr>
          <a:xfrm>
            <a:off x="5907024" y="6449568"/>
            <a:ext cx="321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Gonzalez, Fig. 3.44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068612-EA68-6446-B6B2-F19D253B08F1}"/>
              </a:ext>
            </a:extLst>
          </p:cNvPr>
          <p:cNvCxnSpPr>
            <a:endCxn id="4" idx="3"/>
          </p:cNvCxnSpPr>
          <p:nvPr/>
        </p:nvCxnSpPr>
        <p:spPr>
          <a:xfrm flipH="1" flipV="1">
            <a:off x="2910840" y="2884964"/>
            <a:ext cx="2659232" cy="699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932362-20A6-5B41-851F-3EDE8324E4C0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 flipV="1">
            <a:off x="3829304" y="3694670"/>
            <a:ext cx="1740768" cy="112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087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9FD6-A4CA-D048-83E8-4DAA485C6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detection using derivatives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F2064-563E-5945-B3E1-A7F40675E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020056" cy="4392295"/>
          </a:xfrm>
        </p:spPr>
        <p:txBody>
          <a:bodyPr/>
          <a:lstStyle/>
          <a:p>
            <a:pPr marL="514350" indent="-514350">
              <a:buAutoNum type="arabicParenBoth"/>
            </a:pPr>
            <a:r>
              <a:rPr lang="en-US" dirty="0"/>
              <a:t>Detecting the </a:t>
            </a:r>
            <a:r>
              <a:rPr lang="en-US" dirty="0">
                <a:solidFill>
                  <a:srgbClr val="0070C0"/>
                </a:solidFill>
              </a:rPr>
              <a:t>local maxima or minima</a:t>
            </a:r>
            <a:r>
              <a:rPr lang="en-US" dirty="0"/>
              <a:t> of the first derivative</a:t>
            </a:r>
          </a:p>
          <a:p>
            <a:pPr marL="514350" indent="-514350">
              <a:buAutoNum type="arabicParenBoth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(2) Detecting the </a:t>
            </a:r>
            <a:r>
              <a:rPr lang="en-US" dirty="0">
                <a:solidFill>
                  <a:srgbClr val="0070C0"/>
                </a:solidFill>
              </a:rPr>
              <a:t>zero-crossings</a:t>
            </a:r>
            <a:r>
              <a:rPr lang="en-US" dirty="0"/>
              <a:t> of the second derivative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A7C75E-E208-6A4B-81BD-EDF9CA8DA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709" y="1744074"/>
            <a:ext cx="2625669" cy="41026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EC964A-0411-AA43-97CE-0B82DACDFCF1}"/>
              </a:ext>
            </a:extLst>
          </p:cNvPr>
          <p:cNvSpPr txBox="1"/>
          <p:nvPr/>
        </p:nvSpPr>
        <p:spPr>
          <a:xfrm>
            <a:off x="7571232" y="6449568"/>
            <a:ext cx="208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MIPAV</a:t>
            </a:r>
          </a:p>
        </p:txBody>
      </p:sp>
    </p:spTree>
    <p:extLst>
      <p:ext uri="{BB962C8B-B14F-4D97-AF65-F5344CB8AC3E}">
        <p14:creationId xmlns:p14="http://schemas.microsoft.com/office/powerpoint/2010/main" val="2837189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295592" y="1690688"/>
            <a:ext cx="8683560" cy="4545520"/>
          </a:xfrm>
        </p:spPr>
        <p:txBody>
          <a:bodyPr/>
          <a:lstStyle/>
          <a:p>
            <a:pPr eaLnBrk="1" hangingPunct="1"/>
            <a:r>
              <a:rPr lang="en-US" sz="2800" dirty="0"/>
              <a:t>Gradient of a 2-dimension function is calculated as follows:</a:t>
            </a:r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The gradient is approximated as follows (first-order derivative) :</a:t>
            </a:r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Gradient of 2D discrete function</a:t>
            </a:r>
          </a:p>
        </p:txBody>
      </p:sp>
      <p:graphicFrame>
        <p:nvGraphicFramePr>
          <p:cNvPr id="819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525963" y="2771776"/>
          <a:ext cx="401955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tion" r:id="rId3" imgW="2197080" imgH="419040" progId="">
                  <p:embed/>
                </p:oleObj>
              </mc:Choice>
              <mc:Fallback>
                <p:oleObj name="Equation" r:id="rId3" imgW="2197080" imgH="419040" progId="">
                  <p:embed/>
                  <p:pic>
                    <p:nvPicPr>
                      <p:cNvPr id="819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2771776"/>
                        <a:ext cx="4019550" cy="76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6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801937" y="4939158"/>
          <a:ext cx="658812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Equation" r:id="rId5" imgW="3797280" imgH="419040" progId="Equation.3">
                  <p:embed/>
                </p:oleObj>
              </mc:Choice>
              <mc:Fallback>
                <p:oleObj name="Equation" r:id="rId5" imgW="3797280" imgH="419040" progId="Equation.3">
                  <p:embed/>
                  <p:pic>
                    <p:nvPicPr>
                      <p:cNvPr id="819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7" y="4939158"/>
                        <a:ext cx="6588125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5442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CE4131-3499-1D44-A3B9-7632B68E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Gradient of 2D image</a:t>
            </a:r>
          </a:p>
        </p:txBody>
      </p:sp>
      <p:sp>
        <p:nvSpPr>
          <p:cNvPr id="5" name="AutoShape 2" descr="\nabla f={\begin{bmatrix}g_{x}\\g_{y}\end{bmatrix}}={\begin{bmatrix}{\frac {\partial f}{\partial x}}\\{\frac {\partial f}{\partial y}}\end{bmatrix}}">
            <a:extLst>
              <a:ext uri="{FF2B5EF4-FFF2-40B4-BE49-F238E27FC236}">
                <a16:creationId xmlns:a16="http://schemas.microsoft.com/office/drawing/2014/main" id="{4132202C-A48C-CB4F-A208-4F8336BB74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1AB20A-E743-BF41-B853-BF0C2320E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213" y="1962948"/>
            <a:ext cx="2620295" cy="11637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EC549B-BA1D-0441-941C-5EE652A34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773" y="3506101"/>
            <a:ext cx="2544564" cy="10017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86D4D6-C56C-A24F-99A0-063816C4B2DF}"/>
              </a:ext>
            </a:extLst>
          </p:cNvPr>
          <p:cNvSpPr txBox="1"/>
          <p:nvPr/>
        </p:nvSpPr>
        <p:spPr>
          <a:xfrm>
            <a:off x="6352104" y="3863205"/>
            <a:ext cx="3424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VN" dirty="0"/>
              <a:t>pproximated by finite differences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7A54AC-99B1-C74D-A80C-B531A5DF787F}"/>
              </a:ext>
            </a:extLst>
          </p:cNvPr>
          <p:cNvSpPr txBox="1"/>
          <p:nvPr/>
        </p:nvSpPr>
        <p:spPr>
          <a:xfrm>
            <a:off x="5297365" y="3059668"/>
            <a:ext cx="1292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convolution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94CE67B-60C7-DD43-8479-D6D81E77F99C}"/>
                  </a:ext>
                </a:extLst>
              </p14:cNvPr>
              <p14:cNvContentPartPr/>
              <p14:nvPr/>
            </p14:nvContentPartPr>
            <p14:xfrm>
              <a:off x="5098128" y="3494034"/>
              <a:ext cx="577080" cy="419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94CE67B-60C7-DD43-8479-D6D81E77F9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89128" y="3485034"/>
                <a:ext cx="594720" cy="43668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247B2BE9-1037-E34C-9827-442398A427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6080" y="5139406"/>
            <a:ext cx="961236" cy="114209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F6D62A1-50F1-B446-9B8E-F158C1A4F078}"/>
              </a:ext>
            </a:extLst>
          </p:cNvPr>
          <p:cNvGrpSpPr/>
          <p:nvPr/>
        </p:nvGrpSpPr>
        <p:grpSpPr>
          <a:xfrm>
            <a:off x="4442208" y="4522554"/>
            <a:ext cx="353160" cy="366480"/>
            <a:chOff x="4442208" y="4522554"/>
            <a:chExt cx="353160" cy="36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C8E5E0C-7DB5-9B40-A775-47EC641DA978}"/>
                    </a:ext>
                  </a:extLst>
                </p14:cNvPr>
                <p14:cNvContentPartPr/>
                <p14:nvPr/>
              </p14:nvContentPartPr>
              <p14:xfrm>
                <a:off x="4509528" y="4559274"/>
                <a:ext cx="50400" cy="249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C8E5E0C-7DB5-9B40-A775-47EC641DA97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00888" y="4550634"/>
                  <a:ext cx="680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5C275D2-456D-E845-AE53-E1F6180003C2}"/>
                    </a:ext>
                  </a:extLst>
                </p14:cNvPr>
                <p14:cNvContentPartPr/>
                <p14:nvPr/>
              </p14:nvContentPartPr>
              <p14:xfrm>
                <a:off x="4627248" y="4522554"/>
                <a:ext cx="5760" cy="268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5C275D2-456D-E845-AE53-E1F6180003C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18608" y="4513554"/>
                  <a:ext cx="234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D08F5DD-EE5D-484E-B50C-7B7D999278D0}"/>
                    </a:ext>
                  </a:extLst>
                </p14:cNvPr>
                <p14:cNvContentPartPr/>
                <p14:nvPr/>
              </p14:nvContentPartPr>
              <p14:xfrm>
                <a:off x="4442208" y="4689594"/>
                <a:ext cx="353160" cy="199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D08F5DD-EE5D-484E-B50C-7B7D999278D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33208" y="4680954"/>
                  <a:ext cx="370800" cy="217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C9E5B5F-E0B2-1F46-946E-1EF62308D93E}"/>
              </a:ext>
            </a:extLst>
          </p:cNvPr>
          <p:cNvSpPr txBox="1"/>
          <p:nvPr/>
        </p:nvSpPr>
        <p:spPr>
          <a:xfrm>
            <a:off x="5140118" y="4680213"/>
            <a:ext cx="241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VN" dirty="0"/>
              <a:t>void shifting of image</a:t>
            </a:r>
          </a:p>
        </p:txBody>
      </p:sp>
    </p:spTree>
    <p:extLst>
      <p:ext uri="{BB962C8B-B14F-4D97-AF65-F5344CB8AC3E}">
        <p14:creationId xmlns:p14="http://schemas.microsoft.com/office/powerpoint/2010/main" val="1098692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Gradient</a:t>
            </a:r>
          </a:p>
        </p:txBody>
      </p:sp>
      <p:sp>
        <p:nvSpPr>
          <p:cNvPr id="922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18032" y="1858964"/>
            <a:ext cx="9129269" cy="474662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The magnitude of gradient indicates the strong of edges:</a:t>
            </a:r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Gradient computation procedure:</a:t>
            </a:r>
          </a:p>
          <a:p>
            <a:pPr lvl="1" eaLnBrk="1" hangingPunct="1"/>
            <a:r>
              <a:rPr lang="en-US" sz="2400" dirty="0"/>
              <a:t>Calculate column gradient</a:t>
            </a:r>
          </a:p>
          <a:p>
            <a:pPr lvl="1" eaLnBrk="1" hangingPunct="1"/>
            <a:r>
              <a:rPr lang="en-US" sz="2400" dirty="0"/>
              <a:t>Calculate row gradient</a:t>
            </a:r>
          </a:p>
          <a:p>
            <a:pPr lvl="1" eaLnBrk="1" hangingPunct="1"/>
            <a:r>
              <a:rPr lang="en-US" sz="2400" dirty="0"/>
              <a:t>Calculate final gradient by the above function</a:t>
            </a:r>
          </a:p>
          <a:p>
            <a:pPr eaLnBrk="1" hangingPunct="1"/>
            <a:endParaRPr lang="en-US" sz="2800" dirty="0"/>
          </a:p>
        </p:txBody>
      </p:sp>
      <p:graphicFrame>
        <p:nvGraphicFramePr>
          <p:cNvPr id="9218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933928"/>
              </p:ext>
            </p:extLst>
          </p:nvPr>
        </p:nvGraphicFramePr>
        <p:xfrm>
          <a:off x="3665631" y="2899568"/>
          <a:ext cx="5143500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3" imgW="2590560" imgH="533160" progId="">
                  <p:embed/>
                </p:oleObj>
              </mc:Choice>
              <mc:Fallback>
                <p:oleObj name="Equation" r:id="rId3" imgW="2590560" imgH="533160" progId="">
                  <p:embed/>
                  <p:pic>
                    <p:nvPicPr>
                      <p:cNvPr id="92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5631" y="2899568"/>
                        <a:ext cx="5143500" cy="105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8254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AD4E1-CF1D-5B4E-B10B-236A47CB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kernels used to compute the gradient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62830E-A0D1-DF48-AA78-01781AF4D0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890" t="6845" r="30313" b="79644"/>
          <a:stretch/>
        </p:blipFill>
        <p:spPr>
          <a:xfrm>
            <a:off x="588265" y="1696784"/>
            <a:ext cx="1749552" cy="1477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4ECE3E-7BA6-464C-BF03-4645F80F23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72" t="20001" r="15906" b="39466"/>
          <a:stretch/>
        </p:blipFill>
        <p:spPr>
          <a:xfrm>
            <a:off x="3375820" y="1627632"/>
            <a:ext cx="3855159" cy="4059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B8D1C8-9655-FD4E-B580-14D03D4AA6C1}"/>
              </a:ext>
            </a:extLst>
          </p:cNvPr>
          <p:cNvSpPr txBox="1"/>
          <p:nvPr/>
        </p:nvSpPr>
        <p:spPr>
          <a:xfrm>
            <a:off x="362325" y="3174183"/>
            <a:ext cx="2508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3x3 region of an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CE596F-2C98-BC40-9F91-3DAA85A3D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747" y="1640191"/>
            <a:ext cx="1393952" cy="5197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E870A7-A7B5-C344-9FC8-AA9A008C7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747" y="2066642"/>
            <a:ext cx="1326134" cy="4223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530ED0-6C62-B341-9D1E-6160F836E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7281" y="2864915"/>
            <a:ext cx="2423401" cy="9343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2E91EC-9EBD-654F-8195-3D5BCF64B8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7281" y="4215483"/>
            <a:ext cx="2474976" cy="105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73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Pixel Difference masks</a:t>
            </a:r>
          </a:p>
        </p:txBody>
      </p:sp>
      <p:graphicFrame>
        <p:nvGraphicFramePr>
          <p:cNvPr id="10242" name="Object 10"/>
          <p:cNvGraphicFramePr>
            <a:graphicFrameLocks noChangeAspect="1"/>
          </p:cNvGraphicFramePr>
          <p:nvPr/>
        </p:nvGraphicFramePr>
        <p:xfrm>
          <a:off x="3430588" y="2881313"/>
          <a:ext cx="1789112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Equation" r:id="rId3" imgW="761760" imgH="711000" progId="">
                  <p:embed/>
                </p:oleObj>
              </mc:Choice>
              <mc:Fallback>
                <p:oleObj name="Equation" r:id="rId3" imgW="761760" imgH="711000" progId="">
                  <p:embed/>
                  <p:pic>
                    <p:nvPicPr>
                      <p:cNvPr id="102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588" y="2881313"/>
                        <a:ext cx="1789112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11"/>
          <p:cNvGraphicFramePr>
            <a:graphicFrameLocks noChangeAspect="1"/>
          </p:cNvGraphicFramePr>
          <p:nvPr/>
        </p:nvGraphicFramePr>
        <p:xfrm>
          <a:off x="7045326" y="2881313"/>
          <a:ext cx="1789113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Equation" r:id="rId5" imgW="761760" imgH="711000" progId="">
                  <p:embed/>
                </p:oleObj>
              </mc:Choice>
              <mc:Fallback>
                <p:oleObj name="Equation" r:id="rId5" imgW="761760" imgH="711000" progId="">
                  <p:embed/>
                  <p:pic>
                    <p:nvPicPr>
                      <p:cNvPr id="102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5326" y="2881313"/>
                        <a:ext cx="1789113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TextBox 11"/>
          <p:cNvSpPr txBox="1">
            <a:spLocks noChangeArrowheads="1"/>
          </p:cNvSpPr>
          <p:nvPr/>
        </p:nvSpPr>
        <p:spPr bwMode="auto">
          <a:xfrm>
            <a:off x="3930650" y="2406650"/>
            <a:ext cx="14526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Column mask</a:t>
            </a:r>
          </a:p>
        </p:txBody>
      </p:sp>
      <p:sp>
        <p:nvSpPr>
          <p:cNvPr id="10250" name="TextBox 12"/>
          <p:cNvSpPr txBox="1">
            <a:spLocks noChangeArrowheads="1"/>
          </p:cNvSpPr>
          <p:nvPr/>
        </p:nvSpPr>
        <p:spPr bwMode="auto">
          <a:xfrm>
            <a:off x="7631114" y="2406650"/>
            <a:ext cx="11328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Row mask</a:t>
            </a:r>
          </a:p>
        </p:txBody>
      </p:sp>
    </p:spTree>
    <p:extLst>
      <p:ext uri="{BB962C8B-B14F-4D97-AF65-F5344CB8AC3E}">
        <p14:creationId xmlns:p14="http://schemas.microsoft.com/office/powerpoint/2010/main" val="3941594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Pixel difference example</a:t>
            </a:r>
          </a:p>
        </p:txBody>
      </p:sp>
      <p:pic>
        <p:nvPicPr>
          <p:cNvPr id="5018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743199"/>
            <a:ext cx="2138363" cy="21383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0183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4308" y="1645920"/>
            <a:ext cx="2075180" cy="20751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0184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7252" y="3956304"/>
            <a:ext cx="2203196" cy="220319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0185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499380" y="2676430"/>
            <a:ext cx="2168620" cy="21686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50186" name="TextBox 13"/>
          <p:cNvSpPr txBox="1">
            <a:spLocks noChangeArrowheads="1"/>
          </p:cNvSpPr>
          <p:nvPr/>
        </p:nvSpPr>
        <p:spPr bwMode="auto">
          <a:xfrm>
            <a:off x="1908748" y="2307098"/>
            <a:ext cx="15452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50187" name="TextBox 14"/>
          <p:cNvSpPr txBox="1">
            <a:spLocks noChangeArrowheads="1"/>
          </p:cNvSpPr>
          <p:nvPr/>
        </p:nvSpPr>
        <p:spPr bwMode="auto">
          <a:xfrm>
            <a:off x="4189811" y="2177164"/>
            <a:ext cx="91082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Column</a:t>
            </a:r>
          </a:p>
          <a:p>
            <a:r>
              <a:rPr lang="en-US" dirty="0"/>
              <a:t>edges</a:t>
            </a:r>
          </a:p>
        </p:txBody>
      </p:sp>
      <p:sp>
        <p:nvSpPr>
          <p:cNvPr id="50188" name="TextBox 16"/>
          <p:cNvSpPr txBox="1">
            <a:spLocks noChangeArrowheads="1"/>
          </p:cNvSpPr>
          <p:nvPr/>
        </p:nvSpPr>
        <p:spPr bwMode="auto">
          <a:xfrm>
            <a:off x="4294951" y="5272216"/>
            <a:ext cx="7341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Row</a:t>
            </a:r>
          </a:p>
          <a:p>
            <a:r>
              <a:rPr lang="en-US" dirty="0"/>
              <a:t>edges</a:t>
            </a:r>
          </a:p>
        </p:txBody>
      </p:sp>
      <p:sp>
        <p:nvSpPr>
          <p:cNvPr id="50189" name="TextBox 17"/>
          <p:cNvSpPr txBox="1">
            <a:spLocks noChangeArrowheads="1"/>
          </p:cNvSpPr>
          <p:nvPr/>
        </p:nvSpPr>
        <p:spPr bwMode="auto">
          <a:xfrm>
            <a:off x="8767763" y="1895475"/>
            <a:ext cx="12311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Final edges</a:t>
            </a:r>
          </a:p>
        </p:txBody>
      </p:sp>
    </p:spTree>
    <p:extLst>
      <p:ext uri="{BB962C8B-B14F-4D97-AF65-F5344CB8AC3E}">
        <p14:creationId xmlns:p14="http://schemas.microsoft.com/office/powerpoint/2010/main" val="2999320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Robert mask</a:t>
            </a:r>
          </a:p>
        </p:txBody>
      </p:sp>
      <p:sp>
        <p:nvSpPr>
          <p:cNvPr id="11269" name="Content Placeholder 2"/>
          <p:cNvSpPr>
            <a:spLocks noGrp="1"/>
          </p:cNvSpPr>
          <p:nvPr>
            <p:ph idx="1"/>
          </p:nvPr>
        </p:nvSpPr>
        <p:spPr>
          <a:xfrm>
            <a:off x="1062039" y="1811337"/>
            <a:ext cx="7772400" cy="754063"/>
          </a:xfrm>
        </p:spPr>
        <p:txBody>
          <a:bodyPr>
            <a:normAutofit fontScale="92500"/>
          </a:bodyPr>
          <a:lstStyle/>
          <a:p>
            <a:r>
              <a:rPr lang="en-US" dirty="0"/>
              <a:t>Roberts masks calculate gradient from two diagonals</a:t>
            </a:r>
          </a:p>
          <a:p>
            <a:endParaRPr lang="en-US" dirty="0"/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3430588" y="3840163"/>
          <a:ext cx="1789112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Equation" r:id="rId3" imgW="761760" imgH="711000" progId="">
                  <p:embed/>
                </p:oleObj>
              </mc:Choice>
              <mc:Fallback>
                <p:oleObj name="Equation" r:id="rId3" imgW="761760" imgH="711000" progId="">
                  <p:embed/>
                  <p:pic>
                    <p:nvPicPr>
                      <p:cNvPr id="112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588" y="3840163"/>
                        <a:ext cx="1789112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7045326" y="3840163"/>
          <a:ext cx="1789113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Equation" r:id="rId5" imgW="761760" imgH="711000" progId="">
                  <p:embed/>
                </p:oleObj>
              </mc:Choice>
              <mc:Fallback>
                <p:oleObj name="Equation" r:id="rId5" imgW="761760" imgH="711000" progId="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5326" y="3840163"/>
                        <a:ext cx="1789113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TextBox 8"/>
          <p:cNvSpPr txBox="1">
            <a:spLocks noChangeArrowheads="1"/>
          </p:cNvSpPr>
          <p:nvPr/>
        </p:nvSpPr>
        <p:spPr bwMode="auto">
          <a:xfrm>
            <a:off x="3930651" y="3365500"/>
            <a:ext cx="9108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Column</a:t>
            </a:r>
          </a:p>
        </p:txBody>
      </p:sp>
      <p:sp>
        <p:nvSpPr>
          <p:cNvPr id="11274" name="TextBox 9"/>
          <p:cNvSpPr txBox="1">
            <a:spLocks noChangeArrowheads="1"/>
          </p:cNvSpPr>
          <p:nvPr/>
        </p:nvSpPr>
        <p:spPr bwMode="auto">
          <a:xfrm>
            <a:off x="7631113" y="3365500"/>
            <a:ext cx="5909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Row</a:t>
            </a:r>
          </a:p>
        </p:txBody>
      </p:sp>
    </p:spTree>
    <p:extLst>
      <p:ext uri="{BB962C8B-B14F-4D97-AF65-F5344CB8AC3E}">
        <p14:creationId xmlns:p14="http://schemas.microsoft.com/office/powerpoint/2010/main" val="1481888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Robert mask example</a:t>
            </a:r>
          </a:p>
        </p:txBody>
      </p:sp>
      <p:sp>
        <p:nvSpPr>
          <p:cNvPr id="51207" name="Footer Placeholder 4"/>
          <p:cNvSpPr txBox="1">
            <a:spLocks/>
          </p:cNvSpPr>
          <p:nvPr/>
        </p:nvSpPr>
        <p:spPr bwMode="auto">
          <a:xfrm>
            <a:off x="9553576" y="6530976"/>
            <a:ext cx="1114425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/>
            <a:endParaRPr lang="en-US" sz="1400"/>
          </a:p>
        </p:txBody>
      </p:sp>
      <p:pic>
        <p:nvPicPr>
          <p:cNvPr id="5120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443163"/>
            <a:ext cx="2088000" cy="2088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51210" name="TextBox 14"/>
          <p:cNvSpPr txBox="1">
            <a:spLocks noChangeArrowheads="1"/>
          </p:cNvSpPr>
          <p:nvPr/>
        </p:nvSpPr>
        <p:spPr bwMode="auto">
          <a:xfrm>
            <a:off x="1867366" y="2049283"/>
            <a:ext cx="15452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51211" name="TextBox 15"/>
          <p:cNvSpPr txBox="1">
            <a:spLocks noChangeArrowheads="1"/>
          </p:cNvSpPr>
          <p:nvPr/>
        </p:nvSpPr>
        <p:spPr bwMode="auto">
          <a:xfrm>
            <a:off x="4087814" y="1457326"/>
            <a:ext cx="91082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Column</a:t>
            </a:r>
          </a:p>
          <a:p>
            <a:r>
              <a:rPr lang="en-US"/>
              <a:t>edges</a:t>
            </a:r>
          </a:p>
        </p:txBody>
      </p:sp>
      <p:sp>
        <p:nvSpPr>
          <p:cNvPr id="51212" name="TextBox 16"/>
          <p:cNvSpPr txBox="1">
            <a:spLocks noChangeArrowheads="1"/>
          </p:cNvSpPr>
          <p:nvPr/>
        </p:nvSpPr>
        <p:spPr bwMode="auto">
          <a:xfrm>
            <a:off x="4176139" y="5168584"/>
            <a:ext cx="7341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Row</a:t>
            </a:r>
          </a:p>
          <a:p>
            <a:r>
              <a:rPr lang="en-US" dirty="0"/>
              <a:t>edges</a:t>
            </a:r>
          </a:p>
        </p:txBody>
      </p:sp>
      <p:sp>
        <p:nvSpPr>
          <p:cNvPr id="51213" name="TextBox 17"/>
          <p:cNvSpPr txBox="1">
            <a:spLocks noChangeArrowheads="1"/>
          </p:cNvSpPr>
          <p:nvPr/>
        </p:nvSpPr>
        <p:spPr bwMode="auto">
          <a:xfrm>
            <a:off x="8658047" y="2000744"/>
            <a:ext cx="12311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Final edges</a:t>
            </a:r>
          </a:p>
        </p:txBody>
      </p:sp>
      <p:pic>
        <p:nvPicPr>
          <p:cNvPr id="512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84652" y="1621769"/>
            <a:ext cx="2088000" cy="2088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121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84652" y="3989059"/>
            <a:ext cx="2088000" cy="2088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121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29600" y="2370138"/>
            <a:ext cx="2088000" cy="2088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454600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Prewitt mask</a:t>
            </a:r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2704021" y="2614867"/>
          <a:ext cx="1998662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3" imgW="850680" imgH="711000" progId="">
                  <p:embed/>
                </p:oleObj>
              </mc:Choice>
              <mc:Fallback>
                <p:oleObj name="Equation" r:id="rId3" imgW="850680" imgH="711000" progId="">
                  <p:embed/>
                  <p:pic>
                    <p:nvPicPr>
                      <p:cNvPr id="122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4021" y="2614867"/>
                        <a:ext cx="1998662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6110797" y="2614867"/>
          <a:ext cx="2416175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5" imgW="1028520" imgH="711000" progId="">
                  <p:embed/>
                </p:oleObj>
              </mc:Choice>
              <mc:Fallback>
                <p:oleObj name="Equation" r:id="rId5" imgW="1028520" imgH="711000" progId="">
                  <p:embed/>
                  <p:pic>
                    <p:nvPicPr>
                      <p:cNvPr id="12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0797" y="2614867"/>
                        <a:ext cx="2416175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Box 8"/>
          <p:cNvSpPr txBox="1">
            <a:spLocks noChangeArrowheads="1"/>
          </p:cNvSpPr>
          <p:nvPr/>
        </p:nvSpPr>
        <p:spPr bwMode="auto">
          <a:xfrm>
            <a:off x="3308859" y="2140204"/>
            <a:ext cx="9108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Column</a:t>
            </a:r>
          </a:p>
        </p:txBody>
      </p:sp>
      <p:sp>
        <p:nvSpPr>
          <p:cNvPr id="12298" name="TextBox 9"/>
          <p:cNvSpPr txBox="1">
            <a:spLocks noChangeArrowheads="1"/>
          </p:cNvSpPr>
          <p:nvPr/>
        </p:nvSpPr>
        <p:spPr bwMode="auto">
          <a:xfrm>
            <a:off x="7009321" y="2140204"/>
            <a:ext cx="5909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Row</a:t>
            </a:r>
          </a:p>
        </p:txBody>
      </p:sp>
    </p:spTree>
    <p:extLst>
      <p:ext uri="{BB962C8B-B14F-4D97-AF65-F5344CB8AC3E}">
        <p14:creationId xmlns:p14="http://schemas.microsoft.com/office/powerpoint/2010/main" val="1596114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Prewitt mask</a:t>
            </a:r>
          </a:p>
        </p:txBody>
      </p:sp>
      <p:sp>
        <p:nvSpPr>
          <p:cNvPr id="52231" name="Footer Placeholder 4"/>
          <p:cNvSpPr txBox="1">
            <a:spLocks/>
          </p:cNvSpPr>
          <p:nvPr/>
        </p:nvSpPr>
        <p:spPr bwMode="auto">
          <a:xfrm>
            <a:off x="9553576" y="6530976"/>
            <a:ext cx="1114425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/>
            <a:endParaRPr lang="en-US" sz="1400"/>
          </a:p>
        </p:txBody>
      </p:sp>
      <p:pic>
        <p:nvPicPr>
          <p:cNvPr id="5223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467547"/>
            <a:ext cx="2196000" cy="2196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52234" name="TextBox 14"/>
          <p:cNvSpPr txBox="1">
            <a:spLocks noChangeArrowheads="1"/>
          </p:cNvSpPr>
          <p:nvPr/>
        </p:nvSpPr>
        <p:spPr bwMode="auto">
          <a:xfrm>
            <a:off x="2189164" y="1858963"/>
            <a:ext cx="15452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Original Image</a:t>
            </a:r>
          </a:p>
        </p:txBody>
      </p:sp>
      <p:sp>
        <p:nvSpPr>
          <p:cNvPr id="52235" name="TextBox 15"/>
          <p:cNvSpPr txBox="1">
            <a:spLocks noChangeArrowheads="1"/>
          </p:cNvSpPr>
          <p:nvPr/>
        </p:nvSpPr>
        <p:spPr bwMode="auto">
          <a:xfrm>
            <a:off x="4087814" y="1457326"/>
            <a:ext cx="7341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Row</a:t>
            </a:r>
          </a:p>
          <a:p>
            <a:r>
              <a:rPr lang="en-US"/>
              <a:t>edges</a:t>
            </a:r>
          </a:p>
        </p:txBody>
      </p:sp>
      <p:sp>
        <p:nvSpPr>
          <p:cNvPr id="52236" name="TextBox 16"/>
          <p:cNvSpPr txBox="1">
            <a:spLocks noChangeArrowheads="1"/>
          </p:cNvSpPr>
          <p:nvPr/>
        </p:nvSpPr>
        <p:spPr bwMode="auto">
          <a:xfrm>
            <a:off x="3965974" y="5656264"/>
            <a:ext cx="91082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Column</a:t>
            </a:r>
          </a:p>
          <a:p>
            <a:r>
              <a:rPr lang="en-US"/>
              <a:t>edges</a:t>
            </a:r>
          </a:p>
        </p:txBody>
      </p:sp>
      <p:sp>
        <p:nvSpPr>
          <p:cNvPr id="52237" name="TextBox 17"/>
          <p:cNvSpPr txBox="1">
            <a:spLocks noChangeArrowheads="1"/>
          </p:cNvSpPr>
          <p:nvPr/>
        </p:nvSpPr>
        <p:spPr bwMode="auto">
          <a:xfrm>
            <a:off x="8767763" y="1895475"/>
            <a:ext cx="12311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Final edges</a:t>
            </a:r>
          </a:p>
        </p:txBody>
      </p:sp>
      <p:pic>
        <p:nvPicPr>
          <p:cNvPr id="522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1" y="1457326"/>
            <a:ext cx="2196000" cy="2196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22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4575" y="3964559"/>
            <a:ext cx="2196000" cy="2196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224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31163" y="2370138"/>
            <a:ext cx="2196000" cy="2196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708486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Sobel mask</a:t>
            </a:r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2602612" y="2328355"/>
          <a:ext cx="2117725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Equation" r:id="rId3" imgW="901440" imgH="711000" progId="">
                  <p:embed/>
                </p:oleObj>
              </mc:Choice>
              <mc:Fallback>
                <p:oleObj name="Equation" r:id="rId3" imgW="901440" imgH="711000" progId="">
                  <p:embed/>
                  <p:pic>
                    <p:nvPicPr>
                      <p:cNvPr id="133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2612" y="2328355"/>
                        <a:ext cx="2117725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6053836" y="2328355"/>
          <a:ext cx="244475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Equation" r:id="rId5" imgW="1041120" imgH="711000" progId="">
                  <p:embed/>
                </p:oleObj>
              </mc:Choice>
              <mc:Fallback>
                <p:oleObj name="Equation" r:id="rId5" imgW="1041120" imgH="711000" progId="">
                  <p:embed/>
                  <p:pic>
                    <p:nvPicPr>
                      <p:cNvPr id="133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836" y="2328355"/>
                        <a:ext cx="2444750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TextBox 8"/>
          <p:cNvSpPr txBox="1">
            <a:spLocks noChangeArrowheads="1"/>
          </p:cNvSpPr>
          <p:nvPr/>
        </p:nvSpPr>
        <p:spPr bwMode="auto">
          <a:xfrm>
            <a:off x="3266187" y="1853692"/>
            <a:ext cx="9108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Column</a:t>
            </a:r>
          </a:p>
        </p:txBody>
      </p:sp>
      <p:sp>
        <p:nvSpPr>
          <p:cNvPr id="13322" name="TextBox 9"/>
          <p:cNvSpPr txBox="1">
            <a:spLocks noChangeArrowheads="1"/>
          </p:cNvSpPr>
          <p:nvPr/>
        </p:nvSpPr>
        <p:spPr bwMode="auto">
          <a:xfrm>
            <a:off x="6966649" y="1853692"/>
            <a:ext cx="5909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Row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559CCCC-AFF4-1649-ABC2-6D904E2AE548}"/>
                  </a:ext>
                </a:extLst>
              </p14:cNvPr>
              <p14:cNvContentPartPr/>
              <p14:nvPr/>
            </p14:nvContentPartPr>
            <p14:xfrm>
              <a:off x="2811023" y="5097211"/>
              <a:ext cx="518040" cy="86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559CCCC-AFF4-1649-ABC2-6D904E2AE54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93023" y="4989571"/>
                <a:ext cx="553680" cy="30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01FA3B68-0D95-E443-A013-BCEB71540D2C}"/>
              </a:ext>
            </a:extLst>
          </p:cNvPr>
          <p:cNvGrpSpPr/>
          <p:nvPr/>
        </p:nvGrpSpPr>
        <p:grpSpPr>
          <a:xfrm>
            <a:off x="2804543" y="5146171"/>
            <a:ext cx="600840" cy="476640"/>
            <a:chOff x="2804543" y="5146171"/>
            <a:chExt cx="600840" cy="4766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D056E3F-BE20-C841-8FD3-08EDEE51D377}"/>
                    </a:ext>
                  </a:extLst>
                </p14:cNvPr>
                <p14:cNvContentPartPr/>
                <p14:nvPr/>
              </p14:nvContentPartPr>
              <p14:xfrm>
                <a:off x="2804543" y="5146171"/>
                <a:ext cx="600840" cy="15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D056E3F-BE20-C841-8FD3-08EDEE51D37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86903" y="5038531"/>
                  <a:ext cx="636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2042E3-CEFB-6940-A7AF-74CDAB135518}"/>
                    </a:ext>
                  </a:extLst>
                </p14:cNvPr>
                <p14:cNvContentPartPr/>
                <p14:nvPr/>
              </p14:nvContentPartPr>
              <p14:xfrm>
                <a:off x="3073103" y="5170651"/>
                <a:ext cx="33840" cy="430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2042E3-CEFB-6940-A7AF-74CDAB13551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55463" y="5063011"/>
                  <a:ext cx="6948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9F6A8F-18BF-F94A-BC56-7DDE3E80FEFC}"/>
                    </a:ext>
                  </a:extLst>
                </p14:cNvPr>
                <p14:cNvContentPartPr/>
                <p14:nvPr/>
              </p14:nvContentPartPr>
              <p14:xfrm>
                <a:off x="2879063" y="5602291"/>
                <a:ext cx="491040" cy="20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9F6A8F-18BF-F94A-BC56-7DDE3E80FEF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61063" y="5494651"/>
                  <a:ext cx="52668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F0CCA47-43E9-0C43-A76F-1A1236BEF754}"/>
              </a:ext>
            </a:extLst>
          </p:cNvPr>
          <p:cNvGrpSpPr/>
          <p:nvPr/>
        </p:nvGrpSpPr>
        <p:grpSpPr>
          <a:xfrm>
            <a:off x="4979303" y="5925211"/>
            <a:ext cx="965880" cy="407520"/>
            <a:chOff x="4979303" y="5925211"/>
            <a:chExt cx="96588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FB7E4F1-40A1-804F-A8DB-87528580CB07}"/>
                    </a:ext>
                  </a:extLst>
                </p14:cNvPr>
                <p14:cNvContentPartPr/>
                <p14:nvPr/>
              </p14:nvContentPartPr>
              <p14:xfrm>
                <a:off x="4979303" y="6134011"/>
                <a:ext cx="191880" cy="198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FB7E4F1-40A1-804F-A8DB-87528580CB0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61663" y="6116011"/>
                  <a:ext cx="2275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A5799DC-A6D3-CE40-8349-6A8216667229}"/>
                    </a:ext>
                  </a:extLst>
                </p14:cNvPr>
                <p14:cNvContentPartPr/>
                <p14:nvPr/>
              </p14:nvContentPartPr>
              <p14:xfrm>
                <a:off x="5216903" y="6162451"/>
                <a:ext cx="152280" cy="167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A5799DC-A6D3-CE40-8349-6A821666722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198903" y="6144811"/>
                  <a:ext cx="187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68A10AA-DF32-164D-9F0B-F87E7E76B39C}"/>
                    </a:ext>
                  </a:extLst>
                </p14:cNvPr>
                <p14:cNvContentPartPr/>
                <p14:nvPr/>
              </p14:nvContentPartPr>
              <p14:xfrm>
                <a:off x="5430743" y="5925211"/>
                <a:ext cx="28440" cy="340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68A10AA-DF32-164D-9F0B-F87E7E76B39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413103" y="5907571"/>
                  <a:ext cx="640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E0750F7-3E2D-8947-BB1E-C59965EF8E7A}"/>
                    </a:ext>
                  </a:extLst>
                </p14:cNvPr>
                <p14:cNvContentPartPr/>
                <p14:nvPr/>
              </p14:nvContentPartPr>
              <p14:xfrm>
                <a:off x="5521103" y="6119611"/>
                <a:ext cx="149760" cy="149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E0750F7-3E2D-8947-BB1E-C59965EF8E7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503463" y="6101611"/>
                  <a:ext cx="1854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5289CA-CBEE-8149-B7F0-D4B47557CEC3}"/>
                    </a:ext>
                  </a:extLst>
                </p14:cNvPr>
                <p14:cNvContentPartPr/>
                <p14:nvPr/>
              </p14:nvContentPartPr>
              <p14:xfrm>
                <a:off x="5725943" y="6111691"/>
                <a:ext cx="219240" cy="148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5289CA-CBEE-8149-B7F0-D4B47557CE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07943" y="6093691"/>
                  <a:ext cx="254880" cy="18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DD871E6-F8FA-8745-84D4-5B8C286E2F9D}"/>
                  </a:ext>
                </a:extLst>
              </p14:cNvPr>
              <p14:cNvContentPartPr/>
              <p14:nvPr/>
            </p14:nvContentPartPr>
            <p14:xfrm>
              <a:off x="4660343" y="6431371"/>
              <a:ext cx="103320" cy="226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DD871E6-F8FA-8745-84D4-5B8C286E2F9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642343" y="6413731"/>
                <a:ext cx="1389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BE8F28D-291D-104C-969C-64AF30C33C62}"/>
                  </a:ext>
                </a:extLst>
              </p14:cNvPr>
              <p14:cNvContentPartPr/>
              <p14:nvPr/>
            </p14:nvContentPartPr>
            <p14:xfrm>
              <a:off x="4678703" y="6733771"/>
              <a:ext cx="120600" cy="140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BE8F28D-291D-104C-969C-64AF30C33C6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661063" y="6716131"/>
                <a:ext cx="156240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5B896354-370D-CD4B-A376-4DF27F2F6B6F}"/>
              </a:ext>
            </a:extLst>
          </p:cNvPr>
          <p:cNvGrpSpPr/>
          <p:nvPr/>
        </p:nvGrpSpPr>
        <p:grpSpPr>
          <a:xfrm>
            <a:off x="5128343" y="6512371"/>
            <a:ext cx="1083600" cy="224640"/>
            <a:chOff x="5128343" y="6512371"/>
            <a:chExt cx="108360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F628B0B-25DE-2049-9C09-6F004CF58E76}"/>
                    </a:ext>
                  </a:extLst>
                </p14:cNvPr>
                <p14:cNvContentPartPr/>
                <p14:nvPr/>
              </p14:nvContentPartPr>
              <p14:xfrm>
                <a:off x="5128343" y="6578611"/>
                <a:ext cx="329400" cy="158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F628B0B-25DE-2049-9C09-6F004CF58E7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110343" y="6560971"/>
                  <a:ext cx="365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D6A13C3-F25B-B14A-AB93-95ED6D9A63B1}"/>
                    </a:ext>
                  </a:extLst>
                </p14:cNvPr>
                <p14:cNvContentPartPr/>
                <p14:nvPr/>
              </p14:nvContentPartPr>
              <p14:xfrm>
                <a:off x="5564663" y="6578611"/>
                <a:ext cx="6120" cy="125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D6A13C3-F25B-B14A-AB93-95ED6D9A63B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547023" y="6560611"/>
                  <a:ext cx="417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8C4712-51B3-F94F-9248-44A4D17BC699}"/>
                    </a:ext>
                  </a:extLst>
                </p14:cNvPr>
                <p14:cNvContentPartPr/>
                <p14:nvPr/>
              </p14:nvContentPartPr>
              <p14:xfrm>
                <a:off x="5522183" y="6549091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8C4712-51B3-F94F-9248-44A4D17BC69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504543" y="653109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9063813-D14A-C943-BC64-1FED01291DD0}"/>
                    </a:ext>
                  </a:extLst>
                </p14:cNvPr>
                <p14:cNvContentPartPr/>
                <p14:nvPr/>
              </p14:nvContentPartPr>
              <p14:xfrm>
                <a:off x="5641343" y="6512371"/>
                <a:ext cx="570600" cy="168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9063813-D14A-C943-BC64-1FED01291DD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623703" y="6494731"/>
                  <a:ext cx="60624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3196DA6-6D7F-224E-ABAB-362E772EE660}"/>
              </a:ext>
            </a:extLst>
          </p:cNvPr>
          <p:cNvGrpSpPr/>
          <p:nvPr/>
        </p:nvGrpSpPr>
        <p:grpSpPr>
          <a:xfrm>
            <a:off x="6890543" y="6005491"/>
            <a:ext cx="1611360" cy="710640"/>
            <a:chOff x="6890543" y="6005491"/>
            <a:chExt cx="1611360" cy="71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3E55698-1D8C-3B4C-A63C-D60710EE5FE4}"/>
                    </a:ext>
                  </a:extLst>
                </p14:cNvPr>
                <p14:cNvContentPartPr/>
                <p14:nvPr/>
              </p14:nvContentPartPr>
              <p14:xfrm>
                <a:off x="6890543" y="6310051"/>
                <a:ext cx="11880" cy="406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3E55698-1D8C-3B4C-A63C-D60710EE5FE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72903" y="6292051"/>
                  <a:ext cx="4752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33D03A3-3A0F-CF4B-9CC9-AA9FFF814CAE}"/>
                    </a:ext>
                  </a:extLst>
                </p14:cNvPr>
                <p14:cNvContentPartPr/>
                <p14:nvPr/>
              </p14:nvContentPartPr>
              <p14:xfrm>
                <a:off x="6901703" y="6292411"/>
                <a:ext cx="164520" cy="143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33D03A3-3A0F-CF4B-9CC9-AA9FFF814CA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883703" y="6274771"/>
                  <a:ext cx="200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FDBE9D0-F264-4C40-B4A4-F61D6089E6FF}"/>
                    </a:ext>
                  </a:extLst>
                </p14:cNvPr>
                <p14:cNvContentPartPr/>
                <p14:nvPr/>
              </p14:nvContentPartPr>
              <p14:xfrm>
                <a:off x="7188623" y="6299971"/>
                <a:ext cx="118440" cy="11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FDBE9D0-F264-4C40-B4A4-F61D6089E6F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170983" y="6281971"/>
                  <a:ext cx="1540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7D3311-B967-6346-8E49-297D54529F85}"/>
                    </a:ext>
                  </a:extLst>
                </p14:cNvPr>
                <p14:cNvContentPartPr/>
                <p14:nvPr/>
              </p14:nvContentPartPr>
              <p14:xfrm>
                <a:off x="7333343" y="6111331"/>
                <a:ext cx="116640" cy="327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7D3311-B967-6346-8E49-297D54529F8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315343" y="6093331"/>
                  <a:ext cx="1522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00EBB73-CC20-E64E-A7D9-22101C120438}"/>
                    </a:ext>
                  </a:extLst>
                </p14:cNvPr>
                <p14:cNvContentPartPr/>
                <p14:nvPr/>
              </p14:nvContentPartPr>
              <p14:xfrm>
                <a:off x="7557263" y="6005491"/>
                <a:ext cx="124200" cy="453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00EBB73-CC20-E64E-A7D9-22101C12043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539263" y="5987851"/>
                  <a:ext cx="15984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9355CDF-250B-7E41-91FC-81DA61FDF492}"/>
                    </a:ext>
                  </a:extLst>
                </p14:cNvPr>
                <p14:cNvContentPartPr/>
                <p14:nvPr/>
              </p14:nvContentPartPr>
              <p14:xfrm>
                <a:off x="7771823" y="6292771"/>
                <a:ext cx="29520" cy="97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9355CDF-250B-7E41-91FC-81DA61FDF49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753823" y="6274771"/>
                  <a:ext cx="65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657EF3F-6722-024A-AD89-EF7D267646BD}"/>
                    </a:ext>
                  </a:extLst>
                </p14:cNvPr>
                <p14:cNvContentPartPr/>
                <p14:nvPr/>
              </p14:nvContentPartPr>
              <p14:xfrm>
                <a:off x="7812143" y="6134011"/>
                <a:ext cx="1800" cy="23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657EF3F-6722-024A-AD89-EF7D267646B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794143" y="6116371"/>
                  <a:ext cx="37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A767E14-7FC9-9241-A6E6-44ED897684F4}"/>
                    </a:ext>
                  </a:extLst>
                </p14:cNvPr>
                <p14:cNvContentPartPr/>
                <p14:nvPr/>
              </p14:nvContentPartPr>
              <p14:xfrm>
                <a:off x="7912943" y="6222931"/>
                <a:ext cx="185400" cy="13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A767E14-7FC9-9241-A6E6-44ED897684F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894943" y="6205291"/>
                  <a:ext cx="2210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CDD3018-4972-8242-8660-4AFDA8658AA9}"/>
                    </a:ext>
                  </a:extLst>
                </p14:cNvPr>
                <p14:cNvContentPartPr/>
                <p14:nvPr/>
              </p14:nvContentPartPr>
              <p14:xfrm>
                <a:off x="8068103" y="6181891"/>
                <a:ext cx="433800" cy="492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CDD3018-4972-8242-8660-4AFDA8658AA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050463" y="6163891"/>
                  <a:ext cx="469440" cy="52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5711795-E08C-4E40-BA18-FA9218E86A06}"/>
              </a:ext>
            </a:extLst>
          </p:cNvPr>
          <p:cNvGrpSpPr/>
          <p:nvPr/>
        </p:nvGrpSpPr>
        <p:grpSpPr>
          <a:xfrm>
            <a:off x="491183" y="5530291"/>
            <a:ext cx="1645920" cy="448920"/>
            <a:chOff x="491183" y="5530291"/>
            <a:chExt cx="1645920" cy="4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F424DEC-FBB5-9D48-8797-D9558FE1E96B}"/>
                    </a:ext>
                  </a:extLst>
                </p14:cNvPr>
                <p14:cNvContentPartPr/>
                <p14:nvPr/>
              </p14:nvContentPartPr>
              <p14:xfrm>
                <a:off x="491183" y="5733691"/>
                <a:ext cx="1389600" cy="174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F424DEC-FBB5-9D48-8797-D9558FE1E96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3183" y="5716051"/>
                  <a:ext cx="14252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5D925C3-5786-3A4E-8C16-2E6772D27A41}"/>
                    </a:ext>
                  </a:extLst>
                </p14:cNvPr>
                <p14:cNvContentPartPr/>
                <p14:nvPr/>
              </p14:nvContentPartPr>
              <p14:xfrm>
                <a:off x="1651103" y="5530291"/>
                <a:ext cx="486000" cy="448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5D925C3-5786-3A4E-8C16-2E6772D27A4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633463" y="5512291"/>
                  <a:ext cx="521640" cy="48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0C03713-167C-C643-B70C-3200C4481393}"/>
              </a:ext>
            </a:extLst>
          </p:cNvPr>
          <p:cNvGrpSpPr/>
          <p:nvPr/>
        </p:nvGrpSpPr>
        <p:grpSpPr>
          <a:xfrm>
            <a:off x="9305423" y="5483851"/>
            <a:ext cx="1707120" cy="772560"/>
            <a:chOff x="9305423" y="5483851"/>
            <a:chExt cx="1707120" cy="77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A891C72-2A9F-9E4D-B688-24E175C162C8}"/>
                    </a:ext>
                  </a:extLst>
                </p14:cNvPr>
                <p14:cNvContentPartPr/>
                <p14:nvPr/>
              </p14:nvContentPartPr>
              <p14:xfrm>
                <a:off x="9305423" y="5682571"/>
                <a:ext cx="558000" cy="573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A891C72-2A9F-9E4D-B688-24E175C162C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287423" y="5664571"/>
                  <a:ext cx="59364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CE29C19-400E-6A4A-AC87-8E23856D371E}"/>
                    </a:ext>
                  </a:extLst>
                </p14:cNvPr>
                <p14:cNvContentPartPr/>
                <p14:nvPr/>
              </p14:nvContentPartPr>
              <p14:xfrm>
                <a:off x="9643103" y="6029971"/>
                <a:ext cx="259560" cy="74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CE29C19-400E-6A4A-AC87-8E23856D371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25463" y="6012331"/>
                  <a:ext cx="295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7C38EF1-45B1-BD4C-9AD3-3A9E52EA4128}"/>
                    </a:ext>
                  </a:extLst>
                </p14:cNvPr>
                <p14:cNvContentPartPr/>
                <p14:nvPr/>
              </p14:nvContentPartPr>
              <p14:xfrm>
                <a:off x="9919223" y="5561251"/>
                <a:ext cx="949320" cy="533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7C38EF1-45B1-BD4C-9AD3-3A9E52EA412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01583" y="5543611"/>
                  <a:ext cx="98496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5A74C89-86E3-CE4A-9C58-A9192B80812B}"/>
                    </a:ext>
                  </a:extLst>
                </p14:cNvPr>
                <p14:cNvContentPartPr/>
                <p14:nvPr/>
              </p14:nvContentPartPr>
              <p14:xfrm>
                <a:off x="10850903" y="5483851"/>
                <a:ext cx="161640" cy="413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5A74C89-86E3-CE4A-9C58-A9192B80812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833263" y="5465851"/>
                  <a:ext cx="1972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C1585B9-C5C0-4B42-BD39-8D1ED1971557}"/>
                    </a:ext>
                  </a:extLst>
                </p14:cNvPr>
                <p14:cNvContentPartPr/>
                <p14:nvPr/>
              </p14:nvContentPartPr>
              <p14:xfrm>
                <a:off x="10814903" y="5674291"/>
                <a:ext cx="183600" cy="52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C1585B9-C5C0-4B42-BD39-8D1ED197155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797263" y="5656651"/>
                  <a:ext cx="219240" cy="8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77AB2FF-238E-FB4D-900A-FF6109163AF7}"/>
                  </a:ext>
                </a:extLst>
              </p14:cNvPr>
              <p14:cNvContentPartPr/>
              <p14:nvPr/>
            </p14:nvContentPartPr>
            <p14:xfrm>
              <a:off x="6382943" y="5657371"/>
              <a:ext cx="208800" cy="3092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77AB2FF-238E-FB4D-900A-FF6109163AF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365303" y="5639371"/>
                <a:ext cx="244440" cy="34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A6D4228B-ED37-1648-96AE-C802592CC646}"/>
              </a:ext>
            </a:extLst>
          </p:cNvPr>
          <p:cNvGrpSpPr/>
          <p:nvPr/>
        </p:nvGrpSpPr>
        <p:grpSpPr>
          <a:xfrm>
            <a:off x="5532623" y="4132411"/>
            <a:ext cx="3006720" cy="1474560"/>
            <a:chOff x="5532623" y="4132411"/>
            <a:chExt cx="3006720" cy="147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54D1480-BE7A-9144-A6AE-C02A5214653B}"/>
                    </a:ext>
                  </a:extLst>
                </p14:cNvPr>
                <p14:cNvContentPartPr/>
                <p14:nvPr/>
              </p14:nvContentPartPr>
              <p14:xfrm>
                <a:off x="6796943" y="4807411"/>
                <a:ext cx="761760" cy="17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54D1480-BE7A-9144-A6AE-C02A5214653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779303" y="4789411"/>
                  <a:ext cx="7974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3CF3DF0-54BF-1946-8922-A62DF9FF241D}"/>
                    </a:ext>
                  </a:extLst>
                </p14:cNvPr>
                <p14:cNvContentPartPr/>
                <p14:nvPr/>
              </p14:nvContentPartPr>
              <p14:xfrm>
                <a:off x="7246223" y="4859971"/>
                <a:ext cx="32400" cy="489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3CF3DF0-54BF-1946-8922-A62DF9FF241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228223" y="4841971"/>
                  <a:ext cx="6804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A168C2-05B9-F040-8E98-10E087DC1653}"/>
                    </a:ext>
                  </a:extLst>
                </p14:cNvPr>
                <p14:cNvContentPartPr/>
                <p14:nvPr/>
              </p14:nvContentPartPr>
              <p14:xfrm>
                <a:off x="6797303" y="5360011"/>
                <a:ext cx="596520" cy="86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A168C2-05B9-F040-8E98-10E087DC165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79663" y="5342371"/>
                  <a:ext cx="632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A4D4F5D-CC7D-4546-8C5A-D35FCFD8A8B1}"/>
                    </a:ext>
                  </a:extLst>
                </p14:cNvPr>
                <p14:cNvContentPartPr/>
                <p14:nvPr/>
              </p14:nvContentPartPr>
              <p14:xfrm>
                <a:off x="7780103" y="4522291"/>
                <a:ext cx="63000" cy="249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A4D4F5D-CC7D-4546-8C5A-D35FCFD8A8B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762463" y="4504291"/>
                  <a:ext cx="986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519C8C-FA4B-0548-A9A7-100F531B9DF2}"/>
                    </a:ext>
                  </a:extLst>
                </p14:cNvPr>
                <p14:cNvContentPartPr/>
                <p14:nvPr/>
              </p14:nvContentPartPr>
              <p14:xfrm>
                <a:off x="5532623" y="5187571"/>
                <a:ext cx="743400" cy="64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519C8C-FA4B-0548-A9A7-100F531B9DF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514983" y="5169931"/>
                  <a:ext cx="779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9141C05-32B2-2F4F-B5F9-5C153D0421FA}"/>
                    </a:ext>
                  </a:extLst>
                </p14:cNvPr>
                <p14:cNvContentPartPr/>
                <p14:nvPr/>
              </p14:nvContentPartPr>
              <p14:xfrm>
                <a:off x="5784983" y="5432011"/>
                <a:ext cx="532440" cy="86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9141C05-32B2-2F4F-B5F9-5C153D0421F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767343" y="5414011"/>
                  <a:ext cx="568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736440B-0DC9-044F-AE43-6AF9D8D0CC1F}"/>
                    </a:ext>
                  </a:extLst>
                </p14:cNvPr>
                <p14:cNvContentPartPr/>
                <p14:nvPr/>
              </p14:nvContentPartPr>
              <p14:xfrm>
                <a:off x="5725943" y="4132411"/>
                <a:ext cx="389160" cy="680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736440B-0DC9-044F-AE43-6AF9D8D0CC1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707943" y="4114411"/>
                  <a:ext cx="42480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6E81D79-10A7-A148-BFFD-7055A809912E}"/>
                    </a:ext>
                  </a:extLst>
                </p14:cNvPr>
                <p14:cNvContentPartPr/>
                <p14:nvPr/>
              </p14:nvContentPartPr>
              <p14:xfrm>
                <a:off x="6008183" y="4934851"/>
                <a:ext cx="16920" cy="55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6E81D79-10A7-A148-BFFD-7055A809912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990183" y="4916851"/>
                  <a:ext cx="52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1EB32BE-43F7-E147-BB80-E9A57273248D}"/>
                    </a:ext>
                  </a:extLst>
                </p14:cNvPr>
                <p14:cNvContentPartPr/>
                <p14:nvPr/>
              </p14:nvContentPartPr>
              <p14:xfrm>
                <a:off x="6547103" y="4171291"/>
                <a:ext cx="1992240" cy="1435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1EB32BE-43F7-E147-BB80-E9A57273248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529463" y="4153651"/>
                  <a:ext cx="2027880" cy="147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13" name="Group 13312">
            <a:extLst>
              <a:ext uri="{FF2B5EF4-FFF2-40B4-BE49-F238E27FC236}">
                <a16:creationId xmlns:a16="http://schemas.microsoft.com/office/drawing/2014/main" id="{A3A6FAD5-E14F-154B-A83F-68DCF915C290}"/>
              </a:ext>
            </a:extLst>
          </p:cNvPr>
          <p:cNvGrpSpPr/>
          <p:nvPr/>
        </p:nvGrpSpPr>
        <p:grpSpPr>
          <a:xfrm>
            <a:off x="2526983" y="4256611"/>
            <a:ext cx="2101680" cy="2030760"/>
            <a:chOff x="2526983" y="4256611"/>
            <a:chExt cx="2101680" cy="203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222DF79-9629-494C-9349-15E0441BBFCF}"/>
                    </a:ext>
                  </a:extLst>
                </p14:cNvPr>
                <p14:cNvContentPartPr/>
                <p14:nvPr/>
              </p14:nvContentPartPr>
              <p14:xfrm>
                <a:off x="2799143" y="5149051"/>
                <a:ext cx="521640" cy="29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222DF79-9629-494C-9349-15E0441BBFC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781503" y="5131051"/>
                  <a:ext cx="557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4090E54-8BB7-6347-8054-50EEAF03AEC7}"/>
                    </a:ext>
                  </a:extLst>
                </p14:cNvPr>
                <p14:cNvContentPartPr/>
                <p14:nvPr/>
              </p14:nvContentPartPr>
              <p14:xfrm>
                <a:off x="3115223" y="5216731"/>
                <a:ext cx="37080" cy="392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4090E54-8BB7-6347-8054-50EEAF03AEC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097583" y="5199091"/>
                  <a:ext cx="7272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2369CD2-2EFE-7546-9DE5-22C46FFA4285}"/>
                    </a:ext>
                  </a:extLst>
                </p14:cNvPr>
                <p14:cNvContentPartPr/>
                <p14:nvPr/>
              </p14:nvContentPartPr>
              <p14:xfrm>
                <a:off x="2876903" y="5645851"/>
                <a:ext cx="495720" cy="33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2369CD2-2EFE-7546-9DE5-22C46FFA428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859263" y="5627851"/>
                  <a:ext cx="531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F835DCB-7BE6-5243-B875-834A543222E0}"/>
                    </a:ext>
                  </a:extLst>
                </p14:cNvPr>
                <p14:cNvContentPartPr/>
                <p14:nvPr/>
              </p14:nvContentPartPr>
              <p14:xfrm>
                <a:off x="3526703" y="5343451"/>
                <a:ext cx="347760" cy="231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F835DCB-7BE6-5243-B875-834A543222E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08703" y="5325451"/>
                  <a:ext cx="3834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7E9AF80-D515-374D-BBAB-0EE4D800C66B}"/>
                    </a:ext>
                  </a:extLst>
                </p14:cNvPr>
                <p14:cNvContentPartPr/>
                <p14:nvPr/>
              </p14:nvContentPartPr>
              <p14:xfrm>
                <a:off x="4289543" y="5060131"/>
                <a:ext cx="132840" cy="671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7E9AF80-D515-374D-BBAB-0EE4D800C66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271543" y="5042491"/>
                  <a:ext cx="16848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1F32CD8-A4B8-3B42-8024-29F5368FFB9D}"/>
                    </a:ext>
                  </a:extLst>
                </p14:cNvPr>
                <p14:cNvContentPartPr/>
                <p14:nvPr/>
              </p14:nvContentPartPr>
              <p14:xfrm>
                <a:off x="4171463" y="5471251"/>
                <a:ext cx="457200" cy="133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1F32CD8-A4B8-3B42-8024-29F5368FFB9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153823" y="5453611"/>
                  <a:ext cx="4928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3201A1E-B927-144A-9114-F0F7ED6302B8}"/>
                    </a:ext>
                  </a:extLst>
                </p14:cNvPr>
                <p14:cNvContentPartPr/>
                <p14:nvPr/>
              </p14:nvContentPartPr>
              <p14:xfrm>
                <a:off x="4258223" y="4256611"/>
                <a:ext cx="219240" cy="515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3201A1E-B927-144A-9114-F0F7ED6302B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240223" y="4238611"/>
                  <a:ext cx="25488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49F2E4-E633-8349-977D-307747A11964}"/>
                    </a:ext>
                  </a:extLst>
                </p14:cNvPr>
                <p14:cNvContentPartPr/>
                <p14:nvPr/>
              </p14:nvContentPartPr>
              <p14:xfrm>
                <a:off x="3088583" y="4282891"/>
                <a:ext cx="176760" cy="624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49F2E4-E633-8349-977D-307747A1196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070583" y="4265251"/>
                  <a:ext cx="21240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3312" name="Ink 13311">
                  <a:extLst>
                    <a:ext uri="{FF2B5EF4-FFF2-40B4-BE49-F238E27FC236}">
                      <a16:creationId xmlns:a16="http://schemas.microsoft.com/office/drawing/2014/main" id="{EE9470C8-A4A7-2649-8EA4-3C3E1D9191B6}"/>
                    </a:ext>
                  </a:extLst>
                </p14:cNvPr>
                <p14:cNvContentPartPr/>
                <p14:nvPr/>
              </p14:nvContentPartPr>
              <p14:xfrm>
                <a:off x="2526983" y="4839811"/>
                <a:ext cx="1243080" cy="1447560"/>
              </p14:xfrm>
            </p:contentPart>
          </mc:Choice>
          <mc:Fallback xmlns="">
            <p:pic>
              <p:nvPicPr>
                <p:cNvPr id="13312" name="Ink 13311">
                  <a:extLst>
                    <a:ext uri="{FF2B5EF4-FFF2-40B4-BE49-F238E27FC236}">
                      <a16:creationId xmlns:a16="http://schemas.microsoft.com/office/drawing/2014/main" id="{EE9470C8-A4A7-2649-8EA4-3C3E1D9191B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509343" y="4822171"/>
                  <a:ext cx="1278720" cy="148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59249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Sobel filter example</a:t>
            </a:r>
          </a:p>
        </p:txBody>
      </p:sp>
      <p:sp>
        <p:nvSpPr>
          <p:cNvPr id="53255" name="Footer Placeholder 4"/>
          <p:cNvSpPr txBox="1">
            <a:spLocks/>
          </p:cNvSpPr>
          <p:nvPr/>
        </p:nvSpPr>
        <p:spPr bwMode="auto">
          <a:xfrm>
            <a:off x="9553576" y="6530976"/>
            <a:ext cx="1114425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/>
            <a:endParaRPr lang="en-US" sz="1400"/>
          </a:p>
        </p:txBody>
      </p:sp>
      <p:pic>
        <p:nvPicPr>
          <p:cNvPr id="5325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6608" y="2735771"/>
            <a:ext cx="2145792" cy="214579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53258" name="TextBox 14"/>
          <p:cNvSpPr txBox="1">
            <a:spLocks noChangeArrowheads="1"/>
          </p:cNvSpPr>
          <p:nvPr/>
        </p:nvSpPr>
        <p:spPr bwMode="auto">
          <a:xfrm>
            <a:off x="2189164" y="1858963"/>
            <a:ext cx="15452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Original Image</a:t>
            </a:r>
          </a:p>
        </p:txBody>
      </p:sp>
      <p:sp>
        <p:nvSpPr>
          <p:cNvPr id="53259" name="TextBox 15"/>
          <p:cNvSpPr txBox="1">
            <a:spLocks noChangeArrowheads="1"/>
          </p:cNvSpPr>
          <p:nvPr/>
        </p:nvSpPr>
        <p:spPr bwMode="auto">
          <a:xfrm>
            <a:off x="4169984" y="1992051"/>
            <a:ext cx="9108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Column</a:t>
            </a:r>
          </a:p>
        </p:txBody>
      </p:sp>
      <p:sp>
        <p:nvSpPr>
          <p:cNvPr id="53260" name="TextBox 16"/>
          <p:cNvSpPr txBox="1">
            <a:spLocks noChangeArrowheads="1"/>
          </p:cNvSpPr>
          <p:nvPr/>
        </p:nvSpPr>
        <p:spPr bwMode="auto">
          <a:xfrm>
            <a:off x="4267574" y="4961319"/>
            <a:ext cx="5909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Row</a:t>
            </a:r>
          </a:p>
        </p:txBody>
      </p:sp>
      <p:sp>
        <p:nvSpPr>
          <p:cNvPr id="53261" name="TextBox 17"/>
          <p:cNvSpPr txBox="1">
            <a:spLocks noChangeArrowheads="1"/>
          </p:cNvSpPr>
          <p:nvPr/>
        </p:nvSpPr>
        <p:spPr bwMode="auto">
          <a:xfrm>
            <a:off x="8767763" y="1895475"/>
            <a:ext cx="13928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Combination</a:t>
            </a:r>
          </a:p>
        </p:txBody>
      </p:sp>
      <p:pic>
        <p:nvPicPr>
          <p:cNvPr id="532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7967" y="1977231"/>
            <a:ext cx="2046288" cy="20462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32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51437" y="4419600"/>
            <a:ext cx="2141538" cy="21415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326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22208" y="2662746"/>
            <a:ext cx="2145792" cy="214579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677827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74DC-B7ED-9F4F-BC2B-D888A9D70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Laplace 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9D046-00B1-1A49-B12F-3149B2099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Laplace edge in a continuous domain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a discrete domain, Laplace edge is approximated by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BD2A164-44EE-4F47-981D-32603CE493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7456" y="2511891"/>
          <a:ext cx="3706368" cy="804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r:id="rId3" imgW="51206400" imgH="11112500" progId="">
                  <p:embed/>
                </p:oleObj>
              </mc:Choice>
              <mc:Fallback>
                <p:oleObj r:id="rId3" imgW="51206400" imgH="11112500" progId="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BD2A164-44EE-4F47-981D-32603CE493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67456" y="2511891"/>
                        <a:ext cx="3706368" cy="804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588D3CE7-6637-E745-8714-B6B101A565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3680" y="4126858"/>
          <a:ext cx="6008117" cy="1630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name="Equation" r:id="rId5" imgW="3276360" imgH="888840" progId="">
                  <p:embed/>
                </p:oleObj>
              </mc:Choice>
              <mc:Fallback>
                <p:oleObj name="Equation" r:id="rId5" imgW="3276360" imgH="888840" progId="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588D3CE7-6637-E745-8714-B6B101A565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680" y="4126858"/>
                        <a:ext cx="6008117" cy="16308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5777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3A597-B386-AD49-AA14-D9B77E79D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Laplace mask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A3132EEF-2C53-234F-9699-275380C5125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157729" y="1969056"/>
          <a:ext cx="4574986" cy="3285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3" imgW="1981080" imgH="1422360" progId="">
                  <p:embed/>
                </p:oleObj>
              </mc:Choice>
              <mc:Fallback>
                <p:oleObj name="Equation" r:id="rId3" imgW="1981080" imgH="1422360" progId="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A3132EEF-2C53-234F-9699-275380C512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7729" y="1969056"/>
                        <a:ext cx="4574986" cy="32855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7256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01BFF-0178-6F40-BDB1-05FB6B81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Laplace filter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03497C3-F233-8943-8226-8F92CCBCD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9875" y="2443163"/>
            <a:ext cx="2438400" cy="2438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8A329A73-F452-5543-B271-FF8251214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73938" y="2443163"/>
            <a:ext cx="2438400" cy="2438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382789F3-1C1A-654A-9E86-460CD925F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026" y="1858963"/>
            <a:ext cx="165109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Original image I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32AC27F2-7E3E-3A4D-A1AA-39187762F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076" y="1895475"/>
            <a:ext cx="7136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|I*H|</a:t>
            </a:r>
          </a:p>
        </p:txBody>
      </p:sp>
      <p:sp>
        <p:nvSpPr>
          <p:cNvPr id="8" name="Right Arrow 10">
            <a:extLst>
              <a:ext uri="{FF2B5EF4-FFF2-40B4-BE49-F238E27FC236}">
                <a16:creationId xmlns:a16="http://schemas.microsoft.com/office/drawing/2014/main" id="{81E1CA65-42F1-3740-A5BB-DE1151B52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825" y="3538539"/>
            <a:ext cx="1423988" cy="219075"/>
          </a:xfrm>
          <a:prstGeom prst="rightArrow">
            <a:avLst>
              <a:gd name="adj1" fmla="val 50000"/>
              <a:gd name="adj2" fmla="val 50014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18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8ABB-9767-B04B-849E-FC6B6FA9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Highboost</a:t>
            </a:r>
            <a:r>
              <a:rPr lang="en-US" dirty="0"/>
              <a:t> filtering with Laplace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1600F-FF36-7640-A4EA-98F2CB77B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Overall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Laplace mask</a:t>
            </a:r>
          </a:p>
          <a:p>
            <a:endParaRPr lang="en-US" dirty="0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E1E4B151-EA25-F04A-8C13-B2DBE63B20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4521" y="2157286"/>
          <a:ext cx="4284663" cy="178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Equation" r:id="rId3" imgW="2311200" imgH="965160" progId="">
                  <p:embed/>
                </p:oleObj>
              </mc:Choice>
              <mc:Fallback>
                <p:oleObj name="Equation" r:id="rId3" imgW="2311200" imgH="965160" progId="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E1E4B151-EA25-F04A-8C13-B2DBE63B20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4521" y="2157286"/>
                        <a:ext cx="4284663" cy="178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C65F1D9D-19EB-E145-8915-6499D91960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438" y="4468368"/>
          <a:ext cx="8662987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Equation" r:id="rId5" imgW="4673520" imgH="736560" progId="">
                  <p:embed/>
                </p:oleObj>
              </mc:Choice>
              <mc:Fallback>
                <p:oleObj name="Equation" r:id="rId5" imgW="4673520" imgH="736560" progId="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C65F1D9D-19EB-E145-8915-6499D91960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438" y="4468368"/>
                        <a:ext cx="8662987" cy="1365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6045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D5D92-6B03-6240-8FB0-662BBB99F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Highboost</a:t>
            </a:r>
            <a:r>
              <a:rPr lang="en-US" dirty="0"/>
              <a:t> filter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149A642-DE18-ED47-9B43-F744AFDF7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9413" y="2479675"/>
            <a:ext cx="2438400" cy="2438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8F88A33D-5B9C-D94A-8DEF-95957C2BA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67675" y="2479675"/>
            <a:ext cx="2438400" cy="2438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F9659F3-CE61-F34D-A38E-90F1CC8AE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91088" y="2479675"/>
            <a:ext cx="2438400" cy="2438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47FC0830-ABF4-C24C-8695-88F5C4F6C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1" y="1931988"/>
            <a:ext cx="15452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Original Image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4746BF56-882E-BE4D-9AF2-D218D7361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850" y="1931988"/>
            <a:ext cx="6896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c=0.5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B58702CD-C37E-C24C-AF71-47F1C762B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3976" y="1931988"/>
            <a:ext cx="5148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c=1</a:t>
            </a:r>
          </a:p>
        </p:txBody>
      </p:sp>
    </p:spTree>
    <p:extLst>
      <p:ext uri="{BB962C8B-B14F-4D97-AF65-F5344CB8AC3E}">
        <p14:creationId xmlns:p14="http://schemas.microsoft.com/office/powerpoint/2010/main" val="2731574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36115-DF3B-AA43-AA5A-57A2C47CF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comparison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29D1D928-0E2E-5840-80B5-E34B5EE08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5756" y="1822990"/>
            <a:ext cx="2168620" cy="21686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F9578B-ED14-6C46-82BF-455DE48A9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1257" y="1822990"/>
            <a:ext cx="2168620" cy="21686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01D56728-319C-2741-816B-FBC2465F6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61402" y="1822990"/>
            <a:ext cx="2196000" cy="2196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18A07DE0-E19C-1B48-9142-A169A9C3D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65756" y="4407694"/>
            <a:ext cx="2196000" cy="2196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50493A2D-08D6-E242-A9BB-28D55AC9A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11257" y="4407694"/>
            <a:ext cx="2196000" cy="2196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62A63D-6872-B74E-868D-F0A92F84C317}"/>
              </a:ext>
            </a:extLst>
          </p:cNvPr>
          <p:cNvSpPr txBox="1"/>
          <p:nvPr/>
        </p:nvSpPr>
        <p:spPr>
          <a:xfrm>
            <a:off x="1719072" y="1457254"/>
            <a:ext cx="162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Pixel difference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C9292-52BC-EE40-9240-DCA42DF248B3}"/>
              </a:ext>
            </a:extLst>
          </p:cNvPr>
          <p:cNvSpPr txBox="1"/>
          <p:nvPr/>
        </p:nvSpPr>
        <p:spPr>
          <a:xfrm>
            <a:off x="4224528" y="1457254"/>
            <a:ext cx="821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Robert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82AA05-0FEC-7345-AAD0-7DC28505C224}"/>
              </a:ext>
            </a:extLst>
          </p:cNvPr>
          <p:cNvSpPr txBox="1"/>
          <p:nvPr/>
        </p:nvSpPr>
        <p:spPr>
          <a:xfrm>
            <a:off x="6606096" y="1457254"/>
            <a:ext cx="863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Prewitt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3701B4-1F3D-E143-8780-B248A277DD5A}"/>
              </a:ext>
            </a:extLst>
          </p:cNvPr>
          <p:cNvSpPr txBox="1"/>
          <p:nvPr/>
        </p:nvSpPr>
        <p:spPr>
          <a:xfrm>
            <a:off x="1664208" y="4038362"/>
            <a:ext cx="702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Sobel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77F391-2931-E049-B738-12E1AC8101A1}"/>
              </a:ext>
            </a:extLst>
          </p:cNvPr>
          <p:cNvSpPr txBox="1"/>
          <p:nvPr/>
        </p:nvSpPr>
        <p:spPr>
          <a:xfrm>
            <a:off x="4224528" y="4096512"/>
            <a:ext cx="891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Laplace</a:t>
            </a:r>
          </a:p>
        </p:txBody>
      </p:sp>
    </p:spTree>
    <p:extLst>
      <p:ext uri="{BB962C8B-B14F-4D97-AF65-F5344CB8AC3E}">
        <p14:creationId xmlns:p14="http://schemas.microsoft.com/office/powerpoint/2010/main" val="4234032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DE0AD7-1176-644D-B954-2AF5388D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advanced edge detection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EEB08-A2F1-6947-ACE2-B87E794BC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605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F4F794-A6ED-1244-B937-333376C8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Laplacian of a Gaussian (</a:t>
            </a:r>
            <a:r>
              <a:rPr lang="en-US" dirty="0" err="1"/>
              <a:t>LoG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(Marr-</a:t>
            </a:r>
            <a:r>
              <a:rPr lang="en-US" dirty="0" err="1"/>
              <a:t>Hildreth</a:t>
            </a:r>
            <a:r>
              <a:rPr lang="en-US" dirty="0"/>
              <a:t> algorithm)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283FD-CA03-7F44-85BE-AB6AA0A3B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edge detection should:</a:t>
            </a:r>
          </a:p>
          <a:p>
            <a:pPr lvl="1"/>
            <a:r>
              <a:rPr lang="en-US" dirty="0"/>
              <a:t>Be a differential operator capable of computing a digital approximation of the first or second derivative at every point in the image</a:t>
            </a:r>
          </a:p>
          <a:p>
            <a:pPr lvl="1"/>
            <a:r>
              <a:rPr lang="en-US" dirty="0"/>
              <a:t>Be capable of being “tuned” to act at any desired scale, so that large operators can be used to detect blurry edges and small operators to detect sharply focused fine detail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3797CA-5A5A-054E-9162-A4919D939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4223165"/>
            <a:ext cx="6260592" cy="155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674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314B-BEBE-F64C-973C-00DA4326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LoG</a:t>
            </a:r>
            <a:r>
              <a:rPr lang="en-US" dirty="0"/>
              <a:t> gradient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2B2EF-A258-9948-AA58-59A6206C8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328" y="2011680"/>
            <a:ext cx="2835656" cy="28356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E94F48-0828-4948-8714-F4B2AD51DDAB}"/>
              </a:ext>
            </a:extLst>
          </p:cNvPr>
          <p:cNvSpPr txBox="1"/>
          <p:nvPr/>
        </p:nvSpPr>
        <p:spPr>
          <a:xfrm>
            <a:off x="1420368" y="1642348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5D7849-B674-6041-BC7E-6FDBFF48F12A}"/>
              </a:ext>
            </a:extLst>
          </p:cNvPr>
          <p:cNvSpPr txBox="1"/>
          <p:nvPr/>
        </p:nvSpPr>
        <p:spPr>
          <a:xfrm>
            <a:off x="6699504" y="1581388"/>
            <a:ext cx="1049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LoG</a:t>
            </a:r>
            <a:r>
              <a:rPr lang="en-US" dirty="0"/>
              <a:t> filter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C53D45-C6FD-DB45-A818-F892F0B7E2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22" t="6978" r="17047" b="14550"/>
          <a:stretch/>
        </p:blipFill>
        <p:spPr>
          <a:xfrm>
            <a:off x="5890282" y="2011680"/>
            <a:ext cx="2816635" cy="283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816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88B44-A6F4-4940-83B9-72243EEC8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LoG</a:t>
            </a:r>
            <a:r>
              <a:rPr lang="en-US" dirty="0"/>
              <a:t> edge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EC6C7-F13A-494F-B0B2-6A1730793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ED39E8-2CCB-8242-8FFE-2E329631F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043" y="2281605"/>
            <a:ext cx="5226698" cy="13015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0BA2AD-101C-024D-8BF4-89A501AEE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29" y="3614044"/>
            <a:ext cx="3516629" cy="27171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D95012-CD4B-F740-BEE6-249107E49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43" y="4161819"/>
            <a:ext cx="2514600" cy="1866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4CFE7D7-2082-DA40-AE27-29F2348671DD}"/>
                  </a:ext>
                </a:extLst>
              </p14:cNvPr>
              <p14:cNvContentPartPr/>
              <p14:nvPr/>
            </p14:nvContentPartPr>
            <p14:xfrm>
              <a:off x="3145935" y="3505750"/>
              <a:ext cx="3336120" cy="1174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4CFE7D7-2082-DA40-AE27-29F2348671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36935" y="3497110"/>
                <a:ext cx="3353760" cy="11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D7ADC58-FC5A-FF4D-97EF-63A64A1720D1}"/>
                  </a:ext>
                </a:extLst>
              </p14:cNvPr>
              <p14:cNvContentPartPr/>
              <p14:nvPr/>
            </p14:nvContentPartPr>
            <p14:xfrm>
              <a:off x="8276295" y="2864950"/>
              <a:ext cx="358200" cy="47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D7ADC58-FC5A-FF4D-97EF-63A64A1720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67295" y="2855950"/>
                <a:ext cx="375840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27751EA-B9C1-A340-934D-D48D78DCF3B2}"/>
                  </a:ext>
                </a:extLst>
              </p14:cNvPr>
              <p14:cNvContentPartPr/>
              <p14:nvPr/>
            </p14:nvContentPartPr>
            <p14:xfrm>
              <a:off x="8757255" y="3165910"/>
              <a:ext cx="39312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27751EA-B9C1-A340-934D-D48D78DCF3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48255" y="3157270"/>
                <a:ext cx="410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8B3E8BE-A404-D245-B6BE-A35F8E0B7664}"/>
                  </a:ext>
                </a:extLst>
              </p14:cNvPr>
              <p14:cNvContentPartPr/>
              <p14:nvPr/>
            </p14:nvContentPartPr>
            <p14:xfrm>
              <a:off x="8809095" y="3316750"/>
              <a:ext cx="301320" cy="12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8B3E8BE-A404-D245-B6BE-A35F8E0B766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00455" y="3308110"/>
                <a:ext cx="31896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61D8D47F-DDEC-D94C-98D2-CC8B15971C51}"/>
              </a:ext>
            </a:extLst>
          </p:cNvPr>
          <p:cNvGrpSpPr/>
          <p:nvPr/>
        </p:nvGrpSpPr>
        <p:grpSpPr>
          <a:xfrm>
            <a:off x="9353055" y="2776030"/>
            <a:ext cx="703440" cy="478440"/>
            <a:chOff x="9353055" y="2776030"/>
            <a:chExt cx="703440" cy="4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0598B95-6CBE-CD45-8C35-1E6E75FD632B}"/>
                    </a:ext>
                  </a:extLst>
                </p14:cNvPr>
                <p14:cNvContentPartPr/>
                <p14:nvPr/>
              </p14:nvContentPartPr>
              <p14:xfrm>
                <a:off x="9353055" y="2776030"/>
                <a:ext cx="123480" cy="414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598B95-6CBE-CD45-8C35-1E6E75FD632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44415" y="2767030"/>
                  <a:ext cx="14112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2FBC80-E295-C542-8598-8326EFAB1353}"/>
                    </a:ext>
                  </a:extLst>
                </p14:cNvPr>
                <p14:cNvContentPartPr/>
                <p14:nvPr/>
              </p14:nvContentPartPr>
              <p14:xfrm>
                <a:off x="9657255" y="3253390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2FBC80-E295-C542-8598-8326EFAB135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648615" y="32443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4838B92-1A27-7F46-AE89-41FA5DC585E9}"/>
                    </a:ext>
                  </a:extLst>
                </p14:cNvPr>
                <p14:cNvContentPartPr/>
                <p14:nvPr/>
              </p14:nvContentPartPr>
              <p14:xfrm>
                <a:off x="9782895" y="2813110"/>
                <a:ext cx="273600" cy="309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4838B92-1A27-7F46-AE89-41FA5DC585E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773895" y="2804470"/>
                  <a:ext cx="2912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EB3A517-4902-2642-99D2-4C62B4428D76}"/>
                    </a:ext>
                  </a:extLst>
                </p14:cNvPr>
                <p14:cNvContentPartPr/>
                <p14:nvPr/>
              </p14:nvContentPartPr>
              <p14:xfrm>
                <a:off x="9926175" y="3028750"/>
                <a:ext cx="360" cy="225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EB3A517-4902-2642-99D2-4C62B4428D7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917535" y="3019750"/>
                  <a:ext cx="18000" cy="243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126030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9C633-2FD6-6348-AE81-29D9A4AC5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LoG</a:t>
            </a:r>
            <a:r>
              <a:rPr lang="en-US" dirty="0"/>
              <a:t> edge detection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CABB5-4E37-C64C-B294-AAB3CECC51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8" t="7248" r="16700" b="14518"/>
          <a:stretch/>
        </p:blipFill>
        <p:spPr>
          <a:xfrm>
            <a:off x="8071104" y="2363216"/>
            <a:ext cx="2578608" cy="25664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216AAC-026E-D143-BEBE-2DA2423FC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52" y="2371344"/>
            <a:ext cx="2558288" cy="25582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AEB15D-2E72-D542-97DE-07BF76DF3E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922" t="6978" r="17047" b="14550"/>
          <a:stretch/>
        </p:blipFill>
        <p:spPr>
          <a:xfrm>
            <a:off x="4425554" y="2363216"/>
            <a:ext cx="2549201" cy="25664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5AEBEF-C711-A142-8587-3014D6A098BD}"/>
              </a:ext>
            </a:extLst>
          </p:cNvPr>
          <p:cNvSpPr txBox="1"/>
          <p:nvPr/>
        </p:nvSpPr>
        <p:spPr>
          <a:xfrm>
            <a:off x="1458123" y="1953736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E2FA9-9707-3B43-9291-67F703A28D8F}"/>
              </a:ext>
            </a:extLst>
          </p:cNvPr>
          <p:cNvSpPr txBox="1"/>
          <p:nvPr/>
        </p:nvSpPr>
        <p:spPr>
          <a:xfrm>
            <a:off x="5175459" y="1953736"/>
            <a:ext cx="1283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LoG</a:t>
            </a:r>
            <a:r>
              <a:rPr lang="en-US" dirty="0"/>
              <a:t> filtered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E38F73-8371-0C4A-B1FC-253B9A5AE29A}"/>
              </a:ext>
            </a:extLst>
          </p:cNvPr>
          <p:cNvSpPr txBox="1"/>
          <p:nvPr/>
        </p:nvSpPr>
        <p:spPr>
          <a:xfrm>
            <a:off x="8790387" y="1993884"/>
            <a:ext cx="1062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LoG</a:t>
            </a:r>
            <a:r>
              <a:rPr lang="en-US" dirty="0"/>
              <a:t> edge</a:t>
            </a:r>
          </a:p>
        </p:txBody>
      </p:sp>
    </p:spTree>
    <p:extLst>
      <p:ext uri="{BB962C8B-B14F-4D97-AF65-F5344CB8AC3E}">
        <p14:creationId xmlns:p14="http://schemas.microsoft.com/office/powerpoint/2010/main" val="2566238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495A6-DA30-4242-940F-96C1A2DF8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Canny edge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6C135-FE28-DC48-B20D-56CD7A242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Smooth the input image with a Gaussian filter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gradient magnitude and angle images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</a:t>
            </a:r>
            <a:r>
              <a:rPr lang="en-US" dirty="0" err="1"/>
              <a:t>nonmaxima</a:t>
            </a:r>
            <a:r>
              <a:rPr lang="en-US" dirty="0"/>
              <a:t> suppression to the gradient magnitude image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double thresholding and connectivity analysis to detect and link edges</a:t>
            </a:r>
          </a:p>
        </p:txBody>
      </p:sp>
    </p:spTree>
    <p:extLst>
      <p:ext uri="{BB962C8B-B14F-4D97-AF65-F5344CB8AC3E}">
        <p14:creationId xmlns:p14="http://schemas.microsoft.com/office/powerpoint/2010/main" val="3128102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7E3B2-9EF2-9B4A-BC77-45291C7F4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Canny edge detection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23772-85A9-F445-A198-F768C570D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514" y="2017133"/>
            <a:ext cx="3327400" cy="1066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0C71C4-E167-8547-B0FB-9B91FE65C88A}"/>
              </a:ext>
            </a:extLst>
          </p:cNvPr>
          <p:cNvSpPr txBox="1"/>
          <p:nvPr/>
        </p:nvSpPr>
        <p:spPr>
          <a:xfrm>
            <a:off x="838200" y="1456301"/>
            <a:ext cx="3532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Smooth with 5x5 Gaussian kernel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B9299-D511-7B40-B745-C2372D7D790F}"/>
              </a:ext>
            </a:extLst>
          </p:cNvPr>
          <p:cNvSpPr txBox="1"/>
          <p:nvPr/>
        </p:nvSpPr>
        <p:spPr>
          <a:xfrm>
            <a:off x="838200" y="2017133"/>
            <a:ext cx="2996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Gradient with Sobel kernels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898BDD-73CF-064C-B2B7-8B726A19427A}"/>
              </a:ext>
            </a:extLst>
          </p:cNvPr>
          <p:cNvSpPr txBox="1"/>
          <p:nvPr/>
        </p:nvSpPr>
        <p:spPr>
          <a:xfrm>
            <a:off x="846664" y="3571613"/>
            <a:ext cx="2987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Non-maximum suppression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077BEF-D666-464E-94B3-EC5CCCD3C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308" y="3107341"/>
            <a:ext cx="4002664" cy="17611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0C310C-7DE1-F240-8A3F-38AFDCA65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5024544"/>
            <a:ext cx="2583180" cy="1509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7D558B-F8D7-5A4F-9E79-ADC318772289}"/>
              </a:ext>
            </a:extLst>
          </p:cNvPr>
          <p:cNvSpPr txBox="1"/>
          <p:nvPr/>
        </p:nvSpPr>
        <p:spPr>
          <a:xfrm>
            <a:off x="1021080" y="5510141"/>
            <a:ext cx="163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 Thresholding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0238B-5C3C-1141-B626-D9B3A20BD14B}"/>
              </a:ext>
            </a:extLst>
          </p:cNvPr>
          <p:cNvSpPr txBox="1"/>
          <p:nvPr/>
        </p:nvSpPr>
        <p:spPr>
          <a:xfrm>
            <a:off x="1760734" y="6551800"/>
            <a:ext cx="7128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5"/>
              </a:rPr>
              <a:t>https://towardsdatascience.com/canny-edge-detection-step-by-step-in-python-computer-vision-b49c3a2d8123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5586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90F5CC-188F-3142-B352-ED856AD75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Canny edge detection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C7F35F-9B1B-9A42-9C19-42D83F680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328" y="2011680"/>
            <a:ext cx="2835656" cy="28356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2C4A2E-E3B4-3D48-8C92-B541362658EB}"/>
              </a:ext>
            </a:extLst>
          </p:cNvPr>
          <p:cNvSpPr txBox="1"/>
          <p:nvPr/>
        </p:nvSpPr>
        <p:spPr>
          <a:xfrm>
            <a:off x="1420368" y="1642348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0D6AC-6EE4-E54E-A76C-0F5D2776B6B7}"/>
              </a:ext>
            </a:extLst>
          </p:cNvPr>
          <p:cNvSpPr txBox="1"/>
          <p:nvPr/>
        </p:nvSpPr>
        <p:spPr>
          <a:xfrm>
            <a:off x="6699504" y="1581388"/>
            <a:ext cx="762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Canny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40E34C-ECB6-F742-8FCD-69B309D492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01" t="14933" r="16901" b="22667"/>
          <a:stretch/>
        </p:blipFill>
        <p:spPr>
          <a:xfrm>
            <a:off x="6528413" y="2011680"/>
            <a:ext cx="2827578" cy="283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850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06DEC-DA76-1647-82A5-522EDFEE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detection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3998F-3CB8-CE4F-A176-DE9458457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Hough transform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701047-2CEC-E943-B356-E9894FEB59C0}"/>
                  </a:ext>
                </a:extLst>
              </p14:cNvPr>
              <p14:cNvContentPartPr/>
              <p14:nvPr/>
            </p14:nvContentPartPr>
            <p14:xfrm>
              <a:off x="911303" y="4939531"/>
              <a:ext cx="2161440" cy="89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701047-2CEC-E943-B356-E9894FEB59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3303" y="4831531"/>
                <a:ext cx="2197080" cy="30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877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83805E-B2DF-A249-8E09-F9A38EEA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 fitting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22B1C-5980-D946-9CBB-8D8082776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1193"/>
          </a:xfrm>
        </p:spPr>
        <p:txBody>
          <a:bodyPr/>
          <a:lstStyle/>
          <a:p>
            <a:r>
              <a:rPr lang="en-US" dirty="0"/>
              <a:t>Many objects characterized by presence of straight lines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D408A6-2A44-C54B-A623-6D0ABEB60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045" y="2429561"/>
            <a:ext cx="8163887" cy="37426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EFF9E84-9839-864E-9202-0C279F990F9E}"/>
                  </a:ext>
                </a:extLst>
              </p14:cNvPr>
              <p14:cNvContentPartPr/>
              <p14:nvPr/>
            </p14:nvContentPartPr>
            <p14:xfrm>
              <a:off x="3189140" y="3410060"/>
              <a:ext cx="62280" cy="48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EFF9E84-9839-864E-9202-0C279F990F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1500" y="3392420"/>
                <a:ext cx="9792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A4EDE3C-96D9-FC41-8935-F0E48B8EF8D0}"/>
                  </a:ext>
                </a:extLst>
              </p14:cNvPr>
              <p14:cNvContentPartPr/>
              <p14:nvPr/>
            </p14:nvContentPartPr>
            <p14:xfrm>
              <a:off x="2569549" y="4323804"/>
              <a:ext cx="1939680" cy="223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A4EDE3C-96D9-FC41-8935-F0E48B8EF8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5229" y="4319484"/>
                <a:ext cx="19483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B388546-704B-0747-97A5-6E0133CB239F}"/>
                  </a:ext>
                </a:extLst>
              </p14:cNvPr>
              <p14:cNvContentPartPr/>
              <p14:nvPr/>
            </p14:nvContentPartPr>
            <p14:xfrm>
              <a:off x="7334149" y="1695084"/>
              <a:ext cx="2321280" cy="7542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B388546-704B-0747-97A5-6E0133CB239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29829" y="1690764"/>
                <a:ext cx="2329920" cy="76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FF5613C8-478F-3A40-8D9B-3F11F5DB3DB5}"/>
              </a:ext>
            </a:extLst>
          </p:cNvPr>
          <p:cNvGrpSpPr/>
          <p:nvPr/>
        </p:nvGrpSpPr>
        <p:grpSpPr>
          <a:xfrm>
            <a:off x="2381269" y="2437044"/>
            <a:ext cx="1332031" cy="1923416"/>
            <a:chOff x="2381269" y="2437044"/>
            <a:chExt cx="1332031" cy="192341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5F69369-074A-F148-9A00-4C52E9DDE2FE}"/>
                    </a:ext>
                  </a:extLst>
                </p14:cNvPr>
                <p14:cNvContentPartPr/>
                <p14:nvPr/>
              </p14:nvContentPartPr>
              <p14:xfrm>
                <a:off x="3229100" y="2978420"/>
                <a:ext cx="484200" cy="566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5F69369-074A-F148-9A00-4C52E9DDE2F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24780" y="2974100"/>
                  <a:ext cx="49284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84A09A1-BF89-F349-9638-060C87387197}"/>
                    </a:ext>
                  </a:extLst>
                </p14:cNvPr>
                <p14:cNvContentPartPr/>
                <p14:nvPr/>
              </p14:nvContentPartPr>
              <p14:xfrm>
                <a:off x="3675860" y="3547580"/>
                <a:ext cx="23040" cy="812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84A09A1-BF89-F349-9638-060C8738719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71540" y="3543260"/>
                  <a:ext cx="31680" cy="8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80541EA-2603-4C40-8DE4-BD8FC765E7CB}"/>
                    </a:ext>
                  </a:extLst>
                </p14:cNvPr>
                <p14:cNvContentPartPr/>
                <p14:nvPr/>
              </p14:nvContentPartPr>
              <p14:xfrm>
                <a:off x="2381269" y="2979924"/>
                <a:ext cx="511200" cy="826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80541EA-2603-4C40-8DE4-BD8FC765E7C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76949" y="2975604"/>
                  <a:ext cx="519840" cy="8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6219F48-D0B3-6F43-9C6E-7632F56578AC}"/>
                    </a:ext>
                  </a:extLst>
                </p14:cNvPr>
                <p14:cNvContentPartPr/>
                <p14:nvPr/>
              </p14:nvContentPartPr>
              <p14:xfrm>
                <a:off x="2542909" y="3044004"/>
                <a:ext cx="234720" cy="91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6219F48-D0B3-6F43-9C6E-7632F56578A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38589" y="3039684"/>
                  <a:ext cx="2433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53E0D7B-B4CD-5149-8869-465A68882DCE}"/>
                    </a:ext>
                  </a:extLst>
                </p14:cNvPr>
                <p14:cNvContentPartPr/>
                <p14:nvPr/>
              </p14:nvContentPartPr>
              <p14:xfrm>
                <a:off x="2711389" y="3073164"/>
                <a:ext cx="75960" cy="9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53E0D7B-B4CD-5149-8869-465A68882DC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707069" y="3068844"/>
                  <a:ext cx="84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9E7F1D-C1E9-7B48-9D8F-12DD3C55C7CB}"/>
                    </a:ext>
                  </a:extLst>
                </p14:cNvPr>
                <p14:cNvContentPartPr/>
                <p14:nvPr/>
              </p14:nvContentPartPr>
              <p14:xfrm>
                <a:off x="2798869" y="3131484"/>
                <a:ext cx="262440" cy="34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9E7F1D-C1E9-7B48-9D8F-12DD3C55C7C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94549" y="3127164"/>
                  <a:ext cx="2710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4A77359-BC51-194D-81EC-985777349360}"/>
                    </a:ext>
                  </a:extLst>
                </p14:cNvPr>
                <p14:cNvContentPartPr/>
                <p14:nvPr/>
              </p14:nvContentPartPr>
              <p14:xfrm>
                <a:off x="2894989" y="2786604"/>
                <a:ext cx="125640" cy="93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4A77359-BC51-194D-81EC-98577734936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90669" y="2782284"/>
                  <a:ext cx="134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690AAB3-6B60-7446-930E-16138B0EC733}"/>
                    </a:ext>
                  </a:extLst>
                </p14:cNvPr>
                <p14:cNvContentPartPr/>
                <p14:nvPr/>
              </p14:nvContentPartPr>
              <p14:xfrm>
                <a:off x="2733349" y="2707044"/>
                <a:ext cx="60120" cy="223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690AAB3-6B60-7446-930E-16138B0EC73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29029" y="2702724"/>
                  <a:ext cx="687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2BE81B0-21A2-6A43-A5AA-C5F59615A313}"/>
                    </a:ext>
                  </a:extLst>
                </p14:cNvPr>
                <p14:cNvContentPartPr/>
                <p14:nvPr/>
              </p14:nvContentPartPr>
              <p14:xfrm>
                <a:off x="2602309" y="2693724"/>
                <a:ext cx="279720" cy="273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2BE81B0-21A2-6A43-A5AA-C5F59615A31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97989" y="2689404"/>
                  <a:ext cx="2883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E834002-D9D7-804E-A5A6-F42E201C5B54}"/>
                    </a:ext>
                  </a:extLst>
                </p14:cNvPr>
                <p14:cNvContentPartPr/>
                <p14:nvPr/>
              </p14:nvContentPartPr>
              <p14:xfrm>
                <a:off x="2850349" y="2800644"/>
                <a:ext cx="360" cy="1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E834002-D9D7-804E-A5A6-F42E201C5B5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46029" y="2796324"/>
                  <a:ext cx="900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FF3078-8A98-494F-AB85-A2D6846FEF38}"/>
                    </a:ext>
                  </a:extLst>
                </p14:cNvPr>
                <p14:cNvContentPartPr/>
                <p14:nvPr/>
              </p14:nvContentPartPr>
              <p14:xfrm>
                <a:off x="2671069" y="2705604"/>
                <a:ext cx="43920" cy="236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4FF3078-8A98-494F-AB85-A2D6846FEF3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66749" y="2701284"/>
                  <a:ext cx="525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F69D1C-44E4-3446-B8C1-476D99C1814E}"/>
                    </a:ext>
                  </a:extLst>
                </p14:cNvPr>
                <p14:cNvContentPartPr/>
                <p14:nvPr/>
              </p14:nvContentPartPr>
              <p14:xfrm>
                <a:off x="3031429" y="2437044"/>
                <a:ext cx="178200" cy="201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9F69D1C-44E4-3446-B8C1-476D99C1814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027109" y="2432724"/>
                  <a:ext cx="186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584D7E8-6716-CF44-805F-9CE13A20BD70}"/>
                    </a:ext>
                  </a:extLst>
                </p14:cNvPr>
                <p14:cNvContentPartPr/>
                <p14:nvPr/>
              </p14:nvContentPartPr>
              <p14:xfrm>
                <a:off x="3204589" y="2493924"/>
                <a:ext cx="4320" cy="30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584D7E8-6716-CF44-805F-9CE13A20BD7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00269" y="2489604"/>
                  <a:ext cx="12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AE4D49A-B79B-254E-A2B9-11B91DFCA081}"/>
                    </a:ext>
                  </a:extLst>
                </p14:cNvPr>
                <p14:cNvContentPartPr/>
                <p14:nvPr/>
              </p14:nvContentPartPr>
              <p14:xfrm>
                <a:off x="3270829" y="2520564"/>
                <a:ext cx="210240" cy="110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AE4D49A-B79B-254E-A2B9-11B91DFCA0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66509" y="2516244"/>
                  <a:ext cx="218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EE8EC6-555E-A645-9048-65F016DF8132}"/>
                    </a:ext>
                  </a:extLst>
                </p14:cNvPr>
                <p14:cNvContentPartPr/>
                <p14:nvPr/>
              </p14:nvContentPartPr>
              <p14:xfrm>
                <a:off x="3052669" y="2449284"/>
                <a:ext cx="486360" cy="75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EE8EC6-555E-A645-9048-65F016DF813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48349" y="2444964"/>
                  <a:ext cx="495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230F54C-D71F-CB46-BDFD-17031E326F8B}"/>
                    </a:ext>
                  </a:extLst>
                </p14:cNvPr>
                <p14:cNvContentPartPr/>
                <p14:nvPr/>
              </p14:nvContentPartPr>
              <p14:xfrm>
                <a:off x="3087589" y="2776524"/>
                <a:ext cx="131040" cy="87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230F54C-D71F-CB46-BDFD-17031E326F8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83269" y="2772204"/>
                  <a:ext cx="1396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1F0695E-0960-464D-BDD9-A0510FBB1A0E}"/>
                    </a:ext>
                  </a:extLst>
                </p14:cNvPr>
                <p14:cNvContentPartPr/>
                <p14:nvPr/>
              </p14:nvContentPartPr>
              <p14:xfrm>
                <a:off x="3219349" y="2635044"/>
                <a:ext cx="74160" cy="227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1F0695E-0960-464D-BDD9-A0510FBB1A0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215029" y="2630724"/>
                  <a:ext cx="828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4BE0D22-7A43-AD4D-A7DE-0F0E6C448568}"/>
                    </a:ext>
                  </a:extLst>
                </p14:cNvPr>
                <p14:cNvContentPartPr/>
                <p14:nvPr/>
              </p14:nvContentPartPr>
              <p14:xfrm>
                <a:off x="3311149" y="2735844"/>
                <a:ext cx="252360" cy="175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4BE0D22-7A43-AD4D-A7DE-0F0E6C44856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306829" y="2731524"/>
                  <a:ext cx="26100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299F28C-0CF8-5949-97EA-1DABF06EC13D}"/>
                  </a:ext>
                </a:extLst>
              </p14:cNvPr>
              <p14:cNvContentPartPr/>
              <p14:nvPr/>
            </p14:nvContentPartPr>
            <p14:xfrm>
              <a:off x="2595469" y="4336764"/>
              <a:ext cx="1899000" cy="158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299F28C-0CF8-5949-97EA-1DABF06EC13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591149" y="4332444"/>
                <a:ext cx="19076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121FBA8-0A73-BF42-8CB5-CCDC877939B9}"/>
                  </a:ext>
                </a:extLst>
              </p14:cNvPr>
              <p14:cNvContentPartPr/>
              <p14:nvPr/>
            </p14:nvContentPartPr>
            <p14:xfrm>
              <a:off x="3009469" y="1340484"/>
              <a:ext cx="3467880" cy="432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121FBA8-0A73-BF42-8CB5-CCDC877939B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005149" y="1336164"/>
                <a:ext cx="3476520" cy="44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DEB55ED2-AA8A-2D48-9EC4-1D9F546ED1B0}"/>
              </a:ext>
            </a:extLst>
          </p:cNvPr>
          <p:cNvGrpSpPr/>
          <p:nvPr/>
        </p:nvGrpSpPr>
        <p:grpSpPr>
          <a:xfrm>
            <a:off x="1980589" y="5386884"/>
            <a:ext cx="2894760" cy="611280"/>
            <a:chOff x="1980589" y="5386884"/>
            <a:chExt cx="2894760" cy="61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92F29F8-6972-924F-B9DC-758BF0881ABE}"/>
                    </a:ext>
                  </a:extLst>
                </p14:cNvPr>
                <p14:cNvContentPartPr/>
                <p14:nvPr/>
              </p14:nvContentPartPr>
              <p14:xfrm>
                <a:off x="2236549" y="5607204"/>
                <a:ext cx="1899360" cy="115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92F29F8-6972-924F-B9DC-758BF0881AB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32229" y="5602884"/>
                  <a:ext cx="19080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CEB300-7867-384E-A5D5-CF55B19E7D81}"/>
                    </a:ext>
                  </a:extLst>
                </p14:cNvPr>
                <p14:cNvContentPartPr/>
                <p14:nvPr/>
              </p14:nvContentPartPr>
              <p14:xfrm>
                <a:off x="3854389" y="5520804"/>
                <a:ext cx="1020960" cy="477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CEB300-7867-384E-A5D5-CF55B19E7D8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850069" y="5516484"/>
                  <a:ext cx="102960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239C99B-8CE4-A14F-9CA3-5BAFBAD0133B}"/>
                    </a:ext>
                  </a:extLst>
                </p14:cNvPr>
                <p14:cNvContentPartPr/>
                <p14:nvPr/>
              </p14:nvContentPartPr>
              <p14:xfrm>
                <a:off x="2119909" y="5445564"/>
                <a:ext cx="450720" cy="236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239C99B-8CE4-A14F-9CA3-5BAFBAD0133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115589" y="5441244"/>
                  <a:ext cx="4593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58E984A-A168-BC4A-8046-75C69A709794}"/>
                    </a:ext>
                  </a:extLst>
                </p14:cNvPr>
                <p14:cNvContentPartPr/>
                <p14:nvPr/>
              </p14:nvContentPartPr>
              <p14:xfrm>
                <a:off x="1980589" y="5386884"/>
                <a:ext cx="459360" cy="20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58E984A-A168-BC4A-8046-75C69A70979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976269" y="5382564"/>
                  <a:ext cx="468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19AA433-1BD4-CB45-AA81-42676AF34E74}"/>
                    </a:ext>
                  </a:extLst>
                </p14:cNvPr>
                <p14:cNvContentPartPr/>
                <p14:nvPr/>
              </p14:nvContentPartPr>
              <p14:xfrm>
                <a:off x="2542909" y="5445204"/>
                <a:ext cx="1487880" cy="21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19AA433-1BD4-CB45-AA81-42676AF34E7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538589" y="5440884"/>
                  <a:ext cx="1496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4A3BA0A-9DF0-9948-81EA-3CE9AF1F610A}"/>
                    </a:ext>
                  </a:extLst>
                </p14:cNvPr>
                <p14:cNvContentPartPr/>
                <p14:nvPr/>
              </p14:nvContentPartPr>
              <p14:xfrm>
                <a:off x="3935389" y="5420724"/>
                <a:ext cx="673560" cy="21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4A3BA0A-9DF0-9948-81EA-3CE9AF1F610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931069" y="5416404"/>
                  <a:ext cx="68220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F203DC5-DB3E-B749-A83C-C5E237F662C4}"/>
              </a:ext>
            </a:extLst>
          </p:cNvPr>
          <p:cNvGrpSpPr/>
          <p:nvPr/>
        </p:nvGrpSpPr>
        <p:grpSpPr>
          <a:xfrm>
            <a:off x="1990669" y="5020764"/>
            <a:ext cx="437400" cy="140400"/>
            <a:chOff x="1990669" y="5020764"/>
            <a:chExt cx="437400" cy="14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A6A07E8-45DD-1F45-A0A7-CB5377130164}"/>
                    </a:ext>
                  </a:extLst>
                </p14:cNvPr>
                <p14:cNvContentPartPr/>
                <p14:nvPr/>
              </p14:nvContentPartPr>
              <p14:xfrm>
                <a:off x="2305669" y="5160804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A6A07E8-45DD-1F45-A0A7-CB537713016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301349" y="515648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822BE27-04D6-9544-9EBD-F98F4BB50461}"/>
                    </a:ext>
                  </a:extLst>
                </p14:cNvPr>
                <p14:cNvContentPartPr/>
                <p14:nvPr/>
              </p14:nvContentPartPr>
              <p14:xfrm>
                <a:off x="1990669" y="5020764"/>
                <a:ext cx="437400" cy="99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822BE27-04D6-9544-9EBD-F98F4BB5046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986349" y="5016444"/>
                  <a:ext cx="44604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9DD7081-A149-C140-B63D-E9AB992BFEFE}"/>
                  </a:ext>
                </a:extLst>
              </p14:cNvPr>
              <p14:cNvContentPartPr/>
              <p14:nvPr/>
            </p14:nvContentPartPr>
            <p14:xfrm>
              <a:off x="1953229" y="4579764"/>
              <a:ext cx="468360" cy="245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9DD7081-A149-C140-B63D-E9AB992BFEF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948909" y="4575444"/>
                <a:ext cx="47700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240D1825-EAAA-0342-A46C-9B13D66AA1CC}"/>
              </a:ext>
            </a:extLst>
          </p:cNvPr>
          <p:cNvGrpSpPr/>
          <p:nvPr/>
        </p:nvGrpSpPr>
        <p:grpSpPr>
          <a:xfrm>
            <a:off x="5504269" y="2792364"/>
            <a:ext cx="4454280" cy="2361960"/>
            <a:chOff x="5504269" y="2792364"/>
            <a:chExt cx="4454280" cy="236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B501EBA-6286-2049-9DC0-27229320317A}"/>
                    </a:ext>
                  </a:extLst>
                </p14:cNvPr>
                <p14:cNvContentPartPr/>
                <p14:nvPr/>
              </p14:nvContentPartPr>
              <p14:xfrm>
                <a:off x="6378349" y="3732684"/>
                <a:ext cx="38160" cy="587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B501EBA-6286-2049-9DC0-27229320317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374029" y="3728364"/>
                  <a:ext cx="4680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0529154-AEA0-5046-88B1-C72D21761EBA}"/>
                    </a:ext>
                  </a:extLst>
                </p14:cNvPr>
                <p14:cNvContentPartPr/>
                <p14:nvPr/>
              </p14:nvContentPartPr>
              <p14:xfrm>
                <a:off x="6470149" y="3740604"/>
                <a:ext cx="57960" cy="806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0529154-AEA0-5046-88B1-C72D21761EB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65829" y="3736284"/>
                  <a:ext cx="6660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2A0260D-FB39-0E42-9B4F-0D52B80EF2E3}"/>
                    </a:ext>
                  </a:extLst>
                </p14:cNvPr>
                <p14:cNvContentPartPr/>
                <p14:nvPr/>
              </p14:nvContentPartPr>
              <p14:xfrm>
                <a:off x="6644029" y="3721164"/>
                <a:ext cx="12960" cy="839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2A0260D-FB39-0E42-9B4F-0D52B80EF2E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639709" y="3716844"/>
                  <a:ext cx="21600" cy="84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5F08A99-C05D-754E-A8ED-F0D2C6A83AAA}"/>
                    </a:ext>
                  </a:extLst>
                </p14:cNvPr>
                <p14:cNvContentPartPr/>
                <p14:nvPr/>
              </p14:nvContentPartPr>
              <p14:xfrm>
                <a:off x="6778309" y="3793164"/>
                <a:ext cx="31680" cy="788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5F08A99-C05D-754E-A8ED-F0D2C6A83AA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773989" y="3788844"/>
                  <a:ext cx="4032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825BECD-DB29-B14B-BA10-9A1876A6AC49}"/>
                    </a:ext>
                  </a:extLst>
                </p14:cNvPr>
                <p14:cNvContentPartPr/>
                <p14:nvPr/>
              </p14:nvContentPartPr>
              <p14:xfrm>
                <a:off x="5504269" y="3897204"/>
                <a:ext cx="611280" cy="572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825BECD-DB29-B14B-BA10-9A1876A6AC4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499949" y="3892884"/>
                  <a:ext cx="61992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0D03053-C8DD-704A-A887-39117E982094}"/>
                    </a:ext>
                  </a:extLst>
                </p14:cNvPr>
                <p14:cNvContentPartPr/>
                <p14:nvPr/>
              </p14:nvContentPartPr>
              <p14:xfrm>
                <a:off x="6060109" y="3810444"/>
                <a:ext cx="33120" cy="1177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0D03053-C8DD-704A-A887-39117E98209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055789" y="3806124"/>
                  <a:ext cx="41760" cy="11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87A84A3-F923-EE40-A279-ABD824F653D3}"/>
                    </a:ext>
                  </a:extLst>
                </p14:cNvPr>
                <p14:cNvContentPartPr/>
                <p14:nvPr/>
              </p14:nvContentPartPr>
              <p14:xfrm>
                <a:off x="7212829" y="3483204"/>
                <a:ext cx="851040" cy="1591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87A84A3-F923-EE40-A279-ABD824F653D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208509" y="3478884"/>
                  <a:ext cx="859680" cy="160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8D353D6-9E50-2143-A670-2F2841AE0F47}"/>
                    </a:ext>
                  </a:extLst>
                </p14:cNvPr>
                <p14:cNvContentPartPr/>
                <p14:nvPr/>
              </p14:nvContentPartPr>
              <p14:xfrm>
                <a:off x="8194549" y="3744924"/>
                <a:ext cx="575640" cy="42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8D353D6-9E50-2143-A670-2F2841AE0F4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90229" y="3740604"/>
                  <a:ext cx="584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65E6A6C-3C8C-E040-A4C0-BBEABDA04B85}"/>
                    </a:ext>
                  </a:extLst>
                </p14:cNvPr>
                <p14:cNvContentPartPr/>
                <p14:nvPr/>
              </p14:nvContentPartPr>
              <p14:xfrm>
                <a:off x="8449069" y="2792364"/>
                <a:ext cx="90720" cy="1080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65E6A6C-3C8C-E040-A4C0-BBEABDA04B8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44749" y="2788044"/>
                  <a:ext cx="99360" cy="10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82C1E18-1F70-0448-A7BC-13FA1C33FE2F}"/>
                    </a:ext>
                  </a:extLst>
                </p14:cNvPr>
                <p14:cNvContentPartPr/>
                <p14:nvPr/>
              </p14:nvContentPartPr>
              <p14:xfrm>
                <a:off x="8578309" y="2805684"/>
                <a:ext cx="42120" cy="971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82C1E18-1F70-0448-A7BC-13FA1C33FE2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573989" y="2801364"/>
                  <a:ext cx="50760" cy="9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6F25CAE-35E8-5D46-8D6E-1DC67BDE6FD6}"/>
                    </a:ext>
                  </a:extLst>
                </p14:cNvPr>
                <p14:cNvContentPartPr/>
                <p14:nvPr/>
              </p14:nvContentPartPr>
              <p14:xfrm>
                <a:off x="9130189" y="4173324"/>
                <a:ext cx="828360" cy="941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6F25CAE-35E8-5D46-8D6E-1DC67BDE6FD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125869" y="4169004"/>
                  <a:ext cx="837000" cy="9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C8B0BF3-CD4A-E645-BDA0-EA7B0FB713BC}"/>
                    </a:ext>
                  </a:extLst>
                </p14:cNvPr>
                <p14:cNvContentPartPr/>
                <p14:nvPr/>
              </p14:nvContentPartPr>
              <p14:xfrm>
                <a:off x="8487589" y="5111844"/>
                <a:ext cx="1401480" cy="42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C8B0BF3-CD4A-E645-BDA0-EA7B0FB713B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483269" y="5107524"/>
                  <a:ext cx="1410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B2C168C-DDDD-054A-990E-6AE1037EF4D0}"/>
                    </a:ext>
                  </a:extLst>
                </p14:cNvPr>
                <p14:cNvContentPartPr/>
                <p14:nvPr/>
              </p14:nvContentPartPr>
              <p14:xfrm>
                <a:off x="7272589" y="5071164"/>
                <a:ext cx="1026000" cy="17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B2C168C-DDDD-054A-990E-6AE1037EF4D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268269" y="5066844"/>
                  <a:ext cx="103464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6F512B3-8499-354D-8774-5E3FC1A2BC70}"/>
              </a:ext>
            </a:extLst>
          </p:cNvPr>
          <p:cNvGrpSpPr/>
          <p:nvPr/>
        </p:nvGrpSpPr>
        <p:grpSpPr>
          <a:xfrm>
            <a:off x="2953113" y="744095"/>
            <a:ext cx="3733920" cy="723240"/>
            <a:chOff x="2953113" y="744095"/>
            <a:chExt cx="3733920" cy="72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574E43E-78BB-B74F-B925-2F030C110347}"/>
                    </a:ext>
                  </a:extLst>
                </p14:cNvPr>
                <p14:cNvContentPartPr/>
                <p14:nvPr/>
              </p14:nvContentPartPr>
              <p14:xfrm>
                <a:off x="3038793" y="930575"/>
                <a:ext cx="360" cy="1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574E43E-78BB-B74F-B925-2F030C11034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034473" y="926255"/>
                  <a:ext cx="900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4DAEBF0-DAC1-1649-A665-87A5C73CA62E}"/>
                    </a:ext>
                  </a:extLst>
                </p14:cNvPr>
                <p14:cNvContentPartPr/>
                <p14:nvPr/>
              </p14:nvContentPartPr>
              <p14:xfrm>
                <a:off x="2964273" y="775415"/>
                <a:ext cx="81720" cy="611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4DAEBF0-DAC1-1649-A665-87A5C73CA62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959953" y="771095"/>
                  <a:ext cx="9036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A21C206-F93A-DD4E-8C61-5A74FC6F318B}"/>
                    </a:ext>
                  </a:extLst>
                </p14:cNvPr>
                <p14:cNvContentPartPr/>
                <p14:nvPr/>
              </p14:nvContentPartPr>
              <p14:xfrm>
                <a:off x="2953113" y="744095"/>
                <a:ext cx="3733920" cy="723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A21C206-F93A-DD4E-8C61-5A74FC6F318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948793" y="739775"/>
                  <a:ext cx="3742560" cy="731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84053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B5A5-7EAD-CE48-9AA6-E75A12D98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Difficulty of line 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E06E5-D7B4-4040-A775-559057DC4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8364" y="1825625"/>
            <a:ext cx="4895682" cy="465939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Extra</a:t>
            </a:r>
            <a:r>
              <a:rPr lang="en-US" dirty="0"/>
              <a:t> edge points (clutter), multiple models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Which points go with which line, if any?</a:t>
            </a:r>
          </a:p>
          <a:p>
            <a:r>
              <a:rPr lang="en-US" dirty="0"/>
              <a:t>Only some parts of each line detected, and some parts are </a:t>
            </a:r>
            <a:r>
              <a:rPr lang="en-US" dirty="0">
                <a:solidFill>
                  <a:srgbClr val="0070C0"/>
                </a:solidFill>
              </a:rPr>
              <a:t>missing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How to find a line that bridges missing evidence?</a:t>
            </a:r>
          </a:p>
          <a:p>
            <a:r>
              <a:rPr lang="en-US" dirty="0">
                <a:solidFill>
                  <a:srgbClr val="0070C0"/>
                </a:solidFill>
              </a:rPr>
              <a:t>Noise</a:t>
            </a:r>
            <a:r>
              <a:rPr lang="en-US" dirty="0"/>
              <a:t> in measured edge points, orientations: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How to detect true underlying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12F1CD-D835-8D46-B1AD-9ABC763BC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186" y="1517573"/>
            <a:ext cx="3718912" cy="49674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168757-2275-D24E-97F3-88C7FFCAC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1305" y="308967"/>
            <a:ext cx="1843636" cy="12086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8976038-73EF-AF41-876B-95B00E585EAE}"/>
                  </a:ext>
                </a:extLst>
              </p14:cNvPr>
              <p14:cNvContentPartPr/>
              <p14:nvPr/>
            </p14:nvContentPartPr>
            <p14:xfrm>
              <a:off x="3043113" y="3342215"/>
              <a:ext cx="1800" cy="17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8976038-73EF-AF41-876B-95B00E585E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38793" y="3337895"/>
                <a:ext cx="104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537FD6E-6F40-E54F-8EC4-BFA80A033AB8}"/>
                  </a:ext>
                </a:extLst>
              </p14:cNvPr>
              <p14:cNvContentPartPr/>
              <p14:nvPr/>
            </p14:nvContentPartPr>
            <p14:xfrm>
              <a:off x="8476593" y="259895"/>
              <a:ext cx="1518120" cy="1518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537FD6E-6F40-E54F-8EC4-BFA80A033A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72273" y="255575"/>
                <a:ext cx="1526760" cy="152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8C6B3C4-AC07-7A44-998F-144C64DAC325}"/>
                  </a:ext>
                </a:extLst>
              </p14:cNvPr>
              <p14:cNvContentPartPr/>
              <p14:nvPr/>
            </p14:nvContentPartPr>
            <p14:xfrm>
              <a:off x="5437113" y="1871615"/>
              <a:ext cx="20880" cy="295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8C6B3C4-AC07-7A44-998F-144C64DAC3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32793" y="1867295"/>
                <a:ext cx="295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E9D538C-2CBF-2545-9E2C-D58262679AC8}"/>
                  </a:ext>
                </a:extLst>
              </p14:cNvPr>
              <p14:cNvContentPartPr/>
              <p14:nvPr/>
            </p14:nvContentPartPr>
            <p14:xfrm>
              <a:off x="5484633" y="2057375"/>
              <a:ext cx="5760" cy="18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E9D538C-2CBF-2545-9E2C-D58262679AC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80313" y="2053055"/>
                <a:ext cx="14400" cy="2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79AE8587-DEBE-DF40-9F54-4FB056C81665}"/>
              </a:ext>
            </a:extLst>
          </p:cNvPr>
          <p:cNvGrpSpPr/>
          <p:nvPr/>
        </p:nvGrpSpPr>
        <p:grpSpPr>
          <a:xfrm>
            <a:off x="5380593" y="2175095"/>
            <a:ext cx="19440" cy="80280"/>
            <a:chOff x="5380593" y="2175095"/>
            <a:chExt cx="19440" cy="8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3B1DA12-26F8-964A-9E46-164796E36F0C}"/>
                    </a:ext>
                  </a:extLst>
                </p14:cNvPr>
                <p14:cNvContentPartPr/>
                <p14:nvPr/>
              </p14:nvContentPartPr>
              <p14:xfrm>
                <a:off x="5380593" y="2175095"/>
                <a:ext cx="8280" cy="37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3B1DA12-26F8-964A-9E46-164796E36F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76273" y="2170775"/>
                  <a:ext cx="16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ADD03D4-1031-B64D-8893-EEAA102B20FA}"/>
                    </a:ext>
                  </a:extLst>
                </p14:cNvPr>
                <p14:cNvContentPartPr/>
                <p14:nvPr/>
              </p14:nvContentPartPr>
              <p14:xfrm>
                <a:off x="5390673" y="2231255"/>
                <a:ext cx="9360" cy="24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ADD03D4-1031-B64D-8893-EEAA102B20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86353" y="2226935"/>
                  <a:ext cx="180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6BCD297-08D3-E745-BBA4-08F730DF3ABE}"/>
              </a:ext>
            </a:extLst>
          </p:cNvPr>
          <p:cNvGrpSpPr/>
          <p:nvPr/>
        </p:nvGrpSpPr>
        <p:grpSpPr>
          <a:xfrm>
            <a:off x="5657073" y="410735"/>
            <a:ext cx="2269080" cy="2691000"/>
            <a:chOff x="5657073" y="410735"/>
            <a:chExt cx="2269080" cy="269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234A95E-0D67-6F47-BDF5-8ED2694AB367}"/>
                    </a:ext>
                  </a:extLst>
                </p14:cNvPr>
                <p14:cNvContentPartPr/>
                <p14:nvPr/>
              </p14:nvContentPartPr>
              <p14:xfrm>
                <a:off x="6359433" y="807095"/>
                <a:ext cx="5400" cy="14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234A95E-0D67-6F47-BDF5-8ED2694AB36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55113" y="802775"/>
                  <a:ext cx="14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B6EFD10-62AD-6F4F-9BE1-1CD480C31C1B}"/>
                    </a:ext>
                  </a:extLst>
                </p14:cNvPr>
                <p14:cNvContentPartPr/>
                <p14:nvPr/>
              </p14:nvContentPartPr>
              <p14:xfrm>
                <a:off x="6552033" y="713855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B6EFD10-62AD-6F4F-9BE1-1CD480C31C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47713" y="70953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6DB17CA-19F3-6042-9A46-7F7AEBE0DFFD}"/>
                    </a:ext>
                  </a:extLst>
                </p14:cNvPr>
                <p14:cNvContentPartPr/>
                <p14:nvPr/>
              </p14:nvContentPartPr>
              <p14:xfrm>
                <a:off x="6659313" y="643655"/>
                <a:ext cx="36000" cy="13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6DB17CA-19F3-6042-9A46-7F7AEBE0DF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54993" y="639335"/>
                  <a:ext cx="446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68D1CD3-C066-0148-9F79-16B740C8641E}"/>
                    </a:ext>
                  </a:extLst>
                </p14:cNvPr>
                <p14:cNvContentPartPr/>
                <p14:nvPr/>
              </p14:nvContentPartPr>
              <p14:xfrm>
                <a:off x="6804393" y="722135"/>
                <a:ext cx="35280" cy="23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68D1CD3-C066-0148-9F79-16B740C8641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00073" y="717815"/>
                  <a:ext cx="439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12B767E-92AA-BB4D-9599-A09812378FB2}"/>
                    </a:ext>
                  </a:extLst>
                </p14:cNvPr>
                <p14:cNvContentPartPr/>
                <p14:nvPr/>
              </p14:nvContentPartPr>
              <p14:xfrm>
                <a:off x="6868113" y="798095"/>
                <a:ext cx="21960" cy="41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12B767E-92AA-BB4D-9599-A09812378FB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863793" y="793775"/>
                  <a:ext cx="30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249348A-B0E3-BC48-AA6F-461FFDE6B511}"/>
                    </a:ext>
                  </a:extLst>
                </p14:cNvPr>
                <p14:cNvContentPartPr/>
                <p14:nvPr/>
              </p14:nvContentPartPr>
              <p14:xfrm>
                <a:off x="6916713" y="890975"/>
                <a:ext cx="27360" cy="66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249348A-B0E3-BC48-AA6F-461FFDE6B5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12393" y="886655"/>
                  <a:ext cx="360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770A088-DCAF-DF4B-A777-ACEC1198EA24}"/>
                    </a:ext>
                  </a:extLst>
                </p14:cNvPr>
                <p14:cNvContentPartPr/>
                <p14:nvPr/>
              </p14:nvContentPartPr>
              <p14:xfrm>
                <a:off x="6995553" y="1078175"/>
                <a:ext cx="28440" cy="55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770A088-DCAF-DF4B-A777-ACEC1198EA2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91233" y="1073855"/>
                  <a:ext cx="370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A6EA5E-0CD1-8249-9B64-889564499B3C}"/>
                    </a:ext>
                  </a:extLst>
                </p14:cNvPr>
                <p14:cNvContentPartPr/>
                <p14:nvPr/>
              </p14:nvContentPartPr>
              <p14:xfrm>
                <a:off x="7092033" y="1205255"/>
                <a:ext cx="35640" cy="59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A6EA5E-0CD1-8249-9B64-889564499B3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87713" y="1200935"/>
                  <a:ext cx="442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555CF65-BC02-A74B-ABE9-5C1391B1281E}"/>
                    </a:ext>
                  </a:extLst>
                </p14:cNvPr>
                <p14:cNvContentPartPr/>
                <p14:nvPr/>
              </p14:nvContentPartPr>
              <p14:xfrm>
                <a:off x="7200753" y="1296335"/>
                <a:ext cx="17280" cy="2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555CF65-BC02-A74B-ABE9-5C1391B1281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96433" y="1292015"/>
                  <a:ext cx="2592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716D760-8128-5245-A980-40C01C1AA513}"/>
                    </a:ext>
                  </a:extLst>
                </p14:cNvPr>
                <p14:cNvContentPartPr/>
                <p14:nvPr/>
              </p14:nvContentPartPr>
              <p14:xfrm>
                <a:off x="7324233" y="1263215"/>
                <a:ext cx="39960" cy="22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716D760-8128-5245-A980-40C01C1AA51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19913" y="1258895"/>
                  <a:ext cx="486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25ACB9-989E-D644-8313-7B67F88BA582}"/>
                    </a:ext>
                  </a:extLst>
                </p14:cNvPr>
                <p14:cNvContentPartPr/>
                <p14:nvPr/>
              </p14:nvContentPartPr>
              <p14:xfrm>
                <a:off x="7426833" y="1197695"/>
                <a:ext cx="40680" cy="31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25ACB9-989E-D644-8313-7B67F88BA5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22513" y="1193375"/>
                  <a:ext cx="49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0B66FE-6D32-1F40-B2D1-530B866F37AD}"/>
                    </a:ext>
                  </a:extLst>
                </p14:cNvPr>
                <p14:cNvContentPartPr/>
                <p14:nvPr/>
              </p14:nvContentPartPr>
              <p14:xfrm>
                <a:off x="7570113" y="1062695"/>
                <a:ext cx="35640" cy="37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0B66FE-6D32-1F40-B2D1-530B866F37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65793" y="1058375"/>
                  <a:ext cx="442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897BCBF-CD6B-474F-A3E7-BE4B7C546391}"/>
                    </a:ext>
                  </a:extLst>
                </p14:cNvPr>
                <p14:cNvContentPartPr/>
                <p14:nvPr/>
              </p14:nvContentPartPr>
              <p14:xfrm>
                <a:off x="7684233" y="884135"/>
                <a:ext cx="36720" cy="42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897BCBF-CD6B-474F-A3E7-BE4B7C5463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79913" y="879815"/>
                  <a:ext cx="453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5461C31-0BAD-194F-8B9C-D7C14E8A83E8}"/>
                    </a:ext>
                  </a:extLst>
                </p14:cNvPr>
                <p14:cNvContentPartPr/>
                <p14:nvPr/>
              </p14:nvContentPartPr>
              <p14:xfrm>
                <a:off x="7841193" y="674975"/>
                <a:ext cx="36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5461C31-0BAD-194F-8B9C-D7C14E8A83E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836873" y="67065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A59B050-FE38-9B4C-8A3A-3E7FC3ABEF39}"/>
                    </a:ext>
                  </a:extLst>
                </p14:cNvPr>
                <p14:cNvContentPartPr/>
                <p14:nvPr/>
              </p14:nvContentPartPr>
              <p14:xfrm>
                <a:off x="6068553" y="410735"/>
                <a:ext cx="1857600" cy="885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A59B050-FE38-9B4C-8A3A-3E7FC3ABEF3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064233" y="406415"/>
                  <a:ext cx="1866240" cy="89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EEC1EF7-4919-4B4C-B03E-B654362A17AF}"/>
                    </a:ext>
                  </a:extLst>
                </p14:cNvPr>
                <p14:cNvContentPartPr/>
                <p14:nvPr/>
              </p14:nvContentPartPr>
              <p14:xfrm>
                <a:off x="5657073" y="2237735"/>
                <a:ext cx="20880" cy="30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EEC1EF7-4919-4B4C-B03E-B654362A17A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52753" y="2233415"/>
                  <a:ext cx="29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4A18F7D-995F-D440-A9B4-96D1A66AAF68}"/>
                    </a:ext>
                  </a:extLst>
                </p14:cNvPr>
                <p14:cNvContentPartPr/>
                <p14:nvPr/>
              </p14:nvContentPartPr>
              <p14:xfrm>
                <a:off x="5747793" y="2015975"/>
                <a:ext cx="36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4A18F7D-995F-D440-A9B4-96D1A66AAF6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3473" y="201165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DF7DDD2-AE4B-8548-AE5C-9EA309139A59}"/>
                    </a:ext>
                  </a:extLst>
                </p14:cNvPr>
                <p14:cNvContentPartPr/>
                <p14:nvPr/>
              </p14:nvContentPartPr>
              <p14:xfrm>
                <a:off x="5765433" y="1923815"/>
                <a:ext cx="6840" cy="16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DF7DDD2-AE4B-8548-AE5C-9EA309139A5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61113" y="1919495"/>
                  <a:ext cx="15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28AED10-1FA0-7F4A-8DD0-E3559921FAE0}"/>
                    </a:ext>
                  </a:extLst>
                </p14:cNvPr>
                <p14:cNvContentPartPr/>
                <p14:nvPr/>
              </p14:nvContentPartPr>
              <p14:xfrm>
                <a:off x="5806473" y="1774055"/>
                <a:ext cx="360" cy="1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28AED10-1FA0-7F4A-8DD0-E3559921FA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02153" y="1769735"/>
                  <a:ext cx="900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F781977-DE6C-3C44-9B0A-9B5D5AAA2D64}"/>
                    </a:ext>
                  </a:extLst>
                </p14:cNvPr>
                <p14:cNvContentPartPr/>
                <p14:nvPr/>
              </p14:nvContentPartPr>
              <p14:xfrm>
                <a:off x="6072153" y="1802495"/>
                <a:ext cx="83880" cy="37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F781977-DE6C-3C44-9B0A-9B5D5AAA2D6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67833" y="1798175"/>
                  <a:ext cx="925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30B4491-1D21-C64E-B38A-E95893686804}"/>
                    </a:ext>
                  </a:extLst>
                </p14:cNvPr>
                <p14:cNvContentPartPr/>
                <p14:nvPr/>
              </p14:nvContentPartPr>
              <p14:xfrm>
                <a:off x="6561033" y="2082215"/>
                <a:ext cx="8640" cy="7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30B4491-1D21-C64E-B38A-E9589368680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56713" y="2077895"/>
                  <a:ext cx="172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F5BB599-1FA0-8D4C-B6C1-D6458270D535}"/>
                    </a:ext>
                  </a:extLst>
                </p14:cNvPr>
                <p14:cNvContentPartPr/>
                <p14:nvPr/>
              </p14:nvContentPartPr>
              <p14:xfrm>
                <a:off x="6543033" y="2099855"/>
                <a:ext cx="21240" cy="41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F5BB599-1FA0-8D4C-B6C1-D6458270D53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38713" y="2095535"/>
                  <a:ext cx="29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53545F7-29AC-0548-85E7-F51073A1CC86}"/>
                    </a:ext>
                  </a:extLst>
                </p14:cNvPr>
                <p14:cNvContentPartPr/>
                <p14:nvPr/>
              </p14:nvContentPartPr>
              <p14:xfrm>
                <a:off x="6265833" y="2256455"/>
                <a:ext cx="50400" cy="13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53545F7-29AC-0548-85E7-F51073A1CC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61513" y="2252135"/>
                  <a:ext cx="590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BFFAFC-6E2E-4E4E-9665-5D0782436F55}"/>
                    </a:ext>
                  </a:extLst>
                </p14:cNvPr>
                <p14:cNvContentPartPr/>
                <p14:nvPr/>
              </p14:nvContentPartPr>
              <p14:xfrm>
                <a:off x="6102393" y="2027135"/>
                <a:ext cx="360" cy="1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BFFAFC-6E2E-4E4E-9665-5D0782436F5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98073" y="2022815"/>
                  <a:ext cx="900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FF5FDBC-9EEA-1C46-9F43-260907F3A416}"/>
                    </a:ext>
                  </a:extLst>
                </p14:cNvPr>
                <p14:cNvContentPartPr/>
                <p14:nvPr/>
              </p14:nvContentPartPr>
              <p14:xfrm>
                <a:off x="6174393" y="1944335"/>
                <a:ext cx="756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FF5FDBC-9EEA-1C46-9F43-260907F3A4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70073" y="1940015"/>
                  <a:ext cx="16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EB4B1FD-E6E6-F34A-8B76-78DEA918FE69}"/>
                    </a:ext>
                  </a:extLst>
                </p14:cNvPr>
                <p14:cNvContentPartPr/>
                <p14:nvPr/>
              </p14:nvContentPartPr>
              <p14:xfrm>
                <a:off x="6364113" y="2056295"/>
                <a:ext cx="43560" cy="69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EB4B1FD-E6E6-F34A-8B76-78DEA918FE6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59793" y="2051975"/>
                  <a:ext cx="522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84948CD-F14D-7347-BFA4-D960ED18B7C9}"/>
                    </a:ext>
                  </a:extLst>
                </p14:cNvPr>
                <p14:cNvContentPartPr/>
                <p14:nvPr/>
              </p14:nvContentPartPr>
              <p14:xfrm>
                <a:off x="6212193" y="2185895"/>
                <a:ext cx="67320" cy="26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84948CD-F14D-7347-BFA4-D960ED18B7C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07873" y="2181575"/>
                  <a:ext cx="75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3D7FFFE-1371-E84C-A91E-56D7AE93CEAF}"/>
                    </a:ext>
                  </a:extLst>
                </p14:cNvPr>
                <p14:cNvContentPartPr/>
                <p14:nvPr/>
              </p14:nvContentPartPr>
              <p14:xfrm>
                <a:off x="6126873" y="2247455"/>
                <a:ext cx="2880" cy="7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3D7FFFE-1371-E84C-A91E-56D7AE93CEA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22553" y="2243135"/>
                  <a:ext cx="115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0BA08A4-641F-974A-AE5C-F956FB19D65E}"/>
                    </a:ext>
                  </a:extLst>
                </p14:cNvPr>
                <p14:cNvContentPartPr/>
                <p14:nvPr/>
              </p14:nvContentPartPr>
              <p14:xfrm>
                <a:off x="5721873" y="1076375"/>
                <a:ext cx="257040" cy="2025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0BA08A4-641F-974A-AE5C-F956FB19D65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717553" y="1072055"/>
                  <a:ext cx="265680" cy="203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EEAF9A1-1C00-3F4C-BD22-52B99C4B53E1}"/>
                  </a:ext>
                </a:extLst>
              </p14:cNvPr>
              <p14:cNvContentPartPr/>
              <p14:nvPr/>
            </p14:nvContentPartPr>
            <p14:xfrm>
              <a:off x="8915793" y="418655"/>
              <a:ext cx="1061280" cy="9792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EEAF9A1-1C00-3F4C-BD22-52B99C4B53E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911473" y="414335"/>
                <a:ext cx="1069920" cy="9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F991F1AA-11FA-0A47-A04E-DB4AD83338F6}"/>
              </a:ext>
            </a:extLst>
          </p:cNvPr>
          <p:cNvGrpSpPr/>
          <p:nvPr/>
        </p:nvGrpSpPr>
        <p:grpSpPr>
          <a:xfrm>
            <a:off x="8459313" y="236135"/>
            <a:ext cx="3222720" cy="1270800"/>
            <a:chOff x="8459313" y="236135"/>
            <a:chExt cx="3222720" cy="12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A3F0B89-1249-5542-87A2-891297D46D63}"/>
                    </a:ext>
                  </a:extLst>
                </p14:cNvPr>
                <p14:cNvContentPartPr/>
                <p14:nvPr/>
              </p14:nvContentPartPr>
              <p14:xfrm>
                <a:off x="9099033" y="651215"/>
                <a:ext cx="7920" cy="20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A3F0B89-1249-5542-87A2-891297D46D6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94713" y="646895"/>
                  <a:ext cx="16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5C641FE-FD89-CF40-A1D9-BBDA2B49D4FA}"/>
                    </a:ext>
                  </a:extLst>
                </p14:cNvPr>
                <p14:cNvContentPartPr/>
                <p14:nvPr/>
              </p14:nvContentPartPr>
              <p14:xfrm>
                <a:off x="8946753" y="951455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5C641FE-FD89-CF40-A1D9-BBDA2B49D4F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42433" y="94713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8D99710-8A27-5047-96E5-CEEBEFCE1CDC}"/>
                    </a:ext>
                  </a:extLst>
                </p14:cNvPr>
                <p14:cNvContentPartPr/>
                <p14:nvPr/>
              </p14:nvContentPartPr>
              <p14:xfrm>
                <a:off x="9060873" y="634655"/>
                <a:ext cx="63720" cy="50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8D99710-8A27-5047-96E5-CEEBEFCE1CD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056553" y="630335"/>
                  <a:ext cx="72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71A4445-BB65-6546-940E-45AB1884EDBA}"/>
                    </a:ext>
                  </a:extLst>
                </p14:cNvPr>
                <p14:cNvContentPartPr/>
                <p14:nvPr/>
              </p14:nvContentPartPr>
              <p14:xfrm>
                <a:off x="9395673" y="941015"/>
                <a:ext cx="1800" cy="9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71A4445-BB65-6546-940E-45AB1884EDB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391353" y="936695"/>
                  <a:ext cx="10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2FD69D7-E2B7-E349-A38A-F0BCF176D8B9}"/>
                    </a:ext>
                  </a:extLst>
                </p14:cNvPr>
                <p14:cNvContentPartPr/>
                <p14:nvPr/>
              </p14:nvContentPartPr>
              <p14:xfrm>
                <a:off x="8931633" y="236135"/>
                <a:ext cx="952200" cy="1270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2FD69D7-E2B7-E349-A38A-F0BCF176D8B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927313" y="231815"/>
                  <a:ext cx="960840" cy="12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6CBAA01-B93E-004B-80BB-45E8C86DB5F6}"/>
                    </a:ext>
                  </a:extLst>
                </p14:cNvPr>
                <p14:cNvContentPartPr/>
                <p14:nvPr/>
              </p14:nvContentPartPr>
              <p14:xfrm>
                <a:off x="9367593" y="987815"/>
                <a:ext cx="360" cy="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6CBAA01-B93E-004B-80BB-45E8C86DB5F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63273" y="98349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1C6678F-2FA8-BF4B-9ED7-9CC5684B0D1D}"/>
                    </a:ext>
                  </a:extLst>
                </p14:cNvPr>
                <p14:cNvContentPartPr/>
                <p14:nvPr/>
              </p14:nvContentPartPr>
              <p14:xfrm>
                <a:off x="8459313" y="780815"/>
                <a:ext cx="3222720" cy="309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1C6678F-2FA8-BF4B-9ED7-9CC5684B0D1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454993" y="776495"/>
                  <a:ext cx="3231360" cy="31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34144E8-8081-9948-8B26-08A13ACD6AAE}"/>
              </a:ext>
            </a:extLst>
          </p:cNvPr>
          <p:cNvGrpSpPr/>
          <p:nvPr/>
        </p:nvGrpSpPr>
        <p:grpSpPr>
          <a:xfrm>
            <a:off x="6120753" y="2628910"/>
            <a:ext cx="819000" cy="596160"/>
            <a:chOff x="6120753" y="2628910"/>
            <a:chExt cx="819000" cy="59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D3E444B-5882-074C-ACF3-3C0D91A8F736}"/>
                    </a:ext>
                  </a:extLst>
                </p14:cNvPr>
                <p14:cNvContentPartPr/>
                <p14:nvPr/>
              </p14:nvContentPartPr>
              <p14:xfrm>
                <a:off x="6120753" y="2709910"/>
                <a:ext cx="659520" cy="515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D3E444B-5882-074C-ACF3-3C0D91A8F73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16433" y="2705590"/>
                  <a:ext cx="6681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CABC9EA-5145-5444-9F87-2220EE7EE84B}"/>
                    </a:ext>
                  </a:extLst>
                </p14:cNvPr>
                <p14:cNvContentPartPr/>
                <p14:nvPr/>
              </p14:nvContentPartPr>
              <p14:xfrm>
                <a:off x="6639873" y="2628910"/>
                <a:ext cx="299880" cy="438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CABC9EA-5145-5444-9F87-2220EE7EE84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35553" y="2624590"/>
                  <a:ext cx="308520" cy="44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13ADFDB-C2FE-C44F-95D4-D2615902F31D}"/>
              </a:ext>
            </a:extLst>
          </p:cNvPr>
          <p:cNvGrpSpPr/>
          <p:nvPr/>
        </p:nvGrpSpPr>
        <p:grpSpPr>
          <a:xfrm>
            <a:off x="5953353" y="4322710"/>
            <a:ext cx="949320" cy="538920"/>
            <a:chOff x="5953353" y="4322710"/>
            <a:chExt cx="949320" cy="53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21190E3-9A70-1D46-A9FA-7C8C3C938146}"/>
                    </a:ext>
                  </a:extLst>
                </p14:cNvPr>
                <p14:cNvContentPartPr/>
                <p14:nvPr/>
              </p14:nvContentPartPr>
              <p14:xfrm>
                <a:off x="5953353" y="4413790"/>
                <a:ext cx="765720" cy="447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21190E3-9A70-1D46-A9FA-7C8C3C93814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49033" y="4409470"/>
                  <a:ext cx="77436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24D804B-3BDC-1646-A8E2-76E6EB627288}"/>
                    </a:ext>
                  </a:extLst>
                </p14:cNvPr>
                <p14:cNvContentPartPr/>
                <p14:nvPr/>
              </p14:nvContentPartPr>
              <p14:xfrm>
                <a:off x="6498393" y="4322710"/>
                <a:ext cx="404280" cy="318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24D804B-3BDC-1646-A8E2-76E6EB62728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94073" y="4318390"/>
                  <a:ext cx="412920" cy="32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03BE938-82B8-1546-A946-6976E8749740}"/>
                  </a:ext>
                </a:extLst>
              </p14:cNvPr>
              <p14:cNvContentPartPr/>
              <p14:nvPr/>
            </p14:nvContentPartPr>
            <p14:xfrm>
              <a:off x="10319433" y="228430"/>
              <a:ext cx="2880" cy="118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03BE938-82B8-1546-A946-6976E874974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315113" y="224110"/>
                <a:ext cx="1152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902F184A-268A-7046-A31A-76F49ED9B9B6}"/>
              </a:ext>
            </a:extLst>
          </p:cNvPr>
          <p:cNvGrpSpPr/>
          <p:nvPr/>
        </p:nvGrpSpPr>
        <p:grpSpPr>
          <a:xfrm>
            <a:off x="10899393" y="862390"/>
            <a:ext cx="483120" cy="4320"/>
            <a:chOff x="10899393" y="862390"/>
            <a:chExt cx="483120" cy="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25CE164-46C9-2349-873C-CD2699B7390B}"/>
                    </a:ext>
                  </a:extLst>
                </p14:cNvPr>
                <p14:cNvContentPartPr/>
                <p14:nvPr/>
              </p14:nvContentPartPr>
              <p14:xfrm>
                <a:off x="10899393" y="862390"/>
                <a:ext cx="360" cy="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25CE164-46C9-2349-873C-CD2699B7390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95073" y="85807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30BCB2F-5BF7-3240-8CD8-CB274195C232}"/>
                    </a:ext>
                  </a:extLst>
                </p14:cNvPr>
                <p14:cNvContentPartPr/>
                <p14:nvPr/>
              </p14:nvContentPartPr>
              <p14:xfrm>
                <a:off x="11380713" y="863830"/>
                <a:ext cx="1800" cy="2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30BCB2F-5BF7-3240-8CD8-CB274195C23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376393" y="859510"/>
                  <a:ext cx="10440" cy="1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B820FDA-5228-7E4A-9E55-62D9282D0C3B}"/>
              </a:ext>
            </a:extLst>
          </p:cNvPr>
          <p:cNvGrpSpPr/>
          <p:nvPr/>
        </p:nvGrpSpPr>
        <p:grpSpPr>
          <a:xfrm>
            <a:off x="6213273" y="5580550"/>
            <a:ext cx="867600" cy="412560"/>
            <a:chOff x="6213273" y="5580550"/>
            <a:chExt cx="86760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CE2EF7C-CF49-AE44-ACBB-76EB6535AA56}"/>
                    </a:ext>
                  </a:extLst>
                </p14:cNvPr>
                <p14:cNvContentPartPr/>
                <p14:nvPr/>
              </p14:nvContentPartPr>
              <p14:xfrm>
                <a:off x="6213273" y="5671630"/>
                <a:ext cx="646560" cy="210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CE2EF7C-CF49-AE44-ACBB-76EB6535AA5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208953" y="5667310"/>
                  <a:ext cx="655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4A09392-2C32-2F47-B38C-5AE7E317CC89}"/>
                    </a:ext>
                  </a:extLst>
                </p14:cNvPr>
                <p14:cNvContentPartPr/>
                <p14:nvPr/>
              </p14:nvContentPartPr>
              <p14:xfrm>
                <a:off x="6844353" y="5580550"/>
                <a:ext cx="236520" cy="412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4A09392-2C32-2F47-B38C-5AE7E317CC8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840033" y="5576230"/>
                  <a:ext cx="245160" cy="42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0190386-BAB7-5F49-8E4A-65A35C728201}"/>
                  </a:ext>
                </a:extLst>
              </p14:cNvPr>
              <p14:cNvContentPartPr/>
              <p14:nvPr/>
            </p14:nvContentPartPr>
            <p14:xfrm>
              <a:off x="1365153" y="5762710"/>
              <a:ext cx="3667680" cy="889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0190386-BAB7-5F49-8E4A-65A35C728201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360833" y="5758390"/>
                <a:ext cx="367632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BFA65D36-DD16-D844-B226-1D1A59BDF0DF}"/>
                  </a:ext>
                </a:extLst>
              </p14:cNvPr>
              <p14:cNvContentPartPr/>
              <p14:nvPr/>
            </p14:nvContentPartPr>
            <p14:xfrm>
              <a:off x="1791753" y="5579110"/>
              <a:ext cx="2708640" cy="910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BFA65D36-DD16-D844-B226-1D1A59BDF0DF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787433" y="5574790"/>
                <a:ext cx="2717280" cy="9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DE1861D-C06A-234F-80AA-602778F5BBE5}"/>
              </a:ext>
            </a:extLst>
          </p:cNvPr>
          <p:cNvGrpSpPr/>
          <p:nvPr/>
        </p:nvGrpSpPr>
        <p:grpSpPr>
          <a:xfrm>
            <a:off x="595833" y="3177910"/>
            <a:ext cx="1305720" cy="391680"/>
            <a:chOff x="595833" y="3177910"/>
            <a:chExt cx="130572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685B4DA-D25D-4C49-BB46-5B58054E10D9}"/>
                    </a:ext>
                  </a:extLst>
                </p14:cNvPr>
                <p14:cNvContentPartPr/>
                <p14:nvPr/>
              </p14:nvContentPartPr>
              <p14:xfrm>
                <a:off x="595833" y="3177910"/>
                <a:ext cx="1227960" cy="198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685B4DA-D25D-4C49-BB46-5B58054E10D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91513" y="3173590"/>
                  <a:ext cx="12366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5A9043B-2E0B-6644-8989-25CBEEEC81E8}"/>
                    </a:ext>
                  </a:extLst>
                </p14:cNvPr>
                <p14:cNvContentPartPr/>
                <p14:nvPr/>
              </p14:nvContentPartPr>
              <p14:xfrm>
                <a:off x="1613553" y="3182230"/>
                <a:ext cx="288000" cy="387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5A9043B-2E0B-6644-8989-25CBEEEC81E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609233" y="3177910"/>
                  <a:ext cx="296640" cy="39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901FAFF5-36F4-314A-BBAD-FB0F316EB643}"/>
                  </a:ext>
                </a:extLst>
              </p14:cNvPr>
              <p14:cNvContentPartPr/>
              <p14:nvPr/>
            </p14:nvContentPartPr>
            <p14:xfrm>
              <a:off x="240513" y="1536310"/>
              <a:ext cx="1418760" cy="11912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901FAFF5-36F4-314A-BBAD-FB0F316EB64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36193" y="1531990"/>
                <a:ext cx="1427400" cy="119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26E1513-D732-724E-B6F4-9AF80A62AFBE}"/>
              </a:ext>
            </a:extLst>
          </p:cNvPr>
          <p:cNvGrpSpPr/>
          <p:nvPr/>
        </p:nvGrpSpPr>
        <p:grpSpPr>
          <a:xfrm>
            <a:off x="257433" y="1406350"/>
            <a:ext cx="1405080" cy="1251720"/>
            <a:chOff x="257433" y="1406350"/>
            <a:chExt cx="1405080" cy="12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3C7C41D-F741-F34E-875B-F5A00B1DBBEB}"/>
                    </a:ext>
                  </a:extLst>
                </p14:cNvPr>
                <p14:cNvContentPartPr/>
                <p14:nvPr/>
              </p14:nvContentPartPr>
              <p14:xfrm>
                <a:off x="508353" y="1699030"/>
                <a:ext cx="205920" cy="164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3C7C41D-F741-F34E-875B-F5A00B1DBBE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04033" y="1694710"/>
                  <a:ext cx="214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9C4BC1B-AF30-0044-A9DD-0A656A2A22AE}"/>
                    </a:ext>
                  </a:extLst>
                </p14:cNvPr>
                <p14:cNvContentPartPr/>
                <p14:nvPr/>
              </p14:nvContentPartPr>
              <p14:xfrm>
                <a:off x="711033" y="1566550"/>
                <a:ext cx="125280" cy="337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9C4BC1B-AF30-0044-A9DD-0A656A2A22A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6713" y="1562230"/>
                  <a:ext cx="1339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3AF624E-61C0-2248-987E-3FE682EAE67E}"/>
                    </a:ext>
                  </a:extLst>
                </p14:cNvPr>
                <p14:cNvContentPartPr/>
                <p14:nvPr/>
              </p14:nvContentPartPr>
              <p14:xfrm>
                <a:off x="873393" y="1733950"/>
                <a:ext cx="279360" cy="228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3AF624E-61C0-2248-987E-3FE682EAE67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69073" y="1729630"/>
                  <a:ext cx="2880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F3B4E33-824C-B248-B543-D77846E86070}"/>
                    </a:ext>
                  </a:extLst>
                </p14:cNvPr>
                <p14:cNvContentPartPr/>
                <p14:nvPr/>
              </p14:nvContentPartPr>
              <p14:xfrm>
                <a:off x="633993" y="2191870"/>
                <a:ext cx="38880" cy="427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F3B4E33-824C-B248-B543-D77846E8607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29673" y="2187550"/>
                  <a:ext cx="4752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3C6B5B0-00D7-894E-B0E5-2DC44F2E2978}"/>
                    </a:ext>
                  </a:extLst>
                </p14:cNvPr>
                <p14:cNvContentPartPr/>
                <p14:nvPr/>
              </p14:nvContentPartPr>
              <p14:xfrm>
                <a:off x="695193" y="2233270"/>
                <a:ext cx="107640" cy="93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3C6B5B0-00D7-894E-B0E5-2DC44F2E297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90873" y="2228950"/>
                  <a:ext cx="116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19DF3C4-7A9C-FB4D-9FF9-3DEDFBD2F11F}"/>
                    </a:ext>
                  </a:extLst>
                </p14:cNvPr>
                <p14:cNvContentPartPr/>
                <p14:nvPr/>
              </p14:nvContentPartPr>
              <p14:xfrm>
                <a:off x="837393" y="2229670"/>
                <a:ext cx="70920" cy="134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19DF3C4-7A9C-FB4D-9FF9-3DEDFBD2F11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33073" y="2225350"/>
                  <a:ext cx="79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9734EC3-8192-7D49-BFC5-7F0353A01035}"/>
                    </a:ext>
                  </a:extLst>
                </p14:cNvPr>
                <p14:cNvContentPartPr/>
                <p14:nvPr/>
              </p14:nvContentPartPr>
              <p14:xfrm>
                <a:off x="864753" y="2116270"/>
                <a:ext cx="4320" cy="17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9734EC3-8192-7D49-BFC5-7F0353A0103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60433" y="2111950"/>
                  <a:ext cx="129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042FFA8-7EB3-2044-8896-B1D215F8D9A5}"/>
                    </a:ext>
                  </a:extLst>
                </p14:cNvPr>
                <p14:cNvContentPartPr/>
                <p14:nvPr/>
              </p14:nvContentPartPr>
              <p14:xfrm>
                <a:off x="934593" y="2170270"/>
                <a:ext cx="33840" cy="160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042FFA8-7EB3-2044-8896-B1D215F8D9A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30273" y="2165950"/>
                  <a:ext cx="424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1152081-2AAE-8343-BA2C-2DE57C97AC9C}"/>
                    </a:ext>
                  </a:extLst>
                </p14:cNvPr>
                <p14:cNvContentPartPr/>
                <p14:nvPr/>
              </p14:nvContentPartPr>
              <p14:xfrm>
                <a:off x="898953" y="2189710"/>
                <a:ext cx="91080" cy="87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1152081-2AAE-8343-BA2C-2DE57C97AC9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94633" y="2185390"/>
                  <a:ext cx="99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82B3243-3D27-5747-A9D6-1B9749A99EA9}"/>
                    </a:ext>
                  </a:extLst>
                </p14:cNvPr>
                <p14:cNvContentPartPr/>
                <p14:nvPr/>
              </p14:nvContentPartPr>
              <p14:xfrm>
                <a:off x="1038993" y="2003590"/>
                <a:ext cx="391680" cy="316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82B3243-3D27-5747-A9D6-1B9749A99EA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34673" y="1999270"/>
                  <a:ext cx="4003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AA2F962-92AE-6B4E-A04D-DC1C819B43AF}"/>
                    </a:ext>
                  </a:extLst>
                </p14:cNvPr>
                <p14:cNvContentPartPr/>
                <p14:nvPr/>
              </p14:nvContentPartPr>
              <p14:xfrm>
                <a:off x="257433" y="1406350"/>
                <a:ext cx="1405080" cy="1251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AA2F962-92AE-6B4E-A04D-DC1C819B43A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53113" y="1402030"/>
                  <a:ext cx="1413720" cy="126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50B02E59-BD69-8842-B833-5A45551B2B55}"/>
                  </a:ext>
                </a:extLst>
              </p14:cNvPr>
              <p14:cNvContentPartPr/>
              <p14:nvPr/>
            </p14:nvContentPartPr>
            <p14:xfrm>
              <a:off x="2633073" y="1361710"/>
              <a:ext cx="453600" cy="6051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50B02E59-BD69-8842-B833-5A45551B2B55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2628753" y="1357390"/>
                <a:ext cx="462240" cy="61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12C1B27-7A4E-0A49-A656-8117A36CA0CA}"/>
              </a:ext>
            </a:extLst>
          </p:cNvPr>
          <p:cNvGrpSpPr/>
          <p:nvPr/>
        </p:nvGrpSpPr>
        <p:grpSpPr>
          <a:xfrm>
            <a:off x="1661793" y="3873430"/>
            <a:ext cx="3140640" cy="469080"/>
            <a:chOff x="1661793" y="3873430"/>
            <a:chExt cx="3140640" cy="46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F306016-60C1-7D4E-9A2B-8D1FA32FF074}"/>
                    </a:ext>
                  </a:extLst>
                </p14:cNvPr>
                <p14:cNvContentPartPr/>
                <p14:nvPr/>
              </p14:nvContentPartPr>
              <p14:xfrm>
                <a:off x="1905153" y="3989710"/>
                <a:ext cx="2897280" cy="122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F306016-60C1-7D4E-9A2B-8D1FA32FF07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900833" y="3985390"/>
                  <a:ext cx="29059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F3B9646-663E-CB43-93F7-E0CB7C748259}"/>
                    </a:ext>
                  </a:extLst>
                </p14:cNvPr>
                <p14:cNvContentPartPr/>
                <p14:nvPr/>
              </p14:nvContentPartPr>
              <p14:xfrm>
                <a:off x="2138073" y="4063150"/>
                <a:ext cx="1987920" cy="105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F3B9646-663E-CB43-93F7-E0CB7C74825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133753" y="4058830"/>
                  <a:ext cx="1996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F4A2A45-03B0-1B40-A776-FC22E02C1902}"/>
                    </a:ext>
                  </a:extLst>
                </p14:cNvPr>
                <p14:cNvContentPartPr/>
                <p14:nvPr/>
              </p14:nvContentPartPr>
              <p14:xfrm>
                <a:off x="1906953" y="4219750"/>
                <a:ext cx="2677680" cy="35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F4A2A45-03B0-1B40-A776-FC22E02C190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902633" y="4215430"/>
                  <a:ext cx="26863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014F50E-1D15-324E-8151-84E5F3819831}"/>
                    </a:ext>
                  </a:extLst>
                </p14:cNvPr>
                <p14:cNvContentPartPr/>
                <p14:nvPr/>
              </p14:nvContentPartPr>
              <p14:xfrm>
                <a:off x="1661793" y="4265110"/>
                <a:ext cx="2697840" cy="77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014F50E-1D15-324E-8151-84E5F381983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657473" y="4260790"/>
                  <a:ext cx="27064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0C2A2A0-C591-8F4F-83A1-98643B541D48}"/>
                    </a:ext>
                  </a:extLst>
                </p14:cNvPr>
                <p14:cNvContentPartPr/>
                <p14:nvPr/>
              </p14:nvContentPartPr>
              <p14:xfrm>
                <a:off x="1935753" y="4094830"/>
                <a:ext cx="55440" cy="37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0C2A2A0-C591-8F4F-83A1-98643B541D4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931433" y="4090510"/>
                  <a:ext cx="64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DC90AB3-B655-0945-8891-C2E7BFA1516C}"/>
                    </a:ext>
                  </a:extLst>
                </p14:cNvPr>
                <p14:cNvContentPartPr/>
                <p14:nvPr/>
              </p14:nvContentPartPr>
              <p14:xfrm>
                <a:off x="1932873" y="3873430"/>
                <a:ext cx="30960" cy="1119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DC90AB3-B655-0945-8891-C2E7BFA1516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928553" y="3869110"/>
                  <a:ext cx="39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0B3A3AB-B17E-F148-BF70-E34137C2B031}"/>
                    </a:ext>
                  </a:extLst>
                </p14:cNvPr>
                <p14:cNvContentPartPr/>
                <p14:nvPr/>
              </p14:nvContentPartPr>
              <p14:xfrm>
                <a:off x="1985073" y="3904030"/>
                <a:ext cx="20520" cy="49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0B3A3AB-B17E-F148-BF70-E34137C2B03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980753" y="3899710"/>
                  <a:ext cx="29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4923DCC-9CDD-AC4D-A26C-0D9819616BA8}"/>
                    </a:ext>
                  </a:extLst>
                </p14:cNvPr>
                <p14:cNvContentPartPr/>
                <p14:nvPr/>
              </p14:nvContentPartPr>
              <p14:xfrm>
                <a:off x="2064993" y="4036510"/>
                <a:ext cx="1800" cy="6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4923DCC-9CDD-AC4D-A26C-0D9819616BA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060673" y="4032190"/>
                  <a:ext cx="104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D20C361-0EFB-8A4B-9325-DD2C3390BEF6}"/>
                    </a:ext>
                  </a:extLst>
                </p14:cNvPr>
                <p14:cNvContentPartPr/>
                <p14:nvPr/>
              </p14:nvContentPartPr>
              <p14:xfrm>
                <a:off x="2070393" y="4077190"/>
                <a:ext cx="1800" cy="4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D20C361-0EFB-8A4B-9325-DD2C3390BEF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066073" y="4072870"/>
                  <a:ext cx="1044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06DF9A3-C9A6-3F4C-9C99-AA043CCF9150}"/>
                    </a:ext>
                  </a:extLst>
                </p14:cNvPr>
                <p14:cNvContentPartPr/>
                <p14:nvPr/>
              </p14:nvContentPartPr>
              <p14:xfrm>
                <a:off x="2060313" y="4033630"/>
                <a:ext cx="2490840" cy="33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06DF9A3-C9A6-3F4C-9C99-AA043CCF915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055993" y="4029310"/>
                  <a:ext cx="249948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536A5ED8-71A8-A347-A642-1083C366CED6}"/>
                  </a:ext>
                </a:extLst>
              </p14:cNvPr>
              <p14:cNvContentPartPr/>
              <p14:nvPr/>
            </p14:nvContentPartPr>
            <p14:xfrm>
              <a:off x="2068593" y="4026430"/>
              <a:ext cx="2326320" cy="316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536A5ED8-71A8-A347-A642-1083C366CED6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064273" y="4022110"/>
                <a:ext cx="23349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AE348652-7AE0-2344-A5E7-882138970AB1}"/>
                  </a:ext>
                </a:extLst>
              </p14:cNvPr>
              <p14:cNvContentPartPr/>
              <p14:nvPr/>
            </p14:nvContentPartPr>
            <p14:xfrm>
              <a:off x="2167593" y="4138030"/>
              <a:ext cx="2403360" cy="1076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AE348652-7AE0-2344-A5E7-882138970AB1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163273" y="4133710"/>
                <a:ext cx="241200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A99DBE6-04E1-BB42-B96B-C69B1D63742B}"/>
                  </a:ext>
                </a:extLst>
              </p14:cNvPr>
              <p14:cNvContentPartPr/>
              <p14:nvPr/>
            </p14:nvContentPartPr>
            <p14:xfrm>
              <a:off x="1704633" y="4429990"/>
              <a:ext cx="2777040" cy="331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A99DBE6-04E1-BB42-B96B-C69B1D63742B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700313" y="4425670"/>
                <a:ext cx="27856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F17FECA1-4630-2A41-B3B2-6DE47FFEF26A}"/>
                  </a:ext>
                </a:extLst>
              </p14:cNvPr>
              <p14:cNvContentPartPr/>
              <p14:nvPr/>
            </p14:nvContentPartPr>
            <p14:xfrm>
              <a:off x="5207760" y="1546840"/>
              <a:ext cx="30960" cy="867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F17FECA1-4630-2A41-B3B2-6DE47FFEF26A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5203440" y="1542520"/>
                <a:ext cx="396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2F4E3E75-A58E-8044-BF5F-96266C27EEE9}"/>
                  </a:ext>
                </a:extLst>
              </p14:cNvPr>
              <p14:cNvContentPartPr/>
              <p14:nvPr/>
            </p14:nvContentPartPr>
            <p14:xfrm>
              <a:off x="3799800" y="3968920"/>
              <a:ext cx="1272600" cy="302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2F4E3E75-A58E-8044-BF5F-96266C27EEE9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3795480" y="3964600"/>
                <a:ext cx="12812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1E0FB5C2-A3CA-3A44-84A0-8984D5259C9C}"/>
                  </a:ext>
                </a:extLst>
              </p14:cNvPr>
              <p14:cNvContentPartPr/>
              <p14:nvPr/>
            </p14:nvContentPartPr>
            <p14:xfrm>
              <a:off x="4201920" y="4065040"/>
              <a:ext cx="947160" cy="504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1E0FB5C2-A3CA-3A44-84A0-8984D5259C9C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4197600" y="4060720"/>
                <a:ext cx="95580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D4FC955-9B00-5046-81C4-D1714FA9CC2A}"/>
                  </a:ext>
                </a:extLst>
              </p14:cNvPr>
              <p14:cNvContentPartPr/>
              <p14:nvPr/>
            </p14:nvContentPartPr>
            <p14:xfrm>
              <a:off x="5299560" y="1543240"/>
              <a:ext cx="268920" cy="50245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D4FC955-9B00-5046-81C4-D1714FA9CC2A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5295240" y="1538920"/>
                <a:ext cx="277560" cy="50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4B489CAE-E06F-B54A-B882-516851A62D23}"/>
                  </a:ext>
                </a:extLst>
              </p14:cNvPr>
              <p14:cNvContentPartPr/>
              <p14:nvPr/>
            </p14:nvContentPartPr>
            <p14:xfrm>
              <a:off x="5116680" y="6482080"/>
              <a:ext cx="866160" cy="6624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4B489CAE-E06F-B54A-B882-516851A62D23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5112360" y="6477760"/>
                <a:ext cx="87480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A81E40AF-3279-B041-85F4-83EE960D6E9A}"/>
                  </a:ext>
                </a:extLst>
              </p14:cNvPr>
              <p14:cNvContentPartPr/>
              <p14:nvPr/>
            </p14:nvContentPartPr>
            <p14:xfrm>
              <a:off x="5064480" y="1471240"/>
              <a:ext cx="846360" cy="601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A81E40AF-3279-B041-85F4-83EE960D6E9A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5060160" y="1466920"/>
                <a:ext cx="85500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E1D77C85-22FC-9942-953A-B002433EF84A}"/>
                  </a:ext>
                </a:extLst>
              </p14:cNvPr>
              <p14:cNvContentPartPr/>
              <p14:nvPr/>
            </p14:nvContentPartPr>
            <p14:xfrm>
              <a:off x="3885480" y="6242000"/>
              <a:ext cx="6120" cy="720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E1D77C85-22FC-9942-953A-B002433EF84A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3881160" y="6237680"/>
                <a:ext cx="1476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3798859-81AC-4F4E-BDF9-A9EC4FCD9B00}"/>
              </a:ext>
            </a:extLst>
          </p:cNvPr>
          <p:cNvGrpSpPr/>
          <p:nvPr/>
        </p:nvGrpSpPr>
        <p:grpSpPr>
          <a:xfrm>
            <a:off x="3890520" y="6255680"/>
            <a:ext cx="1625760" cy="48960"/>
            <a:chOff x="3890520" y="6255680"/>
            <a:chExt cx="1625760" cy="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AF8874A-827F-9640-9AA3-539D628F1953}"/>
                    </a:ext>
                  </a:extLst>
                </p14:cNvPr>
                <p14:cNvContentPartPr/>
                <p14:nvPr/>
              </p14:nvContentPartPr>
              <p14:xfrm>
                <a:off x="5165280" y="6255680"/>
                <a:ext cx="351000" cy="22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AF8874A-827F-9640-9AA3-539D628F195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160960" y="6251360"/>
                  <a:ext cx="359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42762AD-E930-D646-BEC6-22573D6A8297}"/>
                    </a:ext>
                  </a:extLst>
                </p14:cNvPr>
                <p14:cNvContentPartPr/>
                <p14:nvPr/>
              </p14:nvContentPartPr>
              <p14:xfrm>
                <a:off x="3894840" y="6292760"/>
                <a:ext cx="562680" cy="118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42762AD-E930-D646-BEC6-22573D6A829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890520" y="6288440"/>
                  <a:ext cx="5713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07291C0-A9D3-C74D-997D-D279FBD357FA}"/>
                    </a:ext>
                  </a:extLst>
                </p14:cNvPr>
                <p14:cNvContentPartPr/>
                <p14:nvPr/>
              </p14:nvContentPartPr>
              <p14:xfrm>
                <a:off x="3890520" y="6276200"/>
                <a:ext cx="580680" cy="266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07291C0-A9D3-C74D-997D-D279FBD357F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886200" y="6271880"/>
                  <a:ext cx="58932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56DCF8B5-C7E5-D846-9BBA-B1C03925049A}"/>
              </a:ext>
            </a:extLst>
          </p:cNvPr>
          <p:cNvGrpSpPr/>
          <p:nvPr/>
        </p:nvGrpSpPr>
        <p:grpSpPr>
          <a:xfrm>
            <a:off x="1545840" y="1517320"/>
            <a:ext cx="3824640" cy="1906200"/>
            <a:chOff x="1545840" y="1517320"/>
            <a:chExt cx="3824640" cy="19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F24D4BA-28EA-024B-B0AA-C6D4B7219C6C}"/>
                    </a:ext>
                  </a:extLst>
                </p14:cNvPr>
                <p14:cNvContentPartPr/>
                <p14:nvPr/>
              </p14:nvContentPartPr>
              <p14:xfrm>
                <a:off x="1545840" y="1612360"/>
                <a:ext cx="3520800" cy="144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F24D4BA-28EA-024B-B0AA-C6D4B7219C6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541520" y="1608040"/>
                  <a:ext cx="35294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2FB8886-F8D0-4B41-8910-0E4813128737}"/>
                    </a:ext>
                  </a:extLst>
                </p14:cNvPr>
                <p14:cNvContentPartPr/>
                <p14:nvPr/>
              </p14:nvContentPartPr>
              <p14:xfrm>
                <a:off x="4993560" y="1697680"/>
                <a:ext cx="125280" cy="123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2FB8886-F8D0-4B41-8910-0E481312873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989240" y="1693360"/>
                  <a:ext cx="133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361EBA9-E250-9040-860D-908A524EF1C3}"/>
                    </a:ext>
                  </a:extLst>
                </p14:cNvPr>
                <p14:cNvContentPartPr/>
                <p14:nvPr/>
              </p14:nvContentPartPr>
              <p14:xfrm>
                <a:off x="5281200" y="1517320"/>
                <a:ext cx="89280" cy="1906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361EBA9-E250-9040-860D-908A524EF1C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276880" y="1513000"/>
                  <a:ext cx="97920" cy="19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1E4BD7B-9528-CD43-95E8-BFB1DF2018B9}"/>
                    </a:ext>
                  </a:extLst>
                </p14:cNvPr>
                <p14:cNvContentPartPr/>
                <p14:nvPr/>
              </p14:nvContentPartPr>
              <p14:xfrm>
                <a:off x="5274360" y="3391480"/>
                <a:ext cx="360" cy="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1E4BD7B-9528-CD43-95E8-BFB1DF2018B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270040" y="338716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74DB905-ED1D-DE44-A61D-F451173D9160}"/>
                    </a:ext>
                  </a:extLst>
                </p14:cNvPr>
                <p14:cNvContentPartPr/>
                <p14:nvPr/>
              </p14:nvContentPartPr>
              <p14:xfrm>
                <a:off x="1685520" y="1751000"/>
                <a:ext cx="146520" cy="1368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74DB905-ED1D-DE44-A61D-F451173D916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681200" y="1746680"/>
                  <a:ext cx="155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3547A59-B5BD-EC4B-B1C2-BB747A5E032F}"/>
                    </a:ext>
                  </a:extLst>
                </p14:cNvPr>
                <p14:cNvContentPartPr/>
                <p14:nvPr/>
              </p14:nvContentPartPr>
              <p14:xfrm>
                <a:off x="2070360" y="1871240"/>
                <a:ext cx="60120" cy="100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3547A59-B5BD-EC4B-B1C2-BB747A5E032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066040" y="1866920"/>
                  <a:ext cx="687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FA7925A-A822-EF41-A069-4F893A7678CA}"/>
                    </a:ext>
                  </a:extLst>
                </p14:cNvPr>
                <p14:cNvContentPartPr/>
                <p14:nvPr/>
              </p14:nvContentPartPr>
              <p14:xfrm>
                <a:off x="2080080" y="1843160"/>
                <a:ext cx="104400" cy="648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FA7925A-A822-EF41-A069-4F893A7678C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075760" y="1838840"/>
                  <a:ext cx="113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D66DA30-2D78-A34C-A221-231B5615C1A7}"/>
                    </a:ext>
                  </a:extLst>
                </p14:cNvPr>
                <p14:cNvContentPartPr/>
                <p14:nvPr/>
              </p14:nvContentPartPr>
              <p14:xfrm>
                <a:off x="2145960" y="1959080"/>
                <a:ext cx="145080" cy="167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D66DA30-2D78-A34C-A221-231B5615C1A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141640" y="1954760"/>
                  <a:ext cx="153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7078E5C-76B1-0D44-90B5-6AADC1CCD2F1}"/>
                    </a:ext>
                  </a:extLst>
                </p14:cNvPr>
                <p14:cNvContentPartPr/>
                <p14:nvPr/>
              </p14:nvContentPartPr>
              <p14:xfrm>
                <a:off x="5107680" y="1582520"/>
                <a:ext cx="193320" cy="19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7078E5C-76B1-0D44-90B5-6AADC1CCD2F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103360" y="1578200"/>
                  <a:ext cx="201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7CAA839-D7F4-0548-BD60-6D01A27F05AC}"/>
                    </a:ext>
                  </a:extLst>
                </p14:cNvPr>
                <p14:cNvContentPartPr/>
                <p14:nvPr/>
              </p14:nvContentPartPr>
              <p14:xfrm>
                <a:off x="5147640" y="1648400"/>
                <a:ext cx="174240" cy="10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7CAA839-D7F4-0548-BD60-6D01A27F05A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143320" y="1644080"/>
                  <a:ext cx="1828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D1E1C94-5F93-EE40-BD56-20ECC7B1C078}"/>
                    </a:ext>
                  </a:extLst>
                </p14:cNvPr>
                <p14:cNvContentPartPr/>
                <p14:nvPr/>
              </p14:nvContentPartPr>
              <p14:xfrm>
                <a:off x="5157000" y="1716800"/>
                <a:ext cx="181800" cy="5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D1E1C94-5F93-EE40-BD56-20ECC7B1C07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152680" y="1712480"/>
                  <a:ext cx="1904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9C3B07A-3838-F544-8AC4-77F25004AA70}"/>
                    </a:ext>
                  </a:extLst>
                </p14:cNvPr>
                <p14:cNvContentPartPr/>
                <p14:nvPr/>
              </p14:nvContentPartPr>
              <p14:xfrm>
                <a:off x="5102280" y="1843880"/>
                <a:ext cx="267480" cy="201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9C3B07A-3838-F544-8AC4-77F25004AA7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097960" y="1839560"/>
                  <a:ext cx="27612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57223470-BAFE-CF42-8E40-62CC0F05F22C}"/>
                  </a:ext>
                </a:extLst>
              </p14:cNvPr>
              <p14:cNvContentPartPr/>
              <p14:nvPr/>
            </p14:nvContentPartPr>
            <p14:xfrm>
              <a:off x="3351960" y="2249960"/>
              <a:ext cx="360" cy="36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57223470-BAFE-CF42-8E40-62CC0F05F22C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3347640" y="224564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78179B38-9CAA-1345-B8EE-8357E5023B10}"/>
                  </a:ext>
                </a:extLst>
              </p14:cNvPr>
              <p14:cNvContentPartPr/>
              <p14:nvPr/>
            </p14:nvContentPartPr>
            <p14:xfrm>
              <a:off x="4940280" y="2209280"/>
              <a:ext cx="504360" cy="1620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78179B38-9CAA-1345-B8EE-8357E5023B10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935960" y="2204960"/>
                <a:ext cx="5130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23DEAE30-D7DA-F045-9895-90A778D53358}"/>
                  </a:ext>
                </a:extLst>
              </p14:cNvPr>
              <p14:cNvContentPartPr/>
              <p14:nvPr/>
            </p14:nvContentPartPr>
            <p14:xfrm>
              <a:off x="3209760" y="2217200"/>
              <a:ext cx="449640" cy="4176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23DEAE30-D7DA-F045-9895-90A778D53358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205440" y="2212880"/>
                <a:ext cx="4582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BA1A19C0-1F09-F749-831B-2BF6FA5F67B1}"/>
                  </a:ext>
                </a:extLst>
              </p14:cNvPr>
              <p14:cNvContentPartPr/>
              <p14:nvPr/>
            </p14:nvContentPartPr>
            <p14:xfrm>
              <a:off x="6595920" y="3916760"/>
              <a:ext cx="1131840" cy="29700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BA1A19C0-1F09-F749-831B-2BF6FA5F67B1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591600" y="3912440"/>
                <a:ext cx="1140480" cy="30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6602BF30-4E56-2D4A-8FA0-590EA8AF5F63}"/>
              </a:ext>
            </a:extLst>
          </p:cNvPr>
          <p:cNvGrpSpPr/>
          <p:nvPr/>
        </p:nvGrpSpPr>
        <p:grpSpPr>
          <a:xfrm>
            <a:off x="2047320" y="2458040"/>
            <a:ext cx="501120" cy="129600"/>
            <a:chOff x="2047320" y="2458040"/>
            <a:chExt cx="501120" cy="12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CE6BCD5-3949-7440-93D9-C2229E2BA311}"/>
                    </a:ext>
                  </a:extLst>
                </p14:cNvPr>
                <p14:cNvContentPartPr/>
                <p14:nvPr/>
              </p14:nvContentPartPr>
              <p14:xfrm>
                <a:off x="2047320" y="2463080"/>
                <a:ext cx="174960" cy="43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CE6BCD5-3949-7440-93D9-C2229E2BA31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043000" y="2458760"/>
                  <a:ext cx="1836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8C296C1-2311-9242-9D7E-DBCE3E0B7EA8}"/>
                    </a:ext>
                  </a:extLst>
                </p14:cNvPr>
                <p14:cNvContentPartPr/>
                <p14:nvPr/>
              </p14:nvContentPartPr>
              <p14:xfrm>
                <a:off x="2283840" y="2458040"/>
                <a:ext cx="264600" cy="136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8C296C1-2311-9242-9D7E-DBCE3E0B7EA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279520" y="2453720"/>
                  <a:ext cx="273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1008CCB-02FE-2D40-A588-E0E9D03973A4}"/>
                    </a:ext>
                  </a:extLst>
                </p14:cNvPr>
                <p14:cNvContentPartPr/>
                <p14:nvPr/>
              </p14:nvContentPartPr>
              <p14:xfrm>
                <a:off x="2197440" y="2522120"/>
                <a:ext cx="137520" cy="655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1008CCB-02FE-2D40-A588-E0E9D03973A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93120" y="2517800"/>
                  <a:ext cx="146160" cy="7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4E3A8561-78AA-E44B-9E88-2F87EBA88508}"/>
                  </a:ext>
                </a:extLst>
              </p14:cNvPr>
              <p14:cNvContentPartPr/>
              <p14:nvPr/>
            </p14:nvContentPartPr>
            <p14:xfrm>
              <a:off x="4584240" y="2223680"/>
              <a:ext cx="895680" cy="2484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4E3A8561-78AA-E44B-9E88-2F87EBA88508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579920" y="2219360"/>
                <a:ext cx="90432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1CA88201-7A53-A04C-961B-0BCBF8D901E2}"/>
              </a:ext>
            </a:extLst>
          </p:cNvPr>
          <p:cNvGrpSpPr/>
          <p:nvPr/>
        </p:nvGrpSpPr>
        <p:grpSpPr>
          <a:xfrm>
            <a:off x="2175120" y="2161400"/>
            <a:ext cx="498600" cy="194400"/>
            <a:chOff x="2175120" y="2161400"/>
            <a:chExt cx="49860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7D11EB8-BC24-9A4B-AA2F-D09970F690EA}"/>
                    </a:ext>
                  </a:extLst>
                </p14:cNvPr>
                <p14:cNvContentPartPr/>
                <p14:nvPr/>
              </p14:nvContentPartPr>
              <p14:xfrm>
                <a:off x="2175120" y="2275160"/>
                <a:ext cx="55800" cy="72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7D11EB8-BC24-9A4B-AA2F-D09970F690E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70800" y="2270840"/>
                  <a:ext cx="64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B3A6F43-F414-FD41-B098-45F2BD79B6FF}"/>
                    </a:ext>
                  </a:extLst>
                </p14:cNvPr>
                <p14:cNvContentPartPr/>
                <p14:nvPr/>
              </p14:nvContentPartPr>
              <p14:xfrm>
                <a:off x="2260080" y="2270840"/>
                <a:ext cx="108720" cy="648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B3A6F43-F414-FD41-B098-45F2BD79B6F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255760" y="2266520"/>
                  <a:ext cx="117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E098B94-A1C5-994A-BBC3-7D33385EF75A}"/>
                    </a:ext>
                  </a:extLst>
                </p14:cNvPr>
                <p14:cNvContentPartPr/>
                <p14:nvPr/>
              </p14:nvContentPartPr>
              <p14:xfrm>
                <a:off x="2406960" y="2161400"/>
                <a:ext cx="69480" cy="1378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E098B94-A1C5-994A-BBC3-7D33385EF75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402640" y="2157080"/>
                  <a:ext cx="78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9616803-D9C0-6244-8C6B-49E01CFBFEA0}"/>
                    </a:ext>
                  </a:extLst>
                </p14:cNvPr>
                <p14:cNvContentPartPr/>
                <p14:nvPr/>
              </p14:nvContentPartPr>
              <p14:xfrm>
                <a:off x="2549520" y="2222240"/>
                <a:ext cx="9360" cy="1335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9616803-D9C0-6244-8C6B-49E01CFBFEA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545200" y="2217920"/>
                  <a:ext cx="18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50723C2-A2B0-C941-82F4-89AAED49DF4F}"/>
                    </a:ext>
                  </a:extLst>
                </p14:cNvPr>
                <p14:cNvContentPartPr/>
                <p14:nvPr/>
              </p14:nvContentPartPr>
              <p14:xfrm>
                <a:off x="2523600" y="2213960"/>
                <a:ext cx="66240" cy="716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50723C2-A2B0-C941-82F4-89AAED49DF4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519280" y="2209640"/>
                  <a:ext cx="74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A4417BC-0449-2E4B-AD40-88D137FEB231}"/>
                    </a:ext>
                  </a:extLst>
                </p14:cNvPr>
                <p14:cNvContentPartPr/>
                <p14:nvPr/>
              </p14:nvContentPartPr>
              <p14:xfrm>
                <a:off x="2596680" y="2198840"/>
                <a:ext cx="54360" cy="820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A4417BC-0449-2E4B-AD40-88D137FEB23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592360" y="2194520"/>
                  <a:ext cx="630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7C0E9B0-54CE-D145-B83F-8364A4CE569F}"/>
                    </a:ext>
                  </a:extLst>
                </p14:cNvPr>
                <p14:cNvContentPartPr/>
                <p14:nvPr/>
              </p14:nvContentPartPr>
              <p14:xfrm>
                <a:off x="2602440" y="2202440"/>
                <a:ext cx="71280" cy="69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7C0E9B0-54CE-D145-B83F-8364A4CE569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98120" y="2198120"/>
                  <a:ext cx="7992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B7C35EE6-FD7B-5F4E-A998-C9FEEE0399B8}"/>
              </a:ext>
            </a:extLst>
          </p:cNvPr>
          <p:cNvGrpSpPr/>
          <p:nvPr/>
        </p:nvGrpSpPr>
        <p:grpSpPr>
          <a:xfrm>
            <a:off x="1854720" y="2257030"/>
            <a:ext cx="2409513" cy="702720"/>
            <a:chOff x="1854720" y="2257030"/>
            <a:chExt cx="2409513" cy="70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E61A55E-F77C-F84A-9AE7-FF9B933100E6}"/>
                    </a:ext>
                  </a:extLst>
                </p14:cNvPr>
                <p14:cNvContentPartPr/>
                <p14:nvPr/>
              </p14:nvContentPartPr>
              <p14:xfrm>
                <a:off x="2665473" y="2891350"/>
                <a:ext cx="1224000" cy="68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E61A55E-F77C-F84A-9AE7-FF9B933100E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661153" y="2887030"/>
                  <a:ext cx="12326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D6900FB-D52F-C942-9E1D-9BC8B8F268BE}"/>
                    </a:ext>
                  </a:extLst>
                </p14:cNvPr>
                <p14:cNvContentPartPr/>
                <p14:nvPr/>
              </p14:nvContentPartPr>
              <p14:xfrm>
                <a:off x="2809113" y="2744830"/>
                <a:ext cx="1421280" cy="65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D6900FB-D52F-C942-9E1D-9BC8B8F268B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804793" y="2740510"/>
                  <a:ext cx="14299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A9A1C4E-5F6A-0148-A48F-BE9047FA6B25}"/>
                    </a:ext>
                  </a:extLst>
                </p14:cNvPr>
                <p14:cNvContentPartPr/>
                <p14:nvPr/>
              </p14:nvContentPartPr>
              <p14:xfrm>
                <a:off x="2936193" y="2829070"/>
                <a:ext cx="1321200" cy="6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A9A1C4E-5F6A-0148-A48F-BE9047FA6B2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931873" y="2824750"/>
                  <a:ext cx="13298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8A9BCF3-8A89-5041-B016-7198FA100393}"/>
                    </a:ext>
                  </a:extLst>
                </p14:cNvPr>
                <p14:cNvContentPartPr/>
                <p14:nvPr/>
              </p14:nvContentPartPr>
              <p14:xfrm>
                <a:off x="3016833" y="2659150"/>
                <a:ext cx="1247400" cy="5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8A9BCF3-8A89-5041-B016-7198FA10039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012513" y="2654830"/>
                  <a:ext cx="12560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236A855-B271-7C4C-92D8-135DE7685759}"/>
                    </a:ext>
                  </a:extLst>
                </p14:cNvPr>
                <p14:cNvContentPartPr/>
                <p14:nvPr/>
              </p14:nvContentPartPr>
              <p14:xfrm>
                <a:off x="3062193" y="2544310"/>
                <a:ext cx="1038600" cy="43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236A855-B271-7C4C-92D8-135DE768575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057873" y="2539990"/>
                  <a:ext cx="1047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C37088B-AB38-2045-9A2A-B2553F8F38A6}"/>
                    </a:ext>
                  </a:extLst>
                </p14:cNvPr>
                <p14:cNvContentPartPr/>
                <p14:nvPr/>
              </p14:nvContentPartPr>
              <p14:xfrm>
                <a:off x="2945193" y="2437750"/>
                <a:ext cx="1137240" cy="31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C37088B-AB38-2045-9A2A-B2553F8F38A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40873" y="2433430"/>
                  <a:ext cx="1145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3422E30-5F16-CB4F-89DE-D96A6EEA6AB6}"/>
                    </a:ext>
                  </a:extLst>
                </p14:cNvPr>
                <p14:cNvContentPartPr/>
                <p14:nvPr/>
              </p14:nvContentPartPr>
              <p14:xfrm>
                <a:off x="2840793" y="2335870"/>
                <a:ext cx="118548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3422E30-5F16-CB4F-89DE-D96A6EEA6AB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836473" y="2331550"/>
                  <a:ext cx="1194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ED896EB-8C3F-B047-B1E3-6AFA5A3AFABB}"/>
                    </a:ext>
                  </a:extLst>
                </p14:cNvPr>
                <p14:cNvContentPartPr/>
                <p14:nvPr/>
              </p14:nvContentPartPr>
              <p14:xfrm>
                <a:off x="2948793" y="2257030"/>
                <a:ext cx="633960" cy="47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ED896EB-8C3F-B047-B1E3-6AFA5A3AFAB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944473" y="2252710"/>
                  <a:ext cx="642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83ED43F-8B8A-8D45-A1E2-DB09EF2A6090}"/>
                    </a:ext>
                  </a:extLst>
                </p14:cNvPr>
                <p14:cNvContentPartPr/>
                <p14:nvPr/>
              </p14:nvContentPartPr>
              <p14:xfrm>
                <a:off x="1854720" y="2462720"/>
                <a:ext cx="830880" cy="172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83ED43F-8B8A-8D45-A1E2-DB09EF2A609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850400" y="2458400"/>
                  <a:ext cx="83952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5A896F69-158D-8841-8CCC-777E03FDA883}"/>
              </a:ext>
            </a:extLst>
          </p:cNvPr>
          <p:cNvGrpSpPr/>
          <p:nvPr/>
        </p:nvGrpSpPr>
        <p:grpSpPr>
          <a:xfrm>
            <a:off x="3732120" y="1145120"/>
            <a:ext cx="1002960" cy="3745080"/>
            <a:chOff x="3732120" y="1145120"/>
            <a:chExt cx="1002960" cy="37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9006701-4DCD-1844-A768-91E64E11BF65}"/>
                    </a:ext>
                  </a:extLst>
                </p14:cNvPr>
                <p14:cNvContentPartPr/>
                <p14:nvPr/>
              </p14:nvContentPartPr>
              <p14:xfrm>
                <a:off x="4433400" y="1347080"/>
                <a:ext cx="80280" cy="23392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9006701-4DCD-1844-A768-91E64E11BF6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429080" y="1342760"/>
                  <a:ext cx="88920" cy="23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E4825BB-A877-9B4F-82C8-5E7D502E66DF}"/>
                    </a:ext>
                  </a:extLst>
                </p14:cNvPr>
                <p14:cNvContentPartPr/>
                <p14:nvPr/>
              </p14:nvContentPartPr>
              <p14:xfrm>
                <a:off x="3732120" y="1203440"/>
                <a:ext cx="159480" cy="33843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E4825BB-A877-9B4F-82C8-5E7D502E66D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727800" y="1199120"/>
                  <a:ext cx="168120" cy="33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673FB0C-E9FA-1C40-9BA3-DB0FBD442EAE}"/>
                    </a:ext>
                  </a:extLst>
                </p14:cNvPr>
                <p14:cNvContentPartPr/>
                <p14:nvPr/>
              </p14:nvContentPartPr>
              <p14:xfrm>
                <a:off x="4053240" y="1294880"/>
                <a:ext cx="324360" cy="35953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673FB0C-E9FA-1C40-9BA3-DB0FBD442EA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048920" y="1290560"/>
                  <a:ext cx="333000" cy="360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98B612B-2352-734B-B974-370C4523F085}"/>
                    </a:ext>
                  </a:extLst>
                </p14:cNvPr>
                <p14:cNvContentPartPr/>
                <p14:nvPr/>
              </p14:nvContentPartPr>
              <p14:xfrm>
                <a:off x="4586760" y="1145120"/>
                <a:ext cx="148320" cy="31568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98B612B-2352-734B-B974-370C4523F08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582440" y="1140800"/>
                  <a:ext cx="156960" cy="316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85C3937A-62EA-894C-B5AE-8EB1881B825D}"/>
              </a:ext>
            </a:extLst>
          </p:cNvPr>
          <p:cNvGrpSpPr/>
          <p:nvPr/>
        </p:nvGrpSpPr>
        <p:grpSpPr>
          <a:xfrm>
            <a:off x="6298200" y="5782640"/>
            <a:ext cx="3236760" cy="1069560"/>
            <a:chOff x="6298200" y="5782640"/>
            <a:chExt cx="3236760" cy="10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402F60C-08EF-9B42-A649-35009D767BEE}"/>
                    </a:ext>
                  </a:extLst>
                </p14:cNvPr>
                <p14:cNvContentPartPr/>
                <p14:nvPr/>
              </p14:nvContentPartPr>
              <p14:xfrm>
                <a:off x="6298200" y="6340640"/>
                <a:ext cx="101880" cy="1332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402F60C-08EF-9B42-A649-35009D767BE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293880" y="6336320"/>
                  <a:ext cx="1105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0C9A152-40BE-384B-A470-412519FD1994}"/>
                    </a:ext>
                  </a:extLst>
                </p14:cNvPr>
                <p14:cNvContentPartPr/>
                <p14:nvPr/>
              </p14:nvContentPartPr>
              <p14:xfrm>
                <a:off x="6334920" y="6061280"/>
                <a:ext cx="142200" cy="5274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0C9A152-40BE-384B-A470-412519FD199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330600" y="6056960"/>
                  <a:ext cx="15084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0BB2AEE-CF20-E849-8DAD-DDA17DAE7DEC}"/>
                    </a:ext>
                  </a:extLst>
                </p14:cNvPr>
                <p14:cNvContentPartPr/>
                <p14:nvPr/>
              </p14:nvContentPartPr>
              <p14:xfrm>
                <a:off x="6482520" y="6454760"/>
                <a:ext cx="120600" cy="1634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0BB2AEE-CF20-E849-8DAD-DDA17DAE7DE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478200" y="6450440"/>
                  <a:ext cx="129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AE4F377-5F0C-0941-9077-72BA24FD8DFE}"/>
                    </a:ext>
                  </a:extLst>
                </p14:cNvPr>
                <p14:cNvContentPartPr/>
                <p14:nvPr/>
              </p14:nvContentPartPr>
              <p14:xfrm>
                <a:off x="6633000" y="6424160"/>
                <a:ext cx="114840" cy="1468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AE4F377-5F0C-0941-9077-72BA24FD8DF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28680" y="6419840"/>
                  <a:ext cx="123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8E0A1B5-1CEE-5942-9321-952C29F23F32}"/>
                    </a:ext>
                  </a:extLst>
                </p14:cNvPr>
                <p14:cNvContentPartPr/>
                <p14:nvPr/>
              </p14:nvContentPartPr>
              <p14:xfrm>
                <a:off x="6773040" y="6467720"/>
                <a:ext cx="38880" cy="91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8E0A1B5-1CEE-5942-9321-952C29F23F3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768720" y="6463400"/>
                  <a:ext cx="47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D972A65-01E3-B64A-9001-54098A0562EB}"/>
                    </a:ext>
                  </a:extLst>
                </p14:cNvPr>
                <p14:cNvContentPartPr/>
                <p14:nvPr/>
              </p14:nvContentPartPr>
              <p14:xfrm>
                <a:off x="6823440" y="6393200"/>
                <a:ext cx="360" cy="54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D972A65-01E3-B64A-9001-54098A0562E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819120" y="6388880"/>
                  <a:ext cx="90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F1B67BB-549A-B941-A393-5107B0F4B837}"/>
                    </a:ext>
                  </a:extLst>
                </p14:cNvPr>
                <p14:cNvContentPartPr/>
                <p14:nvPr/>
              </p14:nvContentPartPr>
              <p14:xfrm>
                <a:off x="6883560" y="6441080"/>
                <a:ext cx="306360" cy="153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F1B67BB-549A-B941-A393-5107B0F4B83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879240" y="6436760"/>
                  <a:ext cx="315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3F76F1D-722D-7446-88B3-FBF85555F229}"/>
                    </a:ext>
                  </a:extLst>
                </p14:cNvPr>
                <p14:cNvContentPartPr/>
                <p14:nvPr/>
              </p14:nvContentPartPr>
              <p14:xfrm>
                <a:off x="7150680" y="6449000"/>
                <a:ext cx="377640" cy="2214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3F76F1D-722D-7446-88B3-FBF85555F22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146360" y="6444680"/>
                  <a:ext cx="386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F906BEC-0CE1-BC49-9707-61211C69DE47}"/>
                    </a:ext>
                  </a:extLst>
                </p14:cNvPr>
                <p14:cNvContentPartPr/>
                <p14:nvPr/>
              </p14:nvContentPartPr>
              <p14:xfrm>
                <a:off x="7576920" y="6368000"/>
                <a:ext cx="28800" cy="3092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F906BEC-0CE1-BC49-9707-61211C69DE4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572600" y="6363680"/>
                  <a:ext cx="374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3AE55E0-F811-884F-BE3D-16092045E153}"/>
                    </a:ext>
                  </a:extLst>
                </p14:cNvPr>
                <p14:cNvContentPartPr/>
                <p14:nvPr/>
              </p14:nvContentPartPr>
              <p14:xfrm>
                <a:off x="7497720" y="6521000"/>
                <a:ext cx="62640" cy="86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3AE55E0-F811-884F-BE3D-16092045E15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493400" y="6516680"/>
                  <a:ext cx="712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A441BA2-CA11-9848-8BED-64AE7DFC649A}"/>
                    </a:ext>
                  </a:extLst>
                </p14:cNvPr>
                <p14:cNvContentPartPr/>
                <p14:nvPr/>
              </p14:nvContentPartPr>
              <p14:xfrm>
                <a:off x="7643880" y="6208520"/>
                <a:ext cx="372240" cy="4330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A441BA2-CA11-9848-8BED-64AE7DFC649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639560" y="6204200"/>
                  <a:ext cx="38088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B34793C-4005-6745-A8E3-655BEB5342DB}"/>
                    </a:ext>
                  </a:extLst>
                </p14:cNvPr>
                <p14:cNvContentPartPr/>
                <p14:nvPr/>
              </p14:nvContentPartPr>
              <p14:xfrm>
                <a:off x="8235360" y="6453320"/>
                <a:ext cx="16560" cy="398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B34793C-4005-6745-A8E3-655BEB5342D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231040" y="6449000"/>
                  <a:ext cx="2520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3C9F6F9-E552-C04E-A807-0FEB5E551D4F}"/>
                    </a:ext>
                  </a:extLst>
                </p14:cNvPr>
                <p14:cNvContentPartPr/>
                <p14:nvPr/>
              </p14:nvContentPartPr>
              <p14:xfrm>
                <a:off x="8238240" y="6485360"/>
                <a:ext cx="142920" cy="129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3C9F6F9-E552-C04E-A807-0FEB5E551D4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233920" y="6481040"/>
                  <a:ext cx="1515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CE0DC7E-9D4F-0B4E-ACC7-1089C52FC8AD}"/>
                    </a:ext>
                  </a:extLst>
                </p14:cNvPr>
                <p14:cNvContentPartPr/>
                <p14:nvPr/>
              </p14:nvContentPartPr>
              <p14:xfrm>
                <a:off x="8421840" y="6432440"/>
                <a:ext cx="115920" cy="186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CE0DC7E-9D4F-0B4E-ACC7-1089C52FC8A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417520" y="6428120"/>
                  <a:ext cx="1245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3C1361E-E8B3-6146-A561-6A8D92BEDEEC}"/>
                    </a:ext>
                  </a:extLst>
                </p14:cNvPr>
                <p14:cNvContentPartPr/>
                <p14:nvPr/>
              </p14:nvContentPartPr>
              <p14:xfrm>
                <a:off x="8524800" y="6432800"/>
                <a:ext cx="112320" cy="1760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3C1361E-E8B3-6146-A561-6A8D92BEDEE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520480" y="6428480"/>
                  <a:ext cx="120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7E59CB2-592A-7B4A-8146-FD49CF2978E8}"/>
                    </a:ext>
                  </a:extLst>
                </p14:cNvPr>
                <p14:cNvContentPartPr/>
                <p14:nvPr/>
              </p14:nvContentPartPr>
              <p14:xfrm>
                <a:off x="8703000" y="6326240"/>
                <a:ext cx="95400" cy="4006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7E59CB2-592A-7B4A-8146-FD49CF2978E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698680" y="6321920"/>
                  <a:ext cx="1040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6E441A2-5834-4744-A6DD-7E1345300F2E}"/>
                    </a:ext>
                  </a:extLst>
                </p14:cNvPr>
                <p14:cNvContentPartPr/>
                <p14:nvPr/>
              </p14:nvContentPartPr>
              <p14:xfrm>
                <a:off x="8661600" y="6543680"/>
                <a:ext cx="190080" cy="802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6E441A2-5834-4744-A6DD-7E1345300F2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657280" y="6539360"/>
                  <a:ext cx="198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1E9A45E-4577-3248-8085-4696EF6CF45B}"/>
                    </a:ext>
                  </a:extLst>
                </p14:cNvPr>
                <p14:cNvContentPartPr/>
                <p14:nvPr/>
              </p14:nvContentPartPr>
              <p14:xfrm>
                <a:off x="8874000" y="6472760"/>
                <a:ext cx="28800" cy="1170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1E9A45E-4577-3248-8085-4696EF6CF45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869680" y="6468440"/>
                  <a:ext cx="37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1244ECA-5EA1-8347-9E4B-19618ABD9062}"/>
                    </a:ext>
                  </a:extLst>
                </p14:cNvPr>
                <p14:cNvContentPartPr/>
                <p14:nvPr/>
              </p14:nvContentPartPr>
              <p14:xfrm>
                <a:off x="8885520" y="6372320"/>
                <a:ext cx="1440" cy="32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1244ECA-5EA1-8347-9E4B-19618ABD906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881200" y="6368000"/>
                  <a:ext cx="1008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17E7865-FA08-6C4E-9B8C-25D61EF8DBD2}"/>
                    </a:ext>
                  </a:extLst>
                </p14:cNvPr>
                <p14:cNvContentPartPr/>
                <p14:nvPr/>
              </p14:nvContentPartPr>
              <p14:xfrm>
                <a:off x="9006840" y="6067400"/>
                <a:ext cx="43560" cy="4741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17E7865-FA08-6C4E-9B8C-25D61EF8DBD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002520" y="6063080"/>
                  <a:ext cx="5220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0A9A981-BECB-3A41-871C-76A017764EDD}"/>
                    </a:ext>
                  </a:extLst>
                </p14:cNvPr>
                <p14:cNvContentPartPr/>
                <p14:nvPr/>
              </p14:nvContentPartPr>
              <p14:xfrm>
                <a:off x="9059400" y="6330920"/>
                <a:ext cx="475560" cy="2808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0A9A981-BECB-3A41-871C-76A017764ED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055080" y="6326600"/>
                  <a:ext cx="4842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D70A3F1-3121-624E-8A79-423CA9C332AF}"/>
                    </a:ext>
                  </a:extLst>
                </p14:cNvPr>
                <p14:cNvContentPartPr/>
                <p14:nvPr/>
              </p14:nvContentPartPr>
              <p14:xfrm>
                <a:off x="6439680" y="5945000"/>
                <a:ext cx="134280" cy="1720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D70A3F1-3121-624E-8A79-423CA9C332A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435360" y="5940680"/>
                  <a:ext cx="1429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1B95A84-A1DD-164A-9013-8F4F4046C9D1}"/>
                    </a:ext>
                  </a:extLst>
                </p14:cNvPr>
                <p14:cNvContentPartPr/>
                <p14:nvPr/>
              </p14:nvContentPartPr>
              <p14:xfrm>
                <a:off x="6576480" y="5945720"/>
                <a:ext cx="363240" cy="1843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1B95A84-A1DD-164A-9013-8F4F4046C9D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572160" y="5941400"/>
                  <a:ext cx="3718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07F4FB5-4F48-2045-9D19-B379389637D2}"/>
                    </a:ext>
                  </a:extLst>
                </p14:cNvPr>
                <p14:cNvContentPartPr/>
                <p14:nvPr/>
              </p14:nvContentPartPr>
              <p14:xfrm>
                <a:off x="6939720" y="5782640"/>
                <a:ext cx="32400" cy="3456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07F4FB5-4F48-2045-9D19-B379389637D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935400" y="5778320"/>
                  <a:ext cx="410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1E0A7C0-E147-454C-93F1-6015EB04CCAB}"/>
                    </a:ext>
                  </a:extLst>
                </p14:cNvPr>
                <p14:cNvContentPartPr/>
                <p14:nvPr/>
              </p14:nvContentPartPr>
              <p14:xfrm>
                <a:off x="6916320" y="6003320"/>
                <a:ext cx="194040" cy="1548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1E0A7C0-E147-454C-93F1-6015EB04CCA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912000" y="5999000"/>
                  <a:ext cx="202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A7857D0-18F9-B140-83B4-D3E2DCB1F7E1}"/>
                    </a:ext>
                  </a:extLst>
                </p14:cNvPr>
                <p14:cNvContentPartPr/>
                <p14:nvPr/>
              </p14:nvContentPartPr>
              <p14:xfrm>
                <a:off x="7131960" y="5968760"/>
                <a:ext cx="360" cy="176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A7857D0-18F9-B140-83B4-D3E2DCB1F7E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127640" y="5964440"/>
                  <a:ext cx="9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8FDF78B-E3CE-AB45-A029-9CDAB22FFED8}"/>
                    </a:ext>
                  </a:extLst>
                </p14:cNvPr>
                <p14:cNvContentPartPr/>
                <p14:nvPr/>
              </p14:nvContentPartPr>
              <p14:xfrm>
                <a:off x="7191000" y="6018800"/>
                <a:ext cx="115920" cy="1303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8FDF78B-E3CE-AB45-A029-9CDAB22FFED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186680" y="6014480"/>
                  <a:ext cx="124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16BA5F4-EF5A-E240-8A9E-E503219694DF}"/>
                    </a:ext>
                  </a:extLst>
                </p14:cNvPr>
                <p14:cNvContentPartPr/>
                <p14:nvPr/>
              </p14:nvContentPartPr>
              <p14:xfrm>
                <a:off x="7403040" y="5821880"/>
                <a:ext cx="353880" cy="3823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16BA5F4-EF5A-E240-8A9E-E503219694D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398720" y="5817560"/>
                  <a:ext cx="3625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112F23C-9230-3C41-AA1B-433239BF628B}"/>
                    </a:ext>
                  </a:extLst>
                </p14:cNvPr>
                <p14:cNvContentPartPr/>
                <p14:nvPr/>
              </p14:nvContentPartPr>
              <p14:xfrm>
                <a:off x="7996320" y="5813240"/>
                <a:ext cx="240480" cy="9208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112F23C-9230-3C41-AA1B-433239BF628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992000" y="5808920"/>
                  <a:ext cx="249120" cy="929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362303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36475-0E36-EA49-9DDC-1D83B83D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lines with Hough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FB11E-1B0E-D844-9781-DCB057B52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46338" cy="4761292"/>
          </a:xfrm>
        </p:spPr>
        <p:txBody>
          <a:bodyPr/>
          <a:lstStyle/>
          <a:p>
            <a:r>
              <a:rPr lang="en-US" dirty="0"/>
              <a:t>Given points that belong to a line, what is the line?</a:t>
            </a:r>
          </a:p>
          <a:p>
            <a:r>
              <a:rPr lang="en-US" dirty="0"/>
              <a:t>How many lines are there?</a:t>
            </a:r>
          </a:p>
          <a:p>
            <a:r>
              <a:rPr lang="en-US" dirty="0"/>
              <a:t>Which points belong to which lines?</a:t>
            </a:r>
          </a:p>
          <a:p>
            <a:r>
              <a:rPr lang="en-US" dirty="0"/>
              <a:t>Hough transform is a voting technique that can be used to answer all of these questions</a:t>
            </a:r>
          </a:p>
          <a:p>
            <a:r>
              <a:rPr lang="en-US" dirty="0"/>
              <a:t>Main idea: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Record vote for each possible line on which each edge point lies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Look for lines that get many votes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0DAF2B-6872-164F-99C6-A750DDBE1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58" y="841570"/>
            <a:ext cx="1880419" cy="584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07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AE40-D19D-C346-8D4D-CE05FCF1E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CCD27-3338-6C44-A352-3BF16994D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not feasible to check all combinations of features by fitting a model to each possible subset</a:t>
            </a:r>
          </a:p>
          <a:p>
            <a:r>
              <a:rPr lang="en-US" dirty="0"/>
              <a:t>Voting is a general technique where we let the features vote for all models that are compatible with it</a:t>
            </a:r>
          </a:p>
          <a:p>
            <a:pPr lvl="1"/>
            <a:r>
              <a:rPr lang="en-US" dirty="0"/>
              <a:t>Cycle through features, cast votes for model parameters</a:t>
            </a:r>
          </a:p>
          <a:p>
            <a:pPr lvl="1"/>
            <a:r>
              <a:rPr lang="en-US" dirty="0"/>
              <a:t>Look for model parameters that receive a lot of votes</a:t>
            </a:r>
          </a:p>
          <a:p>
            <a:r>
              <a:rPr lang="en-US" dirty="0"/>
              <a:t>Noise &amp; clutter features with cast votes too, but typically their votes should be inconsistent with the majority of “good” features</a:t>
            </a:r>
          </a:p>
        </p:txBody>
      </p:sp>
    </p:spTree>
    <p:extLst>
      <p:ext uri="{BB962C8B-B14F-4D97-AF65-F5344CB8AC3E}">
        <p14:creationId xmlns:p14="http://schemas.microsoft.com/office/powerpoint/2010/main" val="5010150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AA6A83-6015-4C45-A3BA-50B26BA9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planes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2E5AC4-DBEA-BC4F-8DC8-445DB7544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026" y="2465169"/>
            <a:ext cx="9197948" cy="31296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7956D0-B1FA-1541-9D31-983990527C98}"/>
              </a:ext>
            </a:extLst>
          </p:cNvPr>
          <p:cNvSpPr txBox="1"/>
          <p:nvPr/>
        </p:nvSpPr>
        <p:spPr>
          <a:xfrm>
            <a:off x="7566053" y="2095837"/>
            <a:ext cx="2893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ab-plane or parameter space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F3D9E-5132-2349-A84B-E094E0044966}"/>
              </a:ext>
            </a:extLst>
          </p:cNvPr>
          <p:cNvSpPr txBox="1"/>
          <p:nvPr/>
        </p:nvSpPr>
        <p:spPr>
          <a:xfrm>
            <a:off x="5405479" y="5250026"/>
            <a:ext cx="11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y = </a:t>
            </a:r>
            <a:r>
              <a:rPr lang="en-US" dirty="0" err="1">
                <a:solidFill>
                  <a:srgbClr val="0070C0"/>
                </a:solidFill>
              </a:rPr>
              <a:t>a’x</a:t>
            </a:r>
            <a:r>
              <a:rPr lang="en-US" dirty="0">
                <a:solidFill>
                  <a:srgbClr val="0070C0"/>
                </a:solidFill>
              </a:rPr>
              <a:t> + b’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8F5A8-3661-1743-B877-09801CD64558}"/>
              </a:ext>
            </a:extLst>
          </p:cNvPr>
          <p:cNvSpPr txBox="1"/>
          <p:nvPr/>
        </p:nvSpPr>
        <p:spPr>
          <a:xfrm>
            <a:off x="6096000" y="5964122"/>
            <a:ext cx="6132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What if the line approaches the vertical or horizontal direction?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(i.e., infinity slope)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34B7B9-2980-864C-A6F0-086E4149708B}"/>
                  </a:ext>
                </a:extLst>
              </p14:cNvPr>
              <p14:cNvContentPartPr/>
              <p14:nvPr/>
            </p14:nvContentPartPr>
            <p14:xfrm>
              <a:off x="5044320" y="4988480"/>
              <a:ext cx="1886040" cy="996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34B7B9-2980-864C-A6F0-086E414970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40000" y="4984160"/>
                <a:ext cx="1894680" cy="10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B9E2BE-F4BC-EC4F-9869-0FAFEBF2ACCC}"/>
                  </a:ext>
                </a:extLst>
              </p14:cNvPr>
              <p14:cNvContentPartPr/>
              <p14:nvPr/>
            </p14:nvContentPartPr>
            <p14:xfrm>
              <a:off x="4571280" y="4771400"/>
              <a:ext cx="70560" cy="344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B9E2BE-F4BC-EC4F-9869-0FAFEBF2AC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66960" y="4767080"/>
                <a:ext cx="7920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7CDE3D3-C12E-C748-8DEE-9B79C9B3D125}"/>
                  </a:ext>
                </a:extLst>
              </p14:cNvPr>
              <p14:cNvContentPartPr/>
              <p14:nvPr/>
            </p14:nvContentPartPr>
            <p14:xfrm>
              <a:off x="6734160" y="2968520"/>
              <a:ext cx="316440" cy="30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7CDE3D3-C12E-C748-8DEE-9B79C9B3D1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29840" y="2964200"/>
                <a:ext cx="3250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4812295-590A-154D-B125-4CAADBBA6CB5}"/>
                  </a:ext>
                </a:extLst>
              </p14:cNvPr>
              <p14:cNvContentPartPr/>
              <p14:nvPr/>
            </p14:nvContentPartPr>
            <p14:xfrm>
              <a:off x="4987440" y="4957880"/>
              <a:ext cx="2009160" cy="895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4812295-590A-154D-B125-4CAADBBA6CB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83120" y="4953560"/>
                <a:ext cx="2017800" cy="90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EB2C9D4-20D3-D94C-ADB0-2CA5E4D933A3}"/>
                  </a:ext>
                </a:extLst>
              </p14:cNvPr>
              <p14:cNvContentPartPr/>
              <p14:nvPr/>
            </p14:nvContentPartPr>
            <p14:xfrm>
              <a:off x="4619160" y="1053680"/>
              <a:ext cx="47520" cy="1963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EB2C9D4-20D3-D94C-ADB0-2CA5E4D933A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14840" y="1049360"/>
                <a:ext cx="56160" cy="19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1CD5847-90D5-3B42-B171-F678D82AA16D}"/>
                  </a:ext>
                </a:extLst>
              </p14:cNvPr>
              <p14:cNvContentPartPr/>
              <p14:nvPr/>
            </p14:nvContentPartPr>
            <p14:xfrm>
              <a:off x="3503160" y="1778000"/>
              <a:ext cx="2840400" cy="74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1CD5847-90D5-3B42-B171-F678D82AA16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98840" y="1773680"/>
                <a:ext cx="28490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08BA570-9BDC-3C4C-B867-B7AFF3F27F46}"/>
                  </a:ext>
                </a:extLst>
              </p14:cNvPr>
              <p14:cNvContentPartPr/>
              <p14:nvPr/>
            </p14:nvContentPartPr>
            <p14:xfrm>
              <a:off x="6725520" y="4473320"/>
              <a:ext cx="638640" cy="256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08BA570-9BDC-3C4C-B867-B7AFF3F27F4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21200" y="4469000"/>
                <a:ext cx="6472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173C773-3294-954A-8977-FE60CDFB2E41}"/>
                  </a:ext>
                </a:extLst>
              </p14:cNvPr>
              <p14:cNvContentPartPr/>
              <p14:nvPr/>
            </p14:nvContentPartPr>
            <p14:xfrm>
              <a:off x="5252760" y="3510320"/>
              <a:ext cx="1725840" cy="531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173C773-3294-954A-8977-FE60CDFB2E4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48440" y="3506000"/>
                <a:ext cx="173448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296C49F-A17A-7641-AD5B-BE468B1998CB}"/>
                  </a:ext>
                </a:extLst>
              </p14:cNvPr>
              <p14:cNvContentPartPr/>
              <p14:nvPr/>
            </p14:nvContentPartPr>
            <p14:xfrm>
              <a:off x="8328240" y="3210440"/>
              <a:ext cx="1989000" cy="549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296C49F-A17A-7641-AD5B-BE468B1998C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323920" y="3206120"/>
                <a:ext cx="1997640" cy="55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D881054A-30DC-BB49-AB90-99408F0846C6}"/>
              </a:ext>
            </a:extLst>
          </p:cNvPr>
          <p:cNvGrpSpPr/>
          <p:nvPr/>
        </p:nvGrpSpPr>
        <p:grpSpPr>
          <a:xfrm>
            <a:off x="6526800" y="1753880"/>
            <a:ext cx="4556880" cy="964800"/>
            <a:chOff x="6526800" y="1753880"/>
            <a:chExt cx="4556880" cy="96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3441B94-838C-0541-9AC4-36B827F5B0A5}"/>
                    </a:ext>
                  </a:extLst>
                </p14:cNvPr>
                <p14:cNvContentPartPr/>
                <p14:nvPr/>
              </p14:nvContentPartPr>
              <p14:xfrm>
                <a:off x="6526800" y="2375960"/>
                <a:ext cx="897480" cy="163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3441B94-838C-0541-9AC4-36B827F5B0A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22480" y="2371640"/>
                  <a:ext cx="9061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E841FEB-8D8F-0946-922C-4F813DE1DE03}"/>
                    </a:ext>
                  </a:extLst>
                </p14:cNvPr>
                <p14:cNvContentPartPr/>
                <p14:nvPr/>
              </p14:nvContentPartPr>
              <p14:xfrm>
                <a:off x="7368480" y="2277320"/>
                <a:ext cx="106560" cy="441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E841FEB-8D8F-0946-922C-4F813DE1DE0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364160" y="2273000"/>
                  <a:ext cx="11520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6DCED14-450B-0F4C-A6DD-7038CB4A2C7B}"/>
                    </a:ext>
                  </a:extLst>
                </p14:cNvPr>
                <p14:cNvContentPartPr/>
                <p14:nvPr/>
              </p14:nvContentPartPr>
              <p14:xfrm>
                <a:off x="8747640" y="1753880"/>
                <a:ext cx="2336040" cy="942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6DCED14-450B-0F4C-A6DD-7038CB4A2C7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43320" y="1749560"/>
                  <a:ext cx="2344680" cy="9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0EBABF8-035E-8D40-A16A-82F854B0A5C5}"/>
                    </a:ext>
                  </a:extLst>
                </p14:cNvPr>
                <p14:cNvContentPartPr/>
                <p14:nvPr/>
              </p14:nvContentPartPr>
              <p14:xfrm>
                <a:off x="7263720" y="2086480"/>
                <a:ext cx="516960" cy="235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0EBABF8-035E-8D40-A16A-82F854B0A5C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59400" y="2082160"/>
                  <a:ext cx="52560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02080F6-70A5-8046-A5DF-940A76F55732}"/>
              </a:ext>
            </a:extLst>
          </p:cNvPr>
          <p:cNvGrpSpPr/>
          <p:nvPr/>
        </p:nvGrpSpPr>
        <p:grpSpPr>
          <a:xfrm>
            <a:off x="6273000" y="1030240"/>
            <a:ext cx="1125360" cy="529200"/>
            <a:chOff x="6273000" y="1030240"/>
            <a:chExt cx="112536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64580D9-A3E2-3843-AD02-09F93B0873AB}"/>
                    </a:ext>
                  </a:extLst>
                </p14:cNvPr>
                <p14:cNvContentPartPr/>
                <p14:nvPr/>
              </p14:nvContentPartPr>
              <p14:xfrm>
                <a:off x="6273000" y="1263160"/>
                <a:ext cx="254520" cy="296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64580D9-A3E2-3843-AD02-09F93B0873A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268680" y="1258840"/>
                  <a:ext cx="2631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B4725C6-E5DE-154B-903D-F78ACEA9B588}"/>
                    </a:ext>
                  </a:extLst>
                </p14:cNvPr>
                <p14:cNvContentPartPr/>
                <p14:nvPr/>
              </p14:nvContentPartPr>
              <p14:xfrm>
                <a:off x="7035120" y="1337320"/>
                <a:ext cx="360" cy="1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B4725C6-E5DE-154B-903D-F78ACEA9B58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30800" y="1333000"/>
                  <a:ext cx="900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964DB7-5905-7740-B4D6-645019185EF7}"/>
                    </a:ext>
                  </a:extLst>
                </p14:cNvPr>
                <p14:cNvContentPartPr/>
                <p14:nvPr/>
              </p14:nvContentPartPr>
              <p14:xfrm>
                <a:off x="6627600" y="1276480"/>
                <a:ext cx="381240" cy="7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964DB7-5905-7740-B4D6-645019185EF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23280" y="1272160"/>
                  <a:ext cx="3898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620F61D-EF25-8849-AA45-79A2E163DDDD}"/>
                    </a:ext>
                  </a:extLst>
                </p14:cNvPr>
                <p14:cNvContentPartPr/>
                <p14:nvPr/>
              </p14:nvContentPartPr>
              <p14:xfrm>
                <a:off x="6684120" y="1378720"/>
                <a:ext cx="366840" cy="5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620F61D-EF25-8849-AA45-79A2E163DDD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679800" y="1374400"/>
                  <a:ext cx="37548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8FAFD9-C4F1-B04A-81CF-9D14E4DD12EC}"/>
                    </a:ext>
                  </a:extLst>
                </p14:cNvPr>
                <p14:cNvContentPartPr/>
                <p14:nvPr/>
              </p14:nvContentPartPr>
              <p14:xfrm>
                <a:off x="7131600" y="1030240"/>
                <a:ext cx="266760" cy="364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8FAFD9-C4F1-B04A-81CF-9D14E4DD12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127280" y="1025920"/>
                  <a:ext cx="275400" cy="37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57347C-B887-454D-916B-5A61C3A2380A}"/>
              </a:ext>
            </a:extLst>
          </p:cNvPr>
          <p:cNvGrpSpPr/>
          <p:nvPr/>
        </p:nvGrpSpPr>
        <p:grpSpPr>
          <a:xfrm>
            <a:off x="4802400" y="2430640"/>
            <a:ext cx="580680" cy="1422360"/>
            <a:chOff x="4802400" y="2430640"/>
            <a:chExt cx="580680" cy="142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843C954-DA8E-A94A-BFC5-87794C5717C0}"/>
                    </a:ext>
                  </a:extLst>
                </p14:cNvPr>
                <p14:cNvContentPartPr/>
                <p14:nvPr/>
              </p14:nvContentPartPr>
              <p14:xfrm>
                <a:off x="4802400" y="2430640"/>
                <a:ext cx="104040" cy="1422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843C954-DA8E-A94A-BFC5-87794C5717C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798080" y="2426320"/>
                  <a:ext cx="112680" cy="14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F0FF839-6A1F-484B-8CE8-9A82EAE53B37}"/>
                    </a:ext>
                  </a:extLst>
                </p14:cNvPr>
                <p14:cNvContentPartPr/>
                <p14:nvPr/>
              </p14:nvContentPartPr>
              <p14:xfrm>
                <a:off x="5211000" y="2447560"/>
                <a:ext cx="172080" cy="1229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F0FF839-6A1F-484B-8CE8-9A82EAE53B3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06680" y="2443240"/>
                  <a:ext cx="180720" cy="1238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960986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ACC19-628A-504A-A9DA-C8AAF9A8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Polar representation for lines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E038E0-13A2-194D-8942-F70E96E72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683" y="2468070"/>
            <a:ext cx="3301707" cy="33339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9DF55F-E856-F748-9B12-B06CB593AD88}"/>
              </a:ext>
            </a:extLst>
          </p:cNvPr>
          <p:cNvSpPr txBox="1"/>
          <p:nvPr/>
        </p:nvSpPr>
        <p:spPr>
          <a:xfrm>
            <a:off x="6093303" y="2492347"/>
            <a:ext cx="50949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rho: perpendicular distance from line to origin</a:t>
            </a:r>
          </a:p>
          <a:p>
            <a:endParaRPr lang="en-US" dirty="0"/>
          </a:p>
          <a:p>
            <a:r>
              <a:rPr lang="en-US" dirty="0"/>
              <a:t>theta: angle the perpendicular makes with the x-axis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D414D-F0EE-A547-AEA1-D11527C66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738" y="4573080"/>
            <a:ext cx="3001134" cy="70781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E804F5-4E07-9B4F-A19E-571DDD81E4FE}"/>
              </a:ext>
            </a:extLst>
          </p:cNvPr>
          <p:cNvSpPr txBox="1"/>
          <p:nvPr/>
        </p:nvSpPr>
        <p:spPr>
          <a:xfrm>
            <a:off x="5891002" y="4159306"/>
            <a:ext cx="3029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Normal presentation </a:t>
            </a:r>
            <a:r>
              <a:rPr lang="en-US" dirty="0"/>
              <a:t>of a line: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3A7DE-BE03-6644-BA72-B3BC0D477D4D}"/>
              </a:ext>
            </a:extLst>
          </p:cNvPr>
          <p:cNvSpPr txBox="1"/>
          <p:nvPr/>
        </p:nvSpPr>
        <p:spPr>
          <a:xfrm>
            <a:off x="5356928" y="5884295"/>
            <a:ext cx="622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 Point in image space is now sinusoid segment in Hough space</a:t>
            </a:r>
            <a:endParaRPr 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198B48F-D023-5749-90E5-7A61DFBA2425}"/>
                  </a:ext>
                </a:extLst>
              </p14:cNvPr>
              <p14:cNvContentPartPr/>
              <p14:nvPr/>
            </p14:nvContentPartPr>
            <p14:xfrm>
              <a:off x="5448600" y="4271640"/>
              <a:ext cx="558360" cy="1114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198B48F-D023-5749-90E5-7A61DFBA24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4280" y="4267320"/>
                <a:ext cx="567000" cy="11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88E449F-FBFE-7245-9C91-1CDA550D0E10}"/>
                  </a:ext>
                </a:extLst>
              </p14:cNvPr>
              <p14:cNvContentPartPr/>
              <p14:nvPr/>
            </p14:nvContentPartPr>
            <p14:xfrm>
              <a:off x="6216840" y="4673800"/>
              <a:ext cx="881280" cy="525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88E449F-FBFE-7245-9C91-1CDA550D0E1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12520" y="4669480"/>
                <a:ext cx="889920" cy="53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2DB1E68-EA71-0347-BA05-FBA99CB2B8D8}"/>
                  </a:ext>
                </a:extLst>
              </p14:cNvPr>
              <p14:cNvContentPartPr/>
              <p14:nvPr/>
            </p14:nvContentPartPr>
            <p14:xfrm>
              <a:off x="7536960" y="4823920"/>
              <a:ext cx="449280" cy="4086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2DB1E68-EA71-0347-BA05-FBA99CB2B8D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32640" y="4819600"/>
                <a:ext cx="45792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2D33E90-4A82-AB41-B92C-AE7A2ECDC015}"/>
                  </a:ext>
                </a:extLst>
              </p14:cNvPr>
              <p14:cNvContentPartPr/>
              <p14:nvPr/>
            </p14:nvContentPartPr>
            <p14:xfrm>
              <a:off x="7961760" y="5092120"/>
              <a:ext cx="268200" cy="106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2D33E90-4A82-AB41-B92C-AE7A2ECDC01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57440" y="5087800"/>
                <a:ext cx="27684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06ACE26-2F17-3841-878F-AF7A83D90FB2}"/>
                  </a:ext>
                </a:extLst>
              </p14:cNvPr>
              <p14:cNvContentPartPr/>
              <p14:nvPr/>
            </p14:nvContentPartPr>
            <p14:xfrm>
              <a:off x="6627240" y="5073040"/>
              <a:ext cx="663120" cy="96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06ACE26-2F17-3841-878F-AF7A83D90FB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22920" y="5068720"/>
                <a:ext cx="67176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26CDA7A-538E-B244-AAFB-020CE1ABEA80}"/>
                  </a:ext>
                </a:extLst>
              </p14:cNvPr>
              <p14:cNvContentPartPr/>
              <p14:nvPr/>
            </p14:nvContentPartPr>
            <p14:xfrm>
              <a:off x="8555400" y="4989160"/>
              <a:ext cx="305280" cy="1584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26CDA7A-538E-B244-AAFB-020CE1ABEA8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551080" y="4984840"/>
                <a:ext cx="3139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6563785-CC37-B546-BF70-EFB7B41C94A3}"/>
                  </a:ext>
                </a:extLst>
              </p14:cNvPr>
              <p14:cNvContentPartPr/>
              <p14:nvPr/>
            </p14:nvContentPartPr>
            <p14:xfrm>
              <a:off x="5628240" y="4696480"/>
              <a:ext cx="176760" cy="5835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6563785-CC37-B546-BF70-EFB7B41C94A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23920" y="4692160"/>
                <a:ext cx="185400" cy="592200"/>
              </a:xfrm>
              <a:prstGeom prst="rect">
                <a:avLst/>
              </a:prstGeom>
            </p:spPr>
          </p:pic>
        </mc:Fallback>
      </mc:AlternateContent>
      <p:sp>
        <p:nvSpPr>
          <p:cNvPr id="70" name="Rectangle 69">
            <a:extLst>
              <a:ext uri="{FF2B5EF4-FFF2-40B4-BE49-F238E27FC236}">
                <a16:creationId xmlns:a16="http://schemas.microsoft.com/office/drawing/2014/main" id="{0B65C590-AE99-F343-BA87-9F4A366046E7}"/>
              </a:ext>
            </a:extLst>
          </p:cNvPr>
          <p:cNvSpPr/>
          <p:nvPr/>
        </p:nvSpPr>
        <p:spPr>
          <a:xfrm>
            <a:off x="5401206" y="2418294"/>
            <a:ext cx="6959951" cy="2861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265335D-BA2B-364F-B460-72A100363BC2}"/>
                  </a:ext>
                </a:extLst>
              </p14:cNvPr>
              <p14:cNvContentPartPr/>
              <p14:nvPr/>
            </p14:nvContentPartPr>
            <p14:xfrm>
              <a:off x="4046400" y="5011800"/>
              <a:ext cx="360" cy="3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265335D-BA2B-364F-B460-72A100363BC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42080" y="500748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27BE5CF-9BC0-0C41-9CD8-2E04B26BF5A3}"/>
                  </a:ext>
                </a:extLst>
              </p14:cNvPr>
              <p14:cNvContentPartPr/>
              <p14:nvPr/>
            </p14:nvContentPartPr>
            <p14:xfrm>
              <a:off x="2807423" y="4438771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27BE5CF-9BC0-0C41-9CD8-2E04B26BF5A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03103" y="4434451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38C4E00-7AD0-6D44-ABF2-41E3F8029E5A}"/>
                  </a:ext>
                </a:extLst>
              </p14:cNvPr>
              <p14:cNvContentPartPr/>
              <p14:nvPr/>
            </p14:nvContentPartPr>
            <p14:xfrm>
              <a:off x="2490263" y="5992171"/>
              <a:ext cx="1944000" cy="2538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38C4E00-7AD0-6D44-ABF2-41E3F8029E5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85943" y="5987851"/>
                <a:ext cx="1952640" cy="26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09D3DA3-9EF3-5548-B4EC-82137D2DA8DD}"/>
              </a:ext>
            </a:extLst>
          </p:cNvPr>
          <p:cNvGrpSpPr/>
          <p:nvPr/>
        </p:nvGrpSpPr>
        <p:grpSpPr>
          <a:xfrm>
            <a:off x="437903" y="5321851"/>
            <a:ext cx="5828040" cy="1823400"/>
            <a:chOff x="437903" y="5321851"/>
            <a:chExt cx="5828040" cy="182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D74AA0A-1353-864F-A3B1-F6ABCF3D804C}"/>
                    </a:ext>
                  </a:extLst>
                </p14:cNvPr>
                <p14:cNvContentPartPr/>
                <p14:nvPr/>
              </p14:nvContentPartPr>
              <p14:xfrm>
                <a:off x="2295863" y="5793811"/>
                <a:ext cx="141840" cy="236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D74AA0A-1353-864F-A3B1-F6ABCF3D80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91543" y="5789491"/>
                  <a:ext cx="150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99333C7-AA0E-454E-B86C-4DF8F3110B66}"/>
                    </a:ext>
                  </a:extLst>
                </p14:cNvPr>
                <p14:cNvContentPartPr/>
                <p14:nvPr/>
              </p14:nvContentPartPr>
              <p14:xfrm>
                <a:off x="2489183" y="5785531"/>
                <a:ext cx="97560" cy="200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99333C7-AA0E-454E-B86C-4DF8F3110B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84863" y="5781211"/>
                  <a:ext cx="1062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83BF9A1-D272-7648-9747-D294FB188242}"/>
                    </a:ext>
                  </a:extLst>
                </p14:cNvPr>
                <p14:cNvContentPartPr/>
                <p14:nvPr/>
              </p14:nvContentPartPr>
              <p14:xfrm>
                <a:off x="2617703" y="5730451"/>
                <a:ext cx="147600" cy="209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83BF9A1-D272-7648-9747-D294FB18824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13383" y="5726131"/>
                  <a:ext cx="156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55B0DD-1097-2D4C-829D-060240190FA9}"/>
                    </a:ext>
                  </a:extLst>
                </p14:cNvPr>
                <p14:cNvContentPartPr/>
                <p14:nvPr/>
              </p14:nvContentPartPr>
              <p14:xfrm>
                <a:off x="2736863" y="5734411"/>
                <a:ext cx="349560" cy="174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55B0DD-1097-2D4C-829D-060240190F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32543" y="5730091"/>
                  <a:ext cx="358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5656308-0D2A-FC44-9855-D2014B6F320E}"/>
                    </a:ext>
                  </a:extLst>
                </p14:cNvPr>
                <p14:cNvContentPartPr/>
                <p14:nvPr/>
              </p14:nvContentPartPr>
              <p14:xfrm>
                <a:off x="3153383" y="5463691"/>
                <a:ext cx="209160" cy="361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5656308-0D2A-FC44-9855-D2014B6F320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49063" y="5459371"/>
                  <a:ext cx="2178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E653D6-6ABC-A74F-A985-C9C384B7104C}"/>
                    </a:ext>
                  </a:extLst>
                </p14:cNvPr>
                <p14:cNvContentPartPr/>
                <p14:nvPr/>
              </p14:nvContentPartPr>
              <p14:xfrm>
                <a:off x="3137543" y="5634691"/>
                <a:ext cx="548640" cy="21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E653D6-6ABC-A74F-A985-C9C384B7104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33223" y="5630371"/>
                  <a:ext cx="557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F4C1BE2-9056-3E48-A5A1-6DE5E7645404}"/>
                    </a:ext>
                  </a:extLst>
                </p14:cNvPr>
                <p14:cNvContentPartPr/>
                <p14:nvPr/>
              </p14:nvContentPartPr>
              <p14:xfrm>
                <a:off x="3771863" y="5585011"/>
                <a:ext cx="213840" cy="33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F4C1BE2-9056-3E48-A5A1-6DE5E764540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67543" y="5580691"/>
                  <a:ext cx="222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9F64CC3-FB16-AE4B-8C24-A3945025BEDE}"/>
                    </a:ext>
                  </a:extLst>
                </p14:cNvPr>
                <p14:cNvContentPartPr/>
                <p14:nvPr/>
              </p14:nvContentPartPr>
              <p14:xfrm>
                <a:off x="3894263" y="5559091"/>
                <a:ext cx="114480" cy="226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9F64CC3-FB16-AE4B-8C24-A3945025BED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89943" y="5554771"/>
                  <a:ext cx="1231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A07A120-4105-5D41-BCF8-53A9B714A884}"/>
                    </a:ext>
                  </a:extLst>
                </p14:cNvPr>
                <p14:cNvContentPartPr/>
                <p14:nvPr/>
              </p14:nvContentPartPr>
              <p14:xfrm>
                <a:off x="4243823" y="5540731"/>
                <a:ext cx="167760" cy="406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A07A120-4105-5D41-BCF8-53A9B714A88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39503" y="5536411"/>
                  <a:ext cx="1764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D5756F9-D871-1F41-B3B4-7F88CCAE4DB1}"/>
                    </a:ext>
                  </a:extLst>
                </p14:cNvPr>
                <p14:cNvContentPartPr/>
                <p14:nvPr/>
              </p14:nvContentPartPr>
              <p14:xfrm>
                <a:off x="4481423" y="5583571"/>
                <a:ext cx="125280" cy="16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D5756F9-D871-1F41-B3B4-7F88CCAE4DB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77103" y="5579251"/>
                  <a:ext cx="1339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3724FBE-F55A-7649-B34E-89C909180421}"/>
                    </a:ext>
                  </a:extLst>
                </p14:cNvPr>
                <p14:cNvContentPartPr/>
                <p14:nvPr/>
              </p14:nvContentPartPr>
              <p14:xfrm>
                <a:off x="4483943" y="5612731"/>
                <a:ext cx="329400" cy="234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3724FBE-F55A-7649-B34E-89C9091804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79623" y="5608411"/>
                  <a:ext cx="3380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79FCA43-4021-7142-99C0-C03608736335}"/>
                    </a:ext>
                  </a:extLst>
                </p14:cNvPr>
                <p14:cNvContentPartPr/>
                <p14:nvPr/>
              </p14:nvContentPartPr>
              <p14:xfrm>
                <a:off x="4848623" y="5350651"/>
                <a:ext cx="231840" cy="387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79FCA43-4021-7142-99C0-C0360873633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44303" y="5346331"/>
                  <a:ext cx="24048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7B915C9-9B29-E54C-B9F1-B96ED7CF6E38}"/>
                    </a:ext>
                  </a:extLst>
                </p14:cNvPr>
                <p14:cNvContentPartPr/>
                <p14:nvPr/>
              </p14:nvContentPartPr>
              <p14:xfrm>
                <a:off x="4820543" y="5474851"/>
                <a:ext cx="308160" cy="28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7B915C9-9B29-E54C-B9F1-B96ED7CF6E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16223" y="5470531"/>
                  <a:ext cx="316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3A3CD5E-8E0F-064D-860D-8F5A68C6C27A}"/>
                    </a:ext>
                  </a:extLst>
                </p14:cNvPr>
                <p14:cNvContentPartPr/>
                <p14:nvPr/>
              </p14:nvContentPartPr>
              <p14:xfrm>
                <a:off x="5448743" y="5526691"/>
                <a:ext cx="184680" cy="15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3A3CD5E-8E0F-064D-860D-8F5A68C6C27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44423" y="5522371"/>
                  <a:ext cx="1933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D41E6DF-F8E9-7048-8C74-3EE97F04B4AE}"/>
                    </a:ext>
                  </a:extLst>
                </p14:cNvPr>
                <p14:cNvContentPartPr/>
                <p14:nvPr/>
              </p14:nvContentPartPr>
              <p14:xfrm>
                <a:off x="5475743" y="5684011"/>
                <a:ext cx="311400" cy="35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D41E6DF-F8E9-7048-8C74-3EE97F04B4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71423" y="5679691"/>
                  <a:ext cx="320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0505458-9841-E742-9BC1-30087B260778}"/>
                    </a:ext>
                  </a:extLst>
                </p14:cNvPr>
                <p14:cNvContentPartPr/>
                <p14:nvPr/>
              </p14:nvContentPartPr>
              <p14:xfrm>
                <a:off x="6012143" y="5321851"/>
                <a:ext cx="253800" cy="710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0505458-9841-E742-9BC1-30087B26077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07823" y="5317531"/>
                  <a:ext cx="26244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FDE40F2-D8A0-F449-A2B0-89CEFD56317E}"/>
                    </a:ext>
                  </a:extLst>
                </p14:cNvPr>
                <p14:cNvContentPartPr/>
                <p14:nvPr/>
              </p14:nvContentPartPr>
              <p14:xfrm>
                <a:off x="3390983" y="6184771"/>
                <a:ext cx="297720" cy="423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FDE40F2-D8A0-F449-A2B0-89CEFD5631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86663" y="6180451"/>
                  <a:ext cx="30636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2402ADB-BCDA-444A-AFB7-7234B97A0501}"/>
                    </a:ext>
                  </a:extLst>
                </p14:cNvPr>
                <p14:cNvContentPartPr/>
                <p14:nvPr/>
              </p14:nvContentPartPr>
              <p14:xfrm>
                <a:off x="3349223" y="6713611"/>
                <a:ext cx="19080" cy="47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2402ADB-BCDA-444A-AFB7-7234B97A050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44903" y="6709291"/>
                  <a:ext cx="27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5F7CD59-879B-634F-8ED7-D3F245FD25F3}"/>
                    </a:ext>
                  </a:extLst>
                </p14:cNvPr>
                <p14:cNvContentPartPr/>
                <p14:nvPr/>
              </p14:nvContentPartPr>
              <p14:xfrm>
                <a:off x="3406823" y="6720451"/>
                <a:ext cx="418680" cy="44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5F7CD59-879B-634F-8ED7-D3F245FD25F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02503" y="6716131"/>
                  <a:ext cx="427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5CFAA3A-F036-E549-8DB3-F120086AA1B9}"/>
                    </a:ext>
                  </a:extLst>
                </p14:cNvPr>
                <p14:cNvContentPartPr/>
                <p14:nvPr/>
              </p14:nvContentPartPr>
              <p14:xfrm>
                <a:off x="3922343" y="6662851"/>
                <a:ext cx="380520" cy="49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5CFAA3A-F036-E549-8DB3-F120086AA1B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18023" y="6658531"/>
                  <a:ext cx="389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F6DE175-D1FD-D34E-993E-7657C87DB3E3}"/>
                    </a:ext>
                  </a:extLst>
                </p14:cNvPr>
                <p14:cNvContentPartPr/>
                <p14:nvPr/>
              </p14:nvContentPartPr>
              <p14:xfrm>
                <a:off x="4531823" y="6647371"/>
                <a:ext cx="370440" cy="28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F6DE175-D1FD-D34E-993E-7657C87DB3E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527503" y="6643051"/>
                  <a:ext cx="379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2A80E25-A4A1-5B45-92E0-9B2B9E11CF6B}"/>
                    </a:ext>
                  </a:extLst>
                </p14:cNvPr>
                <p14:cNvContentPartPr/>
                <p14:nvPr/>
              </p14:nvContentPartPr>
              <p14:xfrm>
                <a:off x="5111783" y="6636931"/>
                <a:ext cx="1836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2A80E25-A4A1-5B45-92E0-9B2B9E11CF6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07463" y="6632611"/>
                  <a:ext cx="27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5EB34CC-F18C-724A-84E7-26C8D7FB28ED}"/>
                    </a:ext>
                  </a:extLst>
                </p14:cNvPr>
                <p14:cNvContentPartPr/>
                <p14:nvPr/>
              </p14:nvContentPartPr>
              <p14:xfrm>
                <a:off x="1153943" y="6142651"/>
                <a:ext cx="731880" cy="59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5EB34CC-F18C-724A-84E7-26C8D7FB28E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9623" y="6138331"/>
                  <a:ext cx="7405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0C196D2-F7D3-EA41-91C2-46085CBFE4D7}"/>
                    </a:ext>
                  </a:extLst>
                </p14:cNvPr>
                <p14:cNvContentPartPr/>
                <p14:nvPr/>
              </p14:nvContentPartPr>
              <p14:xfrm>
                <a:off x="1748663" y="6054091"/>
                <a:ext cx="191160" cy="270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0C196D2-F7D3-EA41-91C2-46085CBFE4D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44343" y="6049771"/>
                  <a:ext cx="199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0F6A9C2-D284-E84C-8D54-7EAEA04462C9}"/>
                    </a:ext>
                  </a:extLst>
                </p14:cNvPr>
                <p14:cNvContentPartPr/>
                <p14:nvPr/>
              </p14:nvContentPartPr>
              <p14:xfrm>
                <a:off x="716183" y="5821531"/>
                <a:ext cx="65520" cy="159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0F6A9C2-D284-E84C-8D54-7EAEA04462C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1863" y="5817211"/>
                  <a:ext cx="74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4C5A61C-D423-4C41-BD84-416BE3937AE5}"/>
                    </a:ext>
                  </a:extLst>
                </p14:cNvPr>
                <p14:cNvContentPartPr/>
                <p14:nvPr/>
              </p14:nvContentPartPr>
              <p14:xfrm>
                <a:off x="554543" y="5615251"/>
                <a:ext cx="440280" cy="497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4C5A61C-D423-4C41-BD84-416BE3937AE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0223" y="5610931"/>
                  <a:ext cx="44892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9847C94-391D-1F4F-8F73-5F8B0440446B}"/>
                    </a:ext>
                  </a:extLst>
                </p14:cNvPr>
                <p14:cNvContentPartPr/>
                <p14:nvPr/>
              </p14:nvContentPartPr>
              <p14:xfrm>
                <a:off x="612503" y="6568891"/>
                <a:ext cx="142560" cy="219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9847C94-391D-1F4F-8F73-5F8B0440446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8183" y="6564571"/>
                  <a:ext cx="1512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4149AAA-B2DF-A144-A02E-F6D6CAA56FBB}"/>
                    </a:ext>
                  </a:extLst>
                </p14:cNvPr>
                <p14:cNvContentPartPr/>
                <p14:nvPr/>
              </p14:nvContentPartPr>
              <p14:xfrm>
                <a:off x="437903" y="6459451"/>
                <a:ext cx="547920" cy="457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4149AAA-B2DF-A144-A02E-F6D6CAA56FB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3583" y="6455131"/>
                  <a:ext cx="5565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F040DF6-CE0B-9949-AB52-0B444CB88E74}"/>
                    </a:ext>
                  </a:extLst>
                </p14:cNvPr>
                <p14:cNvContentPartPr/>
                <p14:nvPr/>
              </p14:nvContentPartPr>
              <p14:xfrm>
                <a:off x="1238543" y="6663931"/>
                <a:ext cx="43920" cy="182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F040DF6-CE0B-9949-AB52-0B444CB88E7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234223" y="6659611"/>
                  <a:ext cx="525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A1923BD-BF36-5945-8C34-4B8F410610E3}"/>
                    </a:ext>
                  </a:extLst>
                </p14:cNvPr>
                <p14:cNvContentPartPr/>
                <p14:nvPr/>
              </p14:nvContentPartPr>
              <p14:xfrm>
                <a:off x="1236743" y="6558091"/>
                <a:ext cx="360" cy="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A1923BD-BF36-5945-8C34-4B8F410610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32423" y="6553771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BDFD3BE-3FDF-2A40-AFE9-0E95D02ACF46}"/>
                    </a:ext>
                  </a:extLst>
                </p14:cNvPr>
                <p14:cNvContentPartPr/>
                <p14:nvPr/>
              </p14:nvContentPartPr>
              <p14:xfrm>
                <a:off x="1315943" y="6666811"/>
                <a:ext cx="141120" cy="197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BDFD3BE-3FDF-2A40-AFE9-0E95D02ACF4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311623" y="6662491"/>
                  <a:ext cx="149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66860F3-8924-5244-8001-39608A5C78F9}"/>
                    </a:ext>
                  </a:extLst>
                </p14:cNvPr>
                <p14:cNvContentPartPr/>
                <p14:nvPr/>
              </p14:nvContentPartPr>
              <p14:xfrm>
                <a:off x="1512503" y="6504091"/>
                <a:ext cx="28080" cy="380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66860F3-8924-5244-8001-39608A5C78F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508183" y="6499771"/>
                  <a:ext cx="367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158B892-4FFC-FC40-8481-F9B2A099E7CC}"/>
                    </a:ext>
                  </a:extLst>
                </p14:cNvPr>
                <p14:cNvContentPartPr/>
                <p14:nvPr/>
              </p14:nvContentPartPr>
              <p14:xfrm>
                <a:off x="1428983" y="6675091"/>
                <a:ext cx="125640" cy="12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158B892-4FFC-FC40-8481-F9B2A099E7C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424663" y="6670771"/>
                  <a:ext cx="1342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54F9D04-8F15-7E4C-977C-C4C5F6673399}"/>
                    </a:ext>
                  </a:extLst>
                </p14:cNvPr>
                <p14:cNvContentPartPr/>
                <p14:nvPr/>
              </p14:nvContentPartPr>
              <p14:xfrm>
                <a:off x="1583783" y="6674731"/>
                <a:ext cx="200520" cy="181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54F9D04-8F15-7E4C-977C-C4C5F667339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579463" y="6670411"/>
                  <a:ext cx="209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739E6E4-6E1E-234E-9A11-C06954E29A5D}"/>
                    </a:ext>
                  </a:extLst>
                </p14:cNvPr>
                <p14:cNvContentPartPr/>
                <p14:nvPr/>
              </p14:nvContentPartPr>
              <p14:xfrm>
                <a:off x="1805543" y="6686971"/>
                <a:ext cx="41040" cy="182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739E6E4-6E1E-234E-9A11-C06954E29A5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801223" y="6682651"/>
                  <a:ext cx="496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B7C91EF-B1D0-5347-94B7-08235F41C05B}"/>
                    </a:ext>
                  </a:extLst>
                </p14:cNvPr>
                <p14:cNvContentPartPr/>
                <p14:nvPr/>
              </p14:nvContentPartPr>
              <p14:xfrm>
                <a:off x="1768103" y="6620011"/>
                <a:ext cx="12600" cy="90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B7C91EF-B1D0-5347-94B7-08235F41C05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763783" y="6615691"/>
                  <a:ext cx="212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43679A5-9C88-8745-B3CB-F1293EC58860}"/>
                    </a:ext>
                  </a:extLst>
                </p14:cNvPr>
                <p14:cNvContentPartPr/>
                <p14:nvPr/>
              </p14:nvContentPartPr>
              <p14:xfrm>
                <a:off x="1902743" y="6440731"/>
                <a:ext cx="62280" cy="437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43679A5-9C88-8745-B3CB-F1293EC5886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898423" y="6436411"/>
                  <a:ext cx="7092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6002FDA-B257-3741-BDD6-34F37BB8C469}"/>
                    </a:ext>
                  </a:extLst>
                </p14:cNvPr>
                <p14:cNvContentPartPr/>
                <p14:nvPr/>
              </p14:nvContentPartPr>
              <p14:xfrm>
                <a:off x="1910303" y="6699931"/>
                <a:ext cx="100080" cy="18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6002FDA-B257-3741-BDD6-34F37BB8C46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905983" y="6695611"/>
                  <a:ext cx="108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507588F-CAB7-4543-BD72-559A93B63828}"/>
                    </a:ext>
                  </a:extLst>
                </p14:cNvPr>
                <p14:cNvContentPartPr/>
                <p14:nvPr/>
              </p14:nvContentPartPr>
              <p14:xfrm>
                <a:off x="2027663" y="6682291"/>
                <a:ext cx="12960" cy="176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507588F-CAB7-4543-BD72-559A93B6382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023343" y="6677971"/>
                  <a:ext cx="21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17F9227-D2C6-3940-BE31-D64B8550EA01}"/>
                    </a:ext>
                  </a:extLst>
                </p14:cNvPr>
                <p14:cNvContentPartPr/>
                <p14:nvPr/>
              </p14:nvContentPartPr>
              <p14:xfrm>
                <a:off x="2019743" y="6553411"/>
                <a:ext cx="1800" cy="10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17F9227-D2C6-3940-BE31-D64B8550EA0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015423" y="6549091"/>
                  <a:ext cx="10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36BED86-AF30-394F-B171-8409E9F89859}"/>
                    </a:ext>
                  </a:extLst>
                </p14:cNvPr>
                <p14:cNvContentPartPr/>
                <p14:nvPr/>
              </p14:nvContentPartPr>
              <p14:xfrm>
                <a:off x="2089223" y="6617851"/>
                <a:ext cx="619560" cy="2181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36BED86-AF30-394F-B171-8409E9F8985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084903" y="6613531"/>
                  <a:ext cx="628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E62ACEF-22D1-DD4C-B703-0C88FFE2BFD3}"/>
                    </a:ext>
                  </a:extLst>
                </p14:cNvPr>
                <p14:cNvContentPartPr/>
                <p14:nvPr/>
              </p14:nvContentPartPr>
              <p14:xfrm>
                <a:off x="1956023" y="6633331"/>
                <a:ext cx="1014480" cy="511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E62ACEF-22D1-DD4C-B703-0C88FFE2BFD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951703" y="6629011"/>
                  <a:ext cx="102312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B10BB44-FECF-244D-A94D-073C859E39DD}"/>
                    </a:ext>
                  </a:extLst>
                </p14:cNvPr>
                <p14:cNvContentPartPr/>
                <p14:nvPr/>
              </p14:nvContentPartPr>
              <p14:xfrm>
                <a:off x="2393063" y="6753931"/>
                <a:ext cx="425160" cy="354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B10BB44-FECF-244D-A94D-073C859E39D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388743" y="6749611"/>
                  <a:ext cx="43380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3E86857-5D10-2149-9EF8-F67844577C64}"/>
              </a:ext>
            </a:extLst>
          </p:cNvPr>
          <p:cNvGrpSpPr/>
          <p:nvPr/>
        </p:nvGrpSpPr>
        <p:grpSpPr>
          <a:xfrm>
            <a:off x="1467863" y="1393171"/>
            <a:ext cx="4806720" cy="3533760"/>
            <a:chOff x="1467863" y="1393171"/>
            <a:chExt cx="4806720" cy="353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44700C7-B9D5-0C46-819C-1FDB08C1793B}"/>
                    </a:ext>
                  </a:extLst>
                </p14:cNvPr>
                <p14:cNvContentPartPr/>
                <p14:nvPr/>
              </p14:nvContentPartPr>
              <p14:xfrm>
                <a:off x="2759543" y="1721491"/>
                <a:ext cx="12240" cy="316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44700C7-B9D5-0C46-819C-1FDB08C1793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755223" y="1717171"/>
                  <a:ext cx="208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E553695-DD67-B546-B862-8A6D3C950319}"/>
                    </a:ext>
                  </a:extLst>
                </p14:cNvPr>
                <p14:cNvContentPartPr/>
                <p14:nvPr/>
              </p14:nvContentPartPr>
              <p14:xfrm>
                <a:off x="2764223" y="1691251"/>
                <a:ext cx="173520" cy="159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E553695-DD67-B546-B862-8A6D3C95031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759903" y="1686931"/>
                  <a:ext cx="182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479A1C1-8249-9B4F-9083-F02C4039971D}"/>
                    </a:ext>
                  </a:extLst>
                </p14:cNvPr>
                <p14:cNvContentPartPr/>
                <p14:nvPr/>
              </p14:nvContentPartPr>
              <p14:xfrm>
                <a:off x="3024863" y="1864051"/>
                <a:ext cx="129240" cy="17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479A1C1-8249-9B4F-9083-F02C4039971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020543" y="1859731"/>
                  <a:ext cx="137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A917C8A-A089-5A44-AB40-2123FA2C27FF}"/>
                    </a:ext>
                  </a:extLst>
                </p14:cNvPr>
                <p14:cNvContentPartPr/>
                <p14:nvPr/>
              </p14:nvContentPartPr>
              <p14:xfrm>
                <a:off x="3295223" y="1704571"/>
                <a:ext cx="48600" cy="279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A917C8A-A089-5A44-AB40-2123FA2C27F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290903" y="1700251"/>
                  <a:ext cx="572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B9DE4FE-C62D-2745-A0C0-D3CC6920EE01}"/>
                    </a:ext>
                  </a:extLst>
                </p14:cNvPr>
                <p14:cNvContentPartPr/>
                <p14:nvPr/>
              </p14:nvContentPartPr>
              <p14:xfrm>
                <a:off x="3294503" y="1663171"/>
                <a:ext cx="220680" cy="1962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B9DE4FE-C62D-2745-A0C0-D3CC6920EE0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290183" y="1658851"/>
                  <a:ext cx="229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6AB0292-68AB-A849-9C9E-3723F8713BF3}"/>
                    </a:ext>
                  </a:extLst>
                </p14:cNvPr>
                <p14:cNvContentPartPr/>
                <p14:nvPr/>
              </p14:nvContentPartPr>
              <p14:xfrm>
                <a:off x="3520943" y="1931731"/>
                <a:ext cx="93960" cy="96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6AB0292-68AB-A849-9C9E-3723F8713BF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516623" y="1927411"/>
                  <a:ext cx="102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2B7998A-1F41-AC49-B172-159928AF8AA6}"/>
                    </a:ext>
                  </a:extLst>
                </p14:cNvPr>
                <p14:cNvContentPartPr/>
                <p14:nvPr/>
              </p14:nvContentPartPr>
              <p14:xfrm>
                <a:off x="2628143" y="1549051"/>
                <a:ext cx="276840" cy="75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2B7998A-1F41-AC49-B172-159928AF8AA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623823" y="1544731"/>
                  <a:ext cx="2854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0ED12C8-6776-DA41-91A9-B3ED73828869}"/>
                    </a:ext>
                  </a:extLst>
                </p14:cNvPr>
                <p14:cNvContentPartPr/>
                <p14:nvPr/>
              </p14:nvContentPartPr>
              <p14:xfrm>
                <a:off x="2898503" y="1496131"/>
                <a:ext cx="36720" cy="129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0ED12C8-6776-DA41-91A9-B3ED7382886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894183" y="1491811"/>
                  <a:ext cx="453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578DEEE-2D1F-4A49-A204-FF3883B48E81}"/>
                    </a:ext>
                  </a:extLst>
                </p14:cNvPr>
                <p14:cNvContentPartPr/>
                <p14:nvPr/>
              </p14:nvContentPartPr>
              <p14:xfrm>
                <a:off x="3236543" y="1472731"/>
                <a:ext cx="247320" cy="15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578DEEE-2D1F-4A49-A204-FF3883B48E8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232223" y="1468411"/>
                  <a:ext cx="255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111BD05-7E85-4C47-A94F-BA2250375028}"/>
                    </a:ext>
                  </a:extLst>
                </p14:cNvPr>
                <p14:cNvContentPartPr/>
                <p14:nvPr/>
              </p14:nvContentPartPr>
              <p14:xfrm>
                <a:off x="3447143" y="1416571"/>
                <a:ext cx="72000" cy="137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111BD05-7E85-4C47-A94F-BA225037502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442823" y="1412251"/>
                  <a:ext cx="806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A6F568E-A9A1-1A45-83D5-5C5A33E38E46}"/>
                    </a:ext>
                  </a:extLst>
                </p14:cNvPr>
                <p14:cNvContentPartPr/>
                <p14:nvPr/>
              </p14:nvContentPartPr>
              <p14:xfrm>
                <a:off x="2486303" y="1550131"/>
                <a:ext cx="216000" cy="540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A6F568E-A9A1-1A45-83D5-5C5A33E38E4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481983" y="1545811"/>
                  <a:ext cx="22464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326AA98-F46E-6044-925A-438BC6CD8032}"/>
                    </a:ext>
                  </a:extLst>
                </p14:cNvPr>
                <p14:cNvContentPartPr/>
                <p14:nvPr/>
              </p14:nvContentPartPr>
              <p14:xfrm>
                <a:off x="3718223" y="1551211"/>
                <a:ext cx="166320" cy="5396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326AA98-F46E-6044-925A-438BC6CD803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713903" y="1546891"/>
                  <a:ext cx="17496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1D5AC8A-7CF0-5443-9887-0ABC5D8C13D7}"/>
                    </a:ext>
                  </a:extLst>
                </p14:cNvPr>
                <p14:cNvContentPartPr/>
                <p14:nvPr/>
              </p14:nvContentPartPr>
              <p14:xfrm>
                <a:off x="4152383" y="1901851"/>
                <a:ext cx="21960" cy="35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1D5AC8A-7CF0-5443-9887-0ABC5D8C13D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148063" y="1897531"/>
                  <a:ext cx="30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B407CCB-414C-A349-B8DC-81D7F73102FD}"/>
                    </a:ext>
                  </a:extLst>
                </p14:cNvPr>
                <p14:cNvContentPartPr/>
                <p14:nvPr/>
              </p14:nvContentPartPr>
              <p14:xfrm>
                <a:off x="4552343" y="1587571"/>
                <a:ext cx="53280" cy="3736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B407CCB-414C-A349-B8DC-81D7F73102F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548023" y="1583251"/>
                  <a:ext cx="619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22A8668-25C7-D24A-91B2-2DB327D316B8}"/>
                    </a:ext>
                  </a:extLst>
                </p14:cNvPr>
                <p14:cNvContentPartPr/>
                <p14:nvPr/>
              </p14:nvContentPartPr>
              <p14:xfrm>
                <a:off x="4519223" y="1564891"/>
                <a:ext cx="208800" cy="201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22A8668-25C7-D24A-91B2-2DB327D316B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514903" y="1560571"/>
                  <a:ext cx="217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58CB069-C33E-8F4D-8F5C-A268DEA97107}"/>
                    </a:ext>
                  </a:extLst>
                </p14:cNvPr>
                <p14:cNvContentPartPr/>
                <p14:nvPr/>
              </p14:nvContentPartPr>
              <p14:xfrm>
                <a:off x="4748543" y="1877371"/>
                <a:ext cx="43920" cy="92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58CB069-C33E-8F4D-8F5C-A268DEA9710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744223" y="1873051"/>
                  <a:ext cx="52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FE6CFD-7187-6843-921F-F9E59334DAAC}"/>
                    </a:ext>
                  </a:extLst>
                </p14:cNvPr>
                <p14:cNvContentPartPr/>
                <p14:nvPr/>
              </p14:nvContentPartPr>
              <p14:xfrm>
                <a:off x="4355783" y="1441771"/>
                <a:ext cx="549720" cy="158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FE6CFD-7187-6843-921F-F9E59334DAA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351463" y="1437451"/>
                  <a:ext cx="558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6E9467C-A76A-DC4F-8D53-AE88C094DF7F}"/>
                    </a:ext>
                  </a:extLst>
                </p14:cNvPr>
                <p14:cNvContentPartPr/>
                <p14:nvPr/>
              </p14:nvContentPartPr>
              <p14:xfrm>
                <a:off x="4914503" y="1393171"/>
                <a:ext cx="70560" cy="1666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6E9467C-A76A-DC4F-8D53-AE88C094DF7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910183" y="1388851"/>
                  <a:ext cx="792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5628BC3-7773-AD45-85D5-796A440744D6}"/>
                    </a:ext>
                  </a:extLst>
                </p14:cNvPr>
                <p14:cNvContentPartPr/>
                <p14:nvPr/>
              </p14:nvContentPartPr>
              <p14:xfrm>
                <a:off x="5543423" y="1692331"/>
                <a:ext cx="229320" cy="6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5628BC3-7773-AD45-85D5-796A440744D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539103" y="1688011"/>
                  <a:ext cx="2379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0830E34-489E-F648-913D-55E400830CB1}"/>
                    </a:ext>
                  </a:extLst>
                </p14:cNvPr>
                <p14:cNvContentPartPr/>
                <p14:nvPr/>
              </p14:nvContentPartPr>
              <p14:xfrm>
                <a:off x="5575103" y="1838131"/>
                <a:ext cx="183600" cy="8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0830E34-489E-F648-913D-55E400830CB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570783" y="1833811"/>
                  <a:ext cx="1922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2D96602-1848-E648-8956-6CC11D83EEB4}"/>
                    </a:ext>
                  </a:extLst>
                </p14:cNvPr>
                <p14:cNvContentPartPr/>
                <p14:nvPr/>
              </p14:nvContentPartPr>
              <p14:xfrm>
                <a:off x="6010343" y="1491451"/>
                <a:ext cx="264240" cy="3996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2D96602-1848-E648-8956-6CC11D83EEB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006023" y="1487131"/>
                  <a:ext cx="27288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FD61F37-4C1F-4F43-B653-4B17ABFCA3D0}"/>
                    </a:ext>
                  </a:extLst>
                </p14:cNvPr>
                <p14:cNvContentPartPr/>
                <p14:nvPr/>
              </p14:nvContentPartPr>
              <p14:xfrm>
                <a:off x="1467863" y="2361931"/>
                <a:ext cx="174600" cy="268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FD61F37-4C1F-4F43-B653-4B17ABFCA3D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463543" y="2357611"/>
                  <a:ext cx="1832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81CF73D-CB95-CC42-9E53-6A1A7BC58C71}"/>
                    </a:ext>
                  </a:extLst>
                </p14:cNvPr>
                <p14:cNvContentPartPr/>
                <p14:nvPr/>
              </p14:nvContentPartPr>
              <p14:xfrm>
                <a:off x="3152303" y="4804171"/>
                <a:ext cx="106560" cy="1227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81CF73D-CB95-CC42-9E53-6A1A7BC58C7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147983" y="4799851"/>
                  <a:ext cx="115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EB08A4C-3D10-5640-8743-BB5CA13F8D75}"/>
                    </a:ext>
                  </a:extLst>
                </p14:cNvPr>
                <p14:cNvContentPartPr/>
                <p14:nvPr/>
              </p14:nvContentPartPr>
              <p14:xfrm>
                <a:off x="3400703" y="3872851"/>
                <a:ext cx="94320" cy="260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EB08A4C-3D10-5640-8743-BB5CA13F8D7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396383" y="3868531"/>
                  <a:ext cx="1029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8D06461-CA38-B548-8D2A-CF3E6A79E5EC}"/>
                    </a:ext>
                  </a:extLst>
                </p14:cNvPr>
                <p14:cNvContentPartPr/>
                <p14:nvPr/>
              </p14:nvContentPartPr>
              <p14:xfrm>
                <a:off x="3415463" y="3825331"/>
                <a:ext cx="189360" cy="182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8D06461-CA38-B548-8D2A-CF3E6A79E5E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411143" y="3821011"/>
                  <a:ext cx="1980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58A72EC-62A9-6241-8069-DBD2FCBEEDB3}"/>
                    </a:ext>
                  </a:extLst>
                </p14:cNvPr>
                <p14:cNvContentPartPr/>
                <p14:nvPr/>
              </p14:nvContentPartPr>
              <p14:xfrm>
                <a:off x="3747023" y="4151131"/>
                <a:ext cx="4680" cy="12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58A72EC-62A9-6241-8069-DBD2FCBEEDB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742703" y="4146811"/>
                  <a:ext cx="13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41B201D-EB6F-1746-B4E8-581A544D43A7}"/>
                    </a:ext>
                  </a:extLst>
                </p14:cNvPr>
                <p14:cNvContentPartPr/>
                <p14:nvPr/>
              </p14:nvContentPartPr>
              <p14:xfrm>
                <a:off x="3679703" y="2990131"/>
                <a:ext cx="1629000" cy="1174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41B201D-EB6F-1746-B4E8-581A544D43A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675383" y="2985811"/>
                  <a:ext cx="1637640" cy="11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AAF9175-8689-4F44-BBF5-E811AF86655A}"/>
                    </a:ext>
                  </a:extLst>
                </p14:cNvPr>
                <p14:cNvContentPartPr/>
                <p14:nvPr/>
              </p14:nvContentPartPr>
              <p14:xfrm>
                <a:off x="1812383" y="2678371"/>
                <a:ext cx="1795680" cy="1577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AAF9175-8689-4F44-BBF5-E811AF86655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808063" y="2674051"/>
                  <a:ext cx="1804320" cy="158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2F4BEE95-8820-1749-92FE-D1A0C72F78ED}"/>
                  </a:ext>
                </a:extLst>
              </p14:cNvPr>
              <p14:cNvContentPartPr/>
              <p14:nvPr/>
            </p14:nvContentPartPr>
            <p14:xfrm>
              <a:off x="1802303" y="2716531"/>
              <a:ext cx="386640" cy="55368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2F4BEE95-8820-1749-92FE-D1A0C72F78ED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797983" y="2712211"/>
                <a:ext cx="395280" cy="5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80A13B5F-E6FC-594D-A622-4D92BA8EFE3B}"/>
                  </a:ext>
                </a:extLst>
              </p14:cNvPr>
              <p14:cNvContentPartPr/>
              <p14:nvPr/>
            </p14:nvContentPartPr>
            <p14:xfrm>
              <a:off x="2815343" y="4580251"/>
              <a:ext cx="47880" cy="4716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80A13B5F-E6FC-594D-A622-4D92BA8EFE3B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2811023" y="4575931"/>
                <a:ext cx="565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DEA7E42-45F8-8943-8B29-E802019D5937}"/>
                  </a:ext>
                </a:extLst>
              </p14:cNvPr>
              <p14:cNvContentPartPr/>
              <p14:nvPr/>
            </p14:nvContentPartPr>
            <p14:xfrm>
              <a:off x="1599263" y="4302691"/>
              <a:ext cx="244440" cy="3888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DEA7E42-45F8-8943-8B29-E802019D5937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594943" y="4298371"/>
                <a:ext cx="2530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A991B921-DFF7-1344-9D84-ED48DF1921D2}"/>
                  </a:ext>
                </a:extLst>
              </p14:cNvPr>
              <p14:cNvContentPartPr/>
              <p14:nvPr/>
            </p14:nvContentPartPr>
            <p14:xfrm>
              <a:off x="2953223" y="4617691"/>
              <a:ext cx="197640" cy="30528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A991B921-DFF7-1344-9D84-ED48DF1921D2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2948903" y="4613371"/>
                <a:ext cx="20628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BAAD9B4B-63A5-6F43-A529-14926170FF2E}"/>
                  </a:ext>
                </a:extLst>
              </p14:cNvPr>
              <p14:cNvContentPartPr/>
              <p14:nvPr/>
            </p14:nvContentPartPr>
            <p14:xfrm>
              <a:off x="1754063" y="4576291"/>
              <a:ext cx="1090800" cy="4320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BAAD9B4B-63A5-6F43-A529-14926170FF2E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749743" y="4571971"/>
                <a:ext cx="10994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DD49248E-C864-BF46-9D05-188AC9A73EF0}"/>
                  </a:ext>
                </a:extLst>
              </p14:cNvPr>
              <p14:cNvContentPartPr/>
              <p14:nvPr/>
            </p14:nvContentPartPr>
            <p14:xfrm>
              <a:off x="2819303" y="2654251"/>
              <a:ext cx="161640" cy="201744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DD49248E-C864-BF46-9D05-188AC9A73EF0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2814983" y="2649931"/>
                <a:ext cx="170280" cy="202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A517E3A-9C4D-9849-854F-5986D640DEF7}"/>
              </a:ext>
            </a:extLst>
          </p:cNvPr>
          <p:cNvGrpSpPr/>
          <p:nvPr/>
        </p:nvGrpSpPr>
        <p:grpSpPr>
          <a:xfrm>
            <a:off x="1358063" y="4620931"/>
            <a:ext cx="165240" cy="204480"/>
            <a:chOff x="1358063" y="4620931"/>
            <a:chExt cx="165240" cy="20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81F5AA0-0D17-6F42-AEB9-5D4659694C62}"/>
                    </a:ext>
                  </a:extLst>
                </p14:cNvPr>
                <p14:cNvContentPartPr/>
                <p14:nvPr/>
              </p14:nvContentPartPr>
              <p14:xfrm>
                <a:off x="1358063" y="4620931"/>
                <a:ext cx="117000" cy="1695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81F5AA0-0D17-6F42-AEB9-5D4659694C6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353743" y="4616611"/>
                  <a:ext cx="125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633E922-4332-DF48-9470-A911571552F8}"/>
                    </a:ext>
                  </a:extLst>
                </p14:cNvPr>
                <p14:cNvContentPartPr/>
                <p14:nvPr/>
              </p14:nvContentPartPr>
              <p14:xfrm>
                <a:off x="1498823" y="4751251"/>
                <a:ext cx="24480" cy="741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633E922-4332-DF48-9470-A911571552F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494503" y="4746931"/>
                  <a:ext cx="3312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99B51302-F9BB-7B43-AF43-EE8FDB13BCF1}"/>
              </a:ext>
            </a:extLst>
          </p:cNvPr>
          <p:cNvGrpSpPr/>
          <p:nvPr/>
        </p:nvGrpSpPr>
        <p:grpSpPr>
          <a:xfrm>
            <a:off x="294263" y="4640011"/>
            <a:ext cx="907200" cy="361440"/>
            <a:chOff x="294263" y="4640011"/>
            <a:chExt cx="90720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2548201-93DE-484A-BDDB-28BA31407173}"/>
                    </a:ext>
                  </a:extLst>
                </p14:cNvPr>
                <p14:cNvContentPartPr/>
                <p14:nvPr/>
              </p14:nvContentPartPr>
              <p14:xfrm>
                <a:off x="1034783" y="4716691"/>
                <a:ext cx="166680" cy="68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2548201-93DE-484A-BDDB-28BA3140717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30463" y="4712371"/>
                  <a:ext cx="1753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4E02267-0F83-5944-A28E-2FB7C3BD849D}"/>
                    </a:ext>
                  </a:extLst>
                </p14:cNvPr>
                <p14:cNvContentPartPr/>
                <p14:nvPr/>
              </p14:nvContentPartPr>
              <p14:xfrm>
                <a:off x="1014623" y="4815691"/>
                <a:ext cx="141480" cy="248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4E02267-0F83-5944-A28E-2FB7C3BD849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10303" y="4811371"/>
                  <a:ext cx="1501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F823064-9ECC-D94E-A66E-7D443A98F4CE}"/>
                    </a:ext>
                  </a:extLst>
                </p14:cNvPr>
                <p14:cNvContentPartPr/>
                <p14:nvPr/>
              </p14:nvContentPartPr>
              <p14:xfrm>
                <a:off x="294263" y="4710571"/>
                <a:ext cx="77760" cy="2908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F823064-9ECC-D94E-A66E-7D443A98F4C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89943" y="4706251"/>
                  <a:ext cx="864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C7BAFCA-E8C7-0548-857B-B8D4B7DF04C0}"/>
                    </a:ext>
                  </a:extLst>
                </p14:cNvPr>
                <p14:cNvContentPartPr/>
                <p14:nvPr/>
              </p14:nvContentPartPr>
              <p14:xfrm>
                <a:off x="435743" y="4746571"/>
                <a:ext cx="78480" cy="1407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C7BAFCA-E8C7-0548-857B-B8D4B7DF04C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31423" y="4742251"/>
                  <a:ext cx="87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68B7FCA-C3DE-834A-A216-06F0B58FA0F5}"/>
                    </a:ext>
                  </a:extLst>
                </p14:cNvPr>
                <p14:cNvContentPartPr/>
                <p14:nvPr/>
              </p14:nvContentPartPr>
              <p14:xfrm>
                <a:off x="514943" y="4751251"/>
                <a:ext cx="84240" cy="1234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68B7FCA-C3DE-834A-A216-06F0B58FA0F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10623" y="4746931"/>
                  <a:ext cx="928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ED12EF9-E2E7-9249-813E-995E539B007C}"/>
                    </a:ext>
                  </a:extLst>
                </p14:cNvPr>
                <p14:cNvContentPartPr/>
                <p14:nvPr/>
              </p14:nvContentPartPr>
              <p14:xfrm>
                <a:off x="514223" y="4754131"/>
                <a:ext cx="162360" cy="1440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ED12EF9-E2E7-9249-813E-995E539B007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09903" y="4749811"/>
                  <a:ext cx="171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1890976-59CC-CC41-A8FB-226969E8126C}"/>
                    </a:ext>
                  </a:extLst>
                </p14:cNvPr>
                <p14:cNvContentPartPr/>
                <p14:nvPr/>
              </p14:nvContentPartPr>
              <p14:xfrm>
                <a:off x="666143" y="4640011"/>
                <a:ext cx="118440" cy="2534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1890976-59CC-CC41-A8FB-226969E8126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61823" y="4635691"/>
                  <a:ext cx="1270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9B3EF54-4B35-1B43-9A87-2BD6DBB66AE3}"/>
                    </a:ext>
                  </a:extLst>
                </p14:cNvPr>
                <p14:cNvContentPartPr/>
                <p14:nvPr/>
              </p14:nvContentPartPr>
              <p14:xfrm>
                <a:off x="649223" y="4755571"/>
                <a:ext cx="222120" cy="226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9B3EF54-4B35-1B43-9A87-2BD6DBB66AE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44903" y="4751251"/>
                  <a:ext cx="23076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EA0DA9A4-CF85-FB47-AAE9-C001601F7989}"/>
                  </a:ext>
                </a:extLst>
              </p14:cNvPr>
              <p14:cNvContentPartPr/>
              <p14:nvPr/>
            </p14:nvContentPartPr>
            <p14:xfrm>
              <a:off x="2321423" y="1209571"/>
              <a:ext cx="1204560" cy="79560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EA0DA9A4-CF85-FB47-AAE9-C001601F7989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2317103" y="1205251"/>
                <a:ext cx="1213200" cy="80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D8F5588E-4E7F-684D-A270-B68870976EC6}"/>
                  </a:ext>
                </a:extLst>
              </p14:cNvPr>
              <p14:cNvContentPartPr/>
              <p14:nvPr/>
            </p14:nvContentPartPr>
            <p14:xfrm>
              <a:off x="8435663" y="1400011"/>
              <a:ext cx="1800" cy="108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D8F5588E-4E7F-684D-A270-B68870976EC6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8431343" y="1395691"/>
                <a:ext cx="10440" cy="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26C63C27-FACE-6044-A7B6-ADBAC908863D}"/>
              </a:ext>
            </a:extLst>
          </p:cNvPr>
          <p:cNvGrpSpPr/>
          <p:nvPr/>
        </p:nvGrpSpPr>
        <p:grpSpPr>
          <a:xfrm>
            <a:off x="7774343" y="860371"/>
            <a:ext cx="361080" cy="703440"/>
            <a:chOff x="7774343" y="860371"/>
            <a:chExt cx="361080" cy="70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B6ED7C1-5CB2-AC43-B73B-9E2D9A9A4852}"/>
                    </a:ext>
                  </a:extLst>
                </p14:cNvPr>
                <p14:cNvContentPartPr/>
                <p14:nvPr/>
              </p14:nvContentPartPr>
              <p14:xfrm>
                <a:off x="7889543" y="1072411"/>
                <a:ext cx="70560" cy="4914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B6ED7C1-5CB2-AC43-B73B-9E2D9A9A485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885223" y="1068091"/>
                  <a:ext cx="7920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53E2766-5C3F-984F-812A-0B98F4097B6F}"/>
                    </a:ext>
                  </a:extLst>
                </p14:cNvPr>
                <p14:cNvContentPartPr/>
                <p14:nvPr/>
              </p14:nvContentPartPr>
              <p14:xfrm>
                <a:off x="7914023" y="1046851"/>
                <a:ext cx="221400" cy="2314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53E2766-5C3F-984F-812A-0B98F4097B6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909703" y="1042531"/>
                  <a:ext cx="2300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0DB3109-D327-BC49-9452-C0529AA6F97C}"/>
                    </a:ext>
                  </a:extLst>
                </p14:cNvPr>
                <p14:cNvContentPartPr/>
                <p14:nvPr/>
              </p14:nvContentPartPr>
              <p14:xfrm>
                <a:off x="7774343" y="904651"/>
                <a:ext cx="258120" cy="342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0DB3109-D327-BC49-9452-C0529AA6F97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770023" y="900331"/>
                  <a:ext cx="266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98CE0DE-2AE1-FA43-BA7B-A3AFCB31D22A}"/>
                    </a:ext>
                  </a:extLst>
                </p14:cNvPr>
                <p14:cNvContentPartPr/>
                <p14:nvPr/>
              </p14:nvContentPartPr>
              <p14:xfrm>
                <a:off x="7978823" y="860371"/>
                <a:ext cx="103680" cy="1422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98CE0DE-2AE1-FA43-BA7B-A3AFCB31D22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974503" y="856051"/>
                  <a:ext cx="11232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68F676F9-8C7E-1A4A-A4EC-9E95EA3CAF48}"/>
              </a:ext>
            </a:extLst>
          </p:cNvPr>
          <p:cNvGrpSpPr/>
          <p:nvPr/>
        </p:nvGrpSpPr>
        <p:grpSpPr>
          <a:xfrm>
            <a:off x="8646263" y="668131"/>
            <a:ext cx="373680" cy="860400"/>
            <a:chOff x="8646263" y="668131"/>
            <a:chExt cx="373680" cy="86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F937161-BDE1-7B42-9783-77A423A60AFF}"/>
                    </a:ext>
                  </a:extLst>
                </p14:cNvPr>
                <p14:cNvContentPartPr/>
                <p14:nvPr/>
              </p14:nvContentPartPr>
              <p14:xfrm>
                <a:off x="8646263" y="1060531"/>
                <a:ext cx="113400" cy="3657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F937161-BDE1-7B42-9783-77A423A60AF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641943" y="1056211"/>
                  <a:ext cx="1220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16B34BA-230D-F14E-9CA1-6343E803A309}"/>
                    </a:ext>
                  </a:extLst>
                </p14:cNvPr>
                <p14:cNvContentPartPr/>
                <p14:nvPr/>
              </p14:nvContentPartPr>
              <p14:xfrm>
                <a:off x="8677943" y="1017331"/>
                <a:ext cx="220680" cy="2271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16B34BA-230D-F14E-9CA1-6343E803A30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673623" y="1013011"/>
                  <a:ext cx="2293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85BD33B-D5C0-8944-9E0E-E844834401E3}"/>
                    </a:ext>
                  </a:extLst>
                </p14:cNvPr>
                <p14:cNvContentPartPr/>
                <p14:nvPr/>
              </p14:nvContentPartPr>
              <p14:xfrm>
                <a:off x="8922383" y="1384531"/>
                <a:ext cx="97560" cy="1440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85BD33B-D5C0-8944-9E0E-E844834401E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918063" y="1380211"/>
                  <a:ext cx="106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D6B180F-0F1D-6C41-8DAF-BFCA1946640D}"/>
                    </a:ext>
                  </a:extLst>
                </p14:cNvPr>
                <p14:cNvContentPartPr/>
                <p14:nvPr/>
              </p14:nvContentPartPr>
              <p14:xfrm>
                <a:off x="8773343" y="720331"/>
                <a:ext cx="153720" cy="50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D6B180F-0F1D-6C41-8DAF-BFCA1946640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769023" y="716011"/>
                  <a:ext cx="16236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4D957AD-9A68-944C-ABF6-3A23919EB337}"/>
                    </a:ext>
                  </a:extLst>
                </p14:cNvPr>
                <p14:cNvContentPartPr/>
                <p14:nvPr/>
              </p14:nvContentPartPr>
              <p14:xfrm>
                <a:off x="8879183" y="668131"/>
                <a:ext cx="91440" cy="2588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4D957AD-9A68-944C-ABF6-3A23919EB33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874863" y="663811"/>
                  <a:ext cx="10008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D213E9D6-EFEB-5E4A-8C98-D787F279C067}"/>
                  </a:ext>
                </a:extLst>
              </p14:cNvPr>
              <p14:cNvContentPartPr/>
              <p14:nvPr/>
            </p14:nvContentPartPr>
            <p14:xfrm>
              <a:off x="9451223" y="1128931"/>
              <a:ext cx="265680" cy="1512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D213E9D6-EFEB-5E4A-8C98-D787F279C067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9446903" y="1124611"/>
                <a:ext cx="27432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282C3A43-0A21-D44C-B24A-5AFFD83A3AEE}"/>
                  </a:ext>
                </a:extLst>
              </p14:cNvPr>
              <p14:cNvContentPartPr/>
              <p14:nvPr/>
            </p14:nvContentPartPr>
            <p14:xfrm>
              <a:off x="9530063" y="1307131"/>
              <a:ext cx="294120" cy="2628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282C3A43-0A21-D44C-B24A-5AFFD83A3AEE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9525743" y="1302811"/>
                <a:ext cx="30276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D7D9292-60B4-DF4F-86FE-B9807F89EE24}"/>
              </a:ext>
            </a:extLst>
          </p:cNvPr>
          <p:cNvGrpSpPr/>
          <p:nvPr/>
        </p:nvGrpSpPr>
        <p:grpSpPr>
          <a:xfrm>
            <a:off x="10149983" y="711691"/>
            <a:ext cx="452160" cy="741240"/>
            <a:chOff x="10149983" y="711691"/>
            <a:chExt cx="452160" cy="7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AEA18A5-4EC3-A447-9EB5-513F76BC19FE}"/>
                    </a:ext>
                  </a:extLst>
                </p14:cNvPr>
                <p14:cNvContentPartPr/>
                <p14:nvPr/>
              </p14:nvContentPartPr>
              <p14:xfrm>
                <a:off x="10238183" y="927691"/>
                <a:ext cx="77400" cy="3999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AEA18A5-4EC3-A447-9EB5-513F76BC19F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233863" y="923371"/>
                  <a:ext cx="860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1CFCE54-3EF8-7342-808E-BDCD6A64E691}"/>
                    </a:ext>
                  </a:extLst>
                </p14:cNvPr>
                <p14:cNvContentPartPr/>
                <p14:nvPr/>
              </p14:nvContentPartPr>
              <p14:xfrm>
                <a:off x="10283903" y="904651"/>
                <a:ext cx="125640" cy="2095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1CFCE54-3EF8-7342-808E-BDCD6A64E69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279583" y="900331"/>
                  <a:ext cx="1342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807C3B2-08A9-EE48-A6C1-2090AE76B993}"/>
                    </a:ext>
                  </a:extLst>
                </p14:cNvPr>
                <p14:cNvContentPartPr/>
                <p14:nvPr/>
              </p14:nvContentPartPr>
              <p14:xfrm>
                <a:off x="10471823" y="1196971"/>
                <a:ext cx="108360" cy="255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807C3B2-08A9-EE48-A6C1-2090AE76B99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467503" y="1192651"/>
                  <a:ext cx="1170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8F40533-173F-6340-B7FC-61A9CDD8A017}"/>
                    </a:ext>
                  </a:extLst>
                </p14:cNvPr>
                <p14:cNvContentPartPr/>
                <p14:nvPr/>
              </p14:nvContentPartPr>
              <p14:xfrm>
                <a:off x="10149983" y="751291"/>
                <a:ext cx="404280" cy="111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8F40533-173F-6340-B7FC-61A9CDD8A01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145663" y="746971"/>
                  <a:ext cx="4129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4D8DF17-5866-0A44-AC57-1D0604F77949}"/>
                    </a:ext>
                  </a:extLst>
                </p14:cNvPr>
                <p14:cNvContentPartPr/>
                <p14:nvPr/>
              </p14:nvContentPartPr>
              <p14:xfrm>
                <a:off x="10513943" y="711691"/>
                <a:ext cx="88200" cy="1350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4D8DF17-5866-0A44-AC57-1D0604F7794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509623" y="707371"/>
                  <a:ext cx="96840" cy="14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A56CB4BE-18DE-314B-96E2-17485D604848}"/>
                  </a:ext>
                </a:extLst>
              </p14:cNvPr>
              <p14:cNvContentPartPr/>
              <p14:nvPr/>
            </p14:nvContentPartPr>
            <p14:xfrm>
              <a:off x="10892663" y="1203451"/>
              <a:ext cx="3240" cy="396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A56CB4BE-18DE-314B-96E2-17485D604848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10888343" y="1199131"/>
                <a:ext cx="1188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5" name="Group 244">
            <a:extLst>
              <a:ext uri="{FF2B5EF4-FFF2-40B4-BE49-F238E27FC236}">
                <a16:creationId xmlns:a16="http://schemas.microsoft.com/office/drawing/2014/main" id="{B320D7AF-D2CC-6345-BE30-2658DF51CF8F}"/>
              </a:ext>
            </a:extLst>
          </p:cNvPr>
          <p:cNvGrpSpPr/>
          <p:nvPr/>
        </p:nvGrpSpPr>
        <p:grpSpPr>
          <a:xfrm>
            <a:off x="11227103" y="902851"/>
            <a:ext cx="558360" cy="556200"/>
            <a:chOff x="11227103" y="902851"/>
            <a:chExt cx="558360" cy="55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CA96EC5-74C8-8144-8544-B80CDFF3C774}"/>
                    </a:ext>
                  </a:extLst>
                </p14:cNvPr>
                <p14:cNvContentPartPr/>
                <p14:nvPr/>
              </p14:nvContentPartPr>
              <p14:xfrm>
                <a:off x="11227103" y="902851"/>
                <a:ext cx="28080" cy="4330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CA96EC5-74C8-8144-8544-B80CDFF3C77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1222783" y="898531"/>
                  <a:ext cx="3672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B25FDCE-7416-744C-A48A-B6A9CDC9F87C}"/>
                    </a:ext>
                  </a:extLst>
                </p14:cNvPr>
                <p14:cNvContentPartPr/>
                <p14:nvPr/>
              </p14:nvContentPartPr>
              <p14:xfrm>
                <a:off x="11262383" y="911851"/>
                <a:ext cx="171720" cy="1890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B25FDCE-7416-744C-A48A-B6A9CDC9F87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258063" y="907531"/>
                  <a:ext cx="1803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1D4C53F-B4DA-8A4A-89E0-7F731E1BC604}"/>
                    </a:ext>
                  </a:extLst>
                </p14:cNvPr>
                <p14:cNvContentPartPr/>
                <p14:nvPr/>
              </p14:nvContentPartPr>
              <p14:xfrm>
                <a:off x="11528063" y="1189771"/>
                <a:ext cx="257400" cy="2692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1D4C53F-B4DA-8A4A-89E0-7F731E1BC60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523743" y="1185451"/>
                  <a:ext cx="26604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A038889A-F9FB-6240-B52A-2D25BFEC4764}"/>
              </a:ext>
            </a:extLst>
          </p:cNvPr>
          <p:cNvGrpSpPr/>
          <p:nvPr/>
        </p:nvGrpSpPr>
        <p:grpSpPr>
          <a:xfrm>
            <a:off x="11274263" y="621691"/>
            <a:ext cx="365760" cy="158400"/>
            <a:chOff x="11274263" y="621691"/>
            <a:chExt cx="365760" cy="15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D992E11-BC33-914B-995E-981E5EE42E3A}"/>
                    </a:ext>
                  </a:extLst>
                </p14:cNvPr>
                <p14:cNvContentPartPr/>
                <p14:nvPr/>
              </p14:nvContentPartPr>
              <p14:xfrm>
                <a:off x="11274263" y="687211"/>
                <a:ext cx="310320" cy="691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D992E11-BC33-914B-995E-981E5EE42E3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269943" y="682891"/>
                  <a:ext cx="318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DAFED55-69F3-2E4F-90C1-63C9B4A57C1A}"/>
                    </a:ext>
                  </a:extLst>
                </p14:cNvPr>
                <p14:cNvContentPartPr/>
                <p14:nvPr/>
              </p14:nvContentPartPr>
              <p14:xfrm>
                <a:off x="11546783" y="621691"/>
                <a:ext cx="93240" cy="1584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DAFED55-69F3-2E4F-90C1-63C9B4A57C1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542463" y="617371"/>
                  <a:ext cx="10188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78418D43-81FF-EC4D-ACDB-4AAF1DBDB40F}"/>
              </a:ext>
            </a:extLst>
          </p:cNvPr>
          <p:cNvGrpSpPr/>
          <p:nvPr/>
        </p:nvGrpSpPr>
        <p:grpSpPr>
          <a:xfrm>
            <a:off x="7200143" y="1870531"/>
            <a:ext cx="852840" cy="446760"/>
            <a:chOff x="7200143" y="1870531"/>
            <a:chExt cx="85284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B140B16-1962-4B47-9EF3-A071595BD929}"/>
                    </a:ext>
                  </a:extLst>
                </p14:cNvPr>
                <p14:cNvContentPartPr/>
                <p14:nvPr/>
              </p14:nvContentPartPr>
              <p14:xfrm>
                <a:off x="7357823" y="1978891"/>
                <a:ext cx="80640" cy="2084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B140B16-1962-4B47-9EF3-A071595BD92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353503" y="1974571"/>
                  <a:ext cx="892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F09FDC3-F1B6-E044-B78B-9005907D88AD}"/>
                    </a:ext>
                  </a:extLst>
                </p14:cNvPr>
                <p14:cNvContentPartPr/>
                <p14:nvPr/>
              </p14:nvContentPartPr>
              <p14:xfrm>
                <a:off x="7483103" y="1980331"/>
                <a:ext cx="50760" cy="1414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F09FDC3-F1B6-E044-B78B-9005907D88A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478783" y="1976011"/>
                  <a:ext cx="59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BA23E0A-2143-4D45-A1E0-60928C79079E}"/>
                    </a:ext>
                  </a:extLst>
                </p14:cNvPr>
                <p14:cNvContentPartPr/>
                <p14:nvPr/>
              </p14:nvContentPartPr>
              <p14:xfrm>
                <a:off x="7606223" y="2234851"/>
                <a:ext cx="28440" cy="619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BA23E0A-2143-4D45-A1E0-60928C79079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601903" y="2230531"/>
                  <a:ext cx="37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F1C5C9B-8986-2E46-86B2-64C43CB25B77}"/>
                    </a:ext>
                  </a:extLst>
                </p14:cNvPr>
                <p14:cNvContentPartPr/>
                <p14:nvPr/>
              </p14:nvContentPartPr>
              <p14:xfrm>
                <a:off x="7744463" y="1981051"/>
                <a:ext cx="125280" cy="2826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F1C5C9B-8986-2E46-86B2-64C43CB25B7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740143" y="1976731"/>
                  <a:ext cx="1339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3046490-CDD2-F843-A41D-C9ADCC6847BD}"/>
                    </a:ext>
                  </a:extLst>
                </p14:cNvPr>
                <p14:cNvContentPartPr/>
                <p14:nvPr/>
              </p14:nvContentPartPr>
              <p14:xfrm>
                <a:off x="7930583" y="1887451"/>
                <a:ext cx="122400" cy="3664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3046490-CDD2-F843-A41D-C9ADCC6847B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926263" y="1883131"/>
                  <a:ext cx="1310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226824B-EAA9-A443-8715-0A40A1C0D72C}"/>
                    </a:ext>
                  </a:extLst>
                </p14:cNvPr>
                <p14:cNvContentPartPr/>
                <p14:nvPr/>
              </p14:nvContentPartPr>
              <p14:xfrm>
                <a:off x="7200143" y="1870531"/>
                <a:ext cx="209880" cy="446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226824B-EAA9-A443-8715-0A40A1C0D72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195823" y="1866211"/>
                  <a:ext cx="218520" cy="45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3E6C4E4B-84F9-6645-BE43-7A20FDB2D4C2}"/>
                  </a:ext>
                </a:extLst>
              </p14:cNvPr>
              <p14:cNvContentPartPr/>
              <p14:nvPr/>
            </p14:nvContentPartPr>
            <p14:xfrm>
              <a:off x="8340623" y="2040811"/>
              <a:ext cx="10080" cy="1368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3E6C4E4B-84F9-6645-BE43-7A20FDB2D4C2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8336303" y="2036491"/>
                <a:ext cx="187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67C27133-4442-9545-934A-7995380BA98A}"/>
                  </a:ext>
                </a:extLst>
              </p14:cNvPr>
              <p14:cNvContentPartPr/>
              <p14:nvPr/>
            </p14:nvContentPartPr>
            <p14:xfrm>
              <a:off x="8571743" y="1745251"/>
              <a:ext cx="46440" cy="44964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67C27133-4442-9545-934A-7995380BA98A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8567423" y="1740931"/>
                <a:ext cx="55080" cy="45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22544AD-64B4-104E-A4D7-B38CFDD8654A}"/>
              </a:ext>
            </a:extLst>
          </p:cNvPr>
          <p:cNvGrpSpPr/>
          <p:nvPr/>
        </p:nvGrpSpPr>
        <p:grpSpPr>
          <a:xfrm>
            <a:off x="8749223" y="1715731"/>
            <a:ext cx="1603440" cy="501120"/>
            <a:chOff x="8749223" y="1715731"/>
            <a:chExt cx="1603440" cy="5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ADA5BB9-4B37-964C-97D9-BB8146123707}"/>
                    </a:ext>
                  </a:extLst>
                </p14:cNvPr>
                <p14:cNvContentPartPr/>
                <p14:nvPr/>
              </p14:nvContentPartPr>
              <p14:xfrm>
                <a:off x="8749223" y="1894651"/>
                <a:ext cx="151560" cy="1900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ADA5BB9-4B37-964C-97D9-BB814612370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744903" y="1890331"/>
                  <a:ext cx="1602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781F1E6-79A4-0543-BEC7-634916A27FA4}"/>
                    </a:ext>
                  </a:extLst>
                </p14:cNvPr>
                <p14:cNvContentPartPr/>
                <p14:nvPr/>
              </p14:nvContentPartPr>
              <p14:xfrm>
                <a:off x="8988983" y="1923091"/>
                <a:ext cx="21960" cy="1015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781F1E6-79A4-0543-BEC7-634916A27FA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984663" y="1918771"/>
                  <a:ext cx="30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E353D68-5BF8-BF47-B07F-987A6FD6029E}"/>
                    </a:ext>
                  </a:extLst>
                </p14:cNvPr>
                <p14:cNvContentPartPr/>
                <p14:nvPr/>
              </p14:nvContentPartPr>
              <p14:xfrm>
                <a:off x="9018863" y="1939291"/>
                <a:ext cx="64440" cy="1022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E353D68-5BF8-BF47-B07F-987A6FD6029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014543" y="1934971"/>
                  <a:ext cx="73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3AED979-DA51-0347-9FC4-B0481968EF1C}"/>
                    </a:ext>
                  </a:extLst>
                </p14:cNvPr>
                <p14:cNvContentPartPr/>
                <p14:nvPr/>
              </p14:nvContentPartPr>
              <p14:xfrm>
                <a:off x="9152423" y="1819771"/>
                <a:ext cx="82080" cy="2451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3AED979-DA51-0347-9FC4-B0481968EF1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148103" y="1815451"/>
                  <a:ext cx="907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109C338-CEF8-2B40-9152-849132C73434}"/>
                    </a:ext>
                  </a:extLst>
                </p14:cNvPr>
                <p14:cNvContentPartPr/>
                <p14:nvPr/>
              </p14:nvContentPartPr>
              <p14:xfrm>
                <a:off x="9104903" y="1936411"/>
                <a:ext cx="192600" cy="144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109C338-CEF8-2B40-9152-849132C7343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100583" y="1932091"/>
                  <a:ext cx="201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7BC03F3-C712-2E4A-86CE-6EE21BD44A45}"/>
                    </a:ext>
                  </a:extLst>
                </p14:cNvPr>
                <p14:cNvContentPartPr/>
                <p14:nvPr/>
              </p14:nvContentPartPr>
              <p14:xfrm>
                <a:off x="9394343" y="1939651"/>
                <a:ext cx="81000" cy="46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7BC03F3-C712-2E4A-86CE-6EE21BD44A4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390023" y="1935331"/>
                  <a:ext cx="8964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27AC55A6-41E5-204F-9748-13142C5A879C}"/>
                    </a:ext>
                  </a:extLst>
                </p14:cNvPr>
                <p14:cNvContentPartPr/>
                <p14:nvPr/>
              </p14:nvContentPartPr>
              <p14:xfrm>
                <a:off x="9401903" y="1900411"/>
                <a:ext cx="35280" cy="1310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27AC55A6-41E5-204F-9748-13142C5A879C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397583" y="1896091"/>
                  <a:ext cx="439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3D3A815-9E3C-DF49-AE2E-DCFA7741783B}"/>
                    </a:ext>
                  </a:extLst>
                </p14:cNvPr>
                <p14:cNvContentPartPr/>
                <p14:nvPr/>
              </p14:nvContentPartPr>
              <p14:xfrm>
                <a:off x="9466343" y="1907971"/>
                <a:ext cx="115560" cy="2635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3D3A815-9E3C-DF49-AE2E-DCFA7741783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462023" y="1903651"/>
                  <a:ext cx="1242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38C75A0-9168-FB41-B658-BC44C07705DE}"/>
                    </a:ext>
                  </a:extLst>
                </p14:cNvPr>
                <p14:cNvContentPartPr/>
                <p14:nvPr/>
              </p14:nvContentPartPr>
              <p14:xfrm>
                <a:off x="9626543" y="1883131"/>
                <a:ext cx="263160" cy="1299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38C75A0-9168-FB41-B658-BC44C07705D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622223" y="1878811"/>
                  <a:ext cx="271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D6A64CF-4E73-4E42-B542-BA9A40D99078}"/>
                    </a:ext>
                  </a:extLst>
                </p14:cNvPr>
                <p14:cNvContentPartPr/>
                <p14:nvPr/>
              </p14:nvContentPartPr>
              <p14:xfrm>
                <a:off x="9922103" y="1838131"/>
                <a:ext cx="74520" cy="2113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D6A64CF-4E73-4E42-B542-BA9A40D9907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917783" y="1833811"/>
                  <a:ext cx="831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BFE1D90D-FDDA-774B-BD36-FBB80A2F6E08}"/>
                    </a:ext>
                  </a:extLst>
                </p14:cNvPr>
                <p14:cNvContentPartPr/>
                <p14:nvPr/>
              </p14:nvContentPartPr>
              <p14:xfrm>
                <a:off x="9921743" y="1930291"/>
                <a:ext cx="31680" cy="18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BFE1D90D-FDDA-774B-BD36-FBB80A2F6E0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917423" y="1925971"/>
                  <a:ext cx="4032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6B244F9-D128-D843-BB6E-8F26429BB6EA}"/>
                    </a:ext>
                  </a:extLst>
                </p14:cNvPr>
                <p14:cNvContentPartPr/>
                <p14:nvPr/>
              </p14:nvContentPartPr>
              <p14:xfrm>
                <a:off x="10047383" y="1715731"/>
                <a:ext cx="305280" cy="5011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6B244F9-D128-D843-BB6E-8F26429BB6E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043063" y="1711411"/>
                  <a:ext cx="313920" cy="50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4E0F53AC-2C43-214E-BFF9-CA3ACD75EF5A}"/>
              </a:ext>
            </a:extLst>
          </p:cNvPr>
          <p:cNvGrpSpPr/>
          <p:nvPr/>
        </p:nvGrpSpPr>
        <p:grpSpPr>
          <a:xfrm>
            <a:off x="10646063" y="1855411"/>
            <a:ext cx="370800" cy="84240"/>
            <a:chOff x="10646063" y="1855411"/>
            <a:chExt cx="37080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D84F79C-15E6-0E46-938D-D3C49FEC09C7}"/>
                    </a:ext>
                  </a:extLst>
                </p14:cNvPr>
                <p14:cNvContentPartPr/>
                <p14:nvPr/>
              </p14:nvContentPartPr>
              <p14:xfrm>
                <a:off x="10646063" y="1855411"/>
                <a:ext cx="273600" cy="392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D84F79C-15E6-0E46-938D-D3C49FEC09C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641743" y="1851091"/>
                  <a:ext cx="282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FF80A64-88E2-6E4E-B4E9-044E88480E7E}"/>
                    </a:ext>
                  </a:extLst>
                </p14:cNvPr>
                <p14:cNvContentPartPr/>
                <p14:nvPr/>
              </p14:nvContentPartPr>
              <p14:xfrm>
                <a:off x="10834343" y="1870891"/>
                <a:ext cx="182520" cy="687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FF80A64-88E2-6E4E-B4E9-044E88480E7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830023" y="1866571"/>
                  <a:ext cx="19116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D2159601-70A6-F943-86DF-0291F089F415}"/>
              </a:ext>
            </a:extLst>
          </p:cNvPr>
          <p:cNvGrpSpPr/>
          <p:nvPr/>
        </p:nvGrpSpPr>
        <p:grpSpPr>
          <a:xfrm>
            <a:off x="11335823" y="1825171"/>
            <a:ext cx="937440" cy="385920"/>
            <a:chOff x="11335823" y="1825171"/>
            <a:chExt cx="93744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0AAF286-3721-C148-86A3-6505D68C306A}"/>
                    </a:ext>
                  </a:extLst>
                </p14:cNvPr>
                <p14:cNvContentPartPr/>
                <p14:nvPr/>
              </p14:nvContentPartPr>
              <p14:xfrm>
                <a:off x="11353463" y="1879891"/>
                <a:ext cx="18360" cy="3312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0AAF286-3721-C148-86A3-6505D68C306A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1349143" y="1875571"/>
                  <a:ext cx="270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B3365CD-8237-1343-BC93-9DFF6307FEE4}"/>
                    </a:ext>
                  </a:extLst>
                </p14:cNvPr>
                <p14:cNvContentPartPr/>
                <p14:nvPr/>
              </p14:nvContentPartPr>
              <p14:xfrm>
                <a:off x="11335823" y="1825171"/>
                <a:ext cx="148680" cy="1681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B3365CD-8237-1343-BC93-9DFF6307FEE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331503" y="1820851"/>
                  <a:ext cx="1573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B8BA475-EE98-854A-957A-B90CBE7FDC68}"/>
                    </a:ext>
                  </a:extLst>
                </p14:cNvPr>
                <p14:cNvContentPartPr/>
                <p14:nvPr/>
              </p14:nvContentPartPr>
              <p14:xfrm>
                <a:off x="11447063" y="1841371"/>
                <a:ext cx="112680" cy="1303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B8BA475-EE98-854A-957A-B90CBE7FDC68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442743" y="1837051"/>
                  <a:ext cx="1213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A8FF876-7462-2D4F-9CCF-272E3A982038}"/>
                    </a:ext>
                  </a:extLst>
                </p14:cNvPr>
                <p14:cNvContentPartPr/>
                <p14:nvPr/>
              </p14:nvContentPartPr>
              <p14:xfrm>
                <a:off x="11563343" y="1855771"/>
                <a:ext cx="709920" cy="1141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A8FF876-7462-2D4F-9CCF-272E3A98203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559023" y="1851451"/>
                  <a:ext cx="71856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5DADECAB-C0FC-534F-9036-465C473F95DB}"/>
                  </a:ext>
                </a:extLst>
              </p14:cNvPr>
              <p14:cNvContentPartPr/>
              <p14:nvPr/>
            </p14:nvContentPartPr>
            <p14:xfrm>
              <a:off x="5558183" y="4192531"/>
              <a:ext cx="7200" cy="180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5DADECAB-C0FC-534F-9036-465C473F95DB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5553863" y="4188211"/>
                <a:ext cx="15840" cy="1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Group 281">
            <a:extLst>
              <a:ext uri="{FF2B5EF4-FFF2-40B4-BE49-F238E27FC236}">
                <a16:creationId xmlns:a16="http://schemas.microsoft.com/office/drawing/2014/main" id="{32BD35E8-C824-2E4D-B31C-C06DC9057B92}"/>
              </a:ext>
            </a:extLst>
          </p:cNvPr>
          <p:cNvGrpSpPr/>
          <p:nvPr/>
        </p:nvGrpSpPr>
        <p:grpSpPr>
          <a:xfrm>
            <a:off x="7359263" y="1692691"/>
            <a:ext cx="2058480" cy="408600"/>
            <a:chOff x="7359263" y="1692691"/>
            <a:chExt cx="2058480" cy="40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A33AD41B-A39D-9049-8C7C-5D34D3115073}"/>
                    </a:ext>
                  </a:extLst>
                </p14:cNvPr>
                <p14:cNvContentPartPr/>
                <p14:nvPr/>
              </p14:nvContentPartPr>
              <p14:xfrm>
                <a:off x="7359263" y="1832731"/>
                <a:ext cx="90720" cy="381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A33AD41B-A39D-9049-8C7C-5D34D3115073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350623" y="1823731"/>
                  <a:ext cx="1083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A361BEF-FFBF-A44F-84B0-F39116BB8668}"/>
                    </a:ext>
                  </a:extLst>
                </p14:cNvPr>
                <p14:cNvContentPartPr/>
                <p14:nvPr/>
              </p14:nvContentPartPr>
              <p14:xfrm>
                <a:off x="7422983" y="1692691"/>
                <a:ext cx="1679040" cy="1472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A361BEF-FFBF-A44F-84B0-F39116BB8668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414343" y="1683691"/>
                  <a:ext cx="16966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F0C8D6E-F96B-EB4D-B0F8-56680016D8E0}"/>
                    </a:ext>
                  </a:extLst>
                </p14:cNvPr>
                <p14:cNvContentPartPr/>
                <p14:nvPr/>
              </p14:nvContentPartPr>
              <p14:xfrm>
                <a:off x="9357623" y="1893931"/>
                <a:ext cx="60120" cy="626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F0C8D6E-F96B-EB4D-B0F8-56680016D8E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348983" y="1884931"/>
                  <a:ext cx="77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9834EE1-72E6-1544-812C-5772D8C16316}"/>
                    </a:ext>
                  </a:extLst>
                </p14:cNvPr>
                <p14:cNvContentPartPr/>
                <p14:nvPr/>
              </p14:nvContentPartPr>
              <p14:xfrm>
                <a:off x="9229103" y="1942171"/>
                <a:ext cx="141120" cy="1591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9834EE1-72E6-1544-812C-5772D8C1631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220463" y="1933171"/>
                  <a:ext cx="158760" cy="17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73447C15-D134-DF41-915E-C569EDD6CF45}"/>
                  </a:ext>
                </a:extLst>
              </p14:cNvPr>
              <p14:cNvContentPartPr/>
              <p14:nvPr/>
            </p14:nvContentPartPr>
            <p14:xfrm>
              <a:off x="1884383" y="946051"/>
              <a:ext cx="3493080" cy="126216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73447C15-D134-DF41-915E-C569EDD6CF45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1875383" y="937411"/>
                <a:ext cx="3510720" cy="12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E1A2BE2E-91B0-444B-A1BC-1E98B30C3113}"/>
                  </a:ext>
                </a:extLst>
              </p14:cNvPr>
              <p14:cNvContentPartPr/>
              <p14:nvPr/>
            </p14:nvContentPartPr>
            <p14:xfrm>
              <a:off x="2929103" y="4026931"/>
              <a:ext cx="970560" cy="51876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E1A2BE2E-91B0-444B-A1BC-1E98B30C3113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2920463" y="4017931"/>
                <a:ext cx="988200" cy="5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5745C681-4EAE-454D-9C6D-371C96C9095C}"/>
                  </a:ext>
                </a:extLst>
              </p14:cNvPr>
              <p14:cNvContentPartPr/>
              <p14:nvPr/>
            </p14:nvContentPartPr>
            <p14:xfrm>
              <a:off x="2867183" y="4565131"/>
              <a:ext cx="44280" cy="59040"/>
            </p14:xfrm>
          </p:contentPart>
        </mc:Choice>
        <mc:Fallback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5745C681-4EAE-454D-9C6D-371C96C9095C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2858543" y="4556131"/>
                <a:ext cx="61920" cy="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8" name="Group 347">
            <a:extLst>
              <a:ext uri="{FF2B5EF4-FFF2-40B4-BE49-F238E27FC236}">
                <a16:creationId xmlns:a16="http://schemas.microsoft.com/office/drawing/2014/main" id="{B0744D98-F046-C941-819D-ED55AC652B04}"/>
              </a:ext>
            </a:extLst>
          </p:cNvPr>
          <p:cNvGrpSpPr/>
          <p:nvPr/>
        </p:nvGrpSpPr>
        <p:grpSpPr>
          <a:xfrm>
            <a:off x="2239703" y="3932611"/>
            <a:ext cx="1890360" cy="1020600"/>
            <a:chOff x="2239703" y="3932611"/>
            <a:chExt cx="1890360" cy="102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6CB3DB0B-19B0-934D-AF49-BFCA3B079979}"/>
                    </a:ext>
                  </a:extLst>
                </p14:cNvPr>
                <p14:cNvContentPartPr/>
                <p14:nvPr/>
              </p14:nvContentPartPr>
              <p14:xfrm>
                <a:off x="2239703" y="3932611"/>
                <a:ext cx="1890360" cy="10206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6CB3DB0B-19B0-934D-AF49-BFCA3B07997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231063" y="3923971"/>
                  <a:ext cx="1908000" cy="10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C9EA3AA0-B423-D741-846C-137FC3AC4C21}"/>
                    </a:ext>
                  </a:extLst>
                </p14:cNvPr>
                <p14:cNvContentPartPr/>
                <p14:nvPr/>
              </p14:nvContentPartPr>
              <p14:xfrm>
                <a:off x="2786183" y="4359571"/>
                <a:ext cx="252720" cy="1314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C9EA3AA0-B423-D741-846C-137FC3AC4C21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777543" y="4350571"/>
                  <a:ext cx="27036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0CB10B56-0BA7-EF4B-868C-6926D92E9A9D}"/>
              </a:ext>
            </a:extLst>
          </p:cNvPr>
          <p:cNvGrpSpPr/>
          <p:nvPr/>
        </p:nvGrpSpPr>
        <p:grpSpPr>
          <a:xfrm>
            <a:off x="5661503" y="2399731"/>
            <a:ext cx="6414480" cy="1923120"/>
            <a:chOff x="5661503" y="2399731"/>
            <a:chExt cx="6414480" cy="192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0465E38-3DF8-FD40-B95D-5F948340C6DA}"/>
                    </a:ext>
                  </a:extLst>
                </p14:cNvPr>
                <p14:cNvContentPartPr/>
                <p14:nvPr/>
              </p14:nvContentPartPr>
              <p14:xfrm>
                <a:off x="5935463" y="2833891"/>
                <a:ext cx="360" cy="3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0465E38-3DF8-FD40-B95D-5F948340C6D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926463" y="282489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C577AD8-7B95-A04C-9A2C-5C74D9A2E730}"/>
                    </a:ext>
                  </a:extLst>
                </p14:cNvPr>
                <p14:cNvContentPartPr/>
                <p14:nvPr/>
              </p14:nvContentPartPr>
              <p14:xfrm>
                <a:off x="5869223" y="2746771"/>
                <a:ext cx="211680" cy="3276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C577AD8-7B95-A04C-9A2C-5C74D9A2E730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860583" y="2738131"/>
                  <a:ext cx="2293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065A672-53BC-6A4E-A4ED-0F286A9CA860}"/>
                    </a:ext>
                  </a:extLst>
                </p14:cNvPr>
                <p14:cNvContentPartPr/>
                <p14:nvPr/>
              </p14:nvContentPartPr>
              <p14:xfrm>
                <a:off x="6206903" y="2805091"/>
                <a:ext cx="165960" cy="18612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065A672-53BC-6A4E-A4ED-0F286A9CA860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198263" y="2796451"/>
                  <a:ext cx="183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1F9E513-39B2-E947-BBCB-D296846D23EE}"/>
                    </a:ext>
                  </a:extLst>
                </p14:cNvPr>
                <p14:cNvContentPartPr/>
                <p14:nvPr/>
              </p14:nvContentPartPr>
              <p14:xfrm>
                <a:off x="6472223" y="2805811"/>
                <a:ext cx="103680" cy="1522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1F9E513-39B2-E947-BBCB-D296846D23E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463223" y="2796811"/>
                  <a:ext cx="1213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249EA1A-5259-E242-B761-891411D72682}"/>
                    </a:ext>
                  </a:extLst>
                </p14:cNvPr>
                <p14:cNvContentPartPr/>
                <p14:nvPr/>
              </p14:nvContentPartPr>
              <p14:xfrm>
                <a:off x="6629183" y="2802571"/>
                <a:ext cx="195480" cy="1540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249EA1A-5259-E242-B761-891411D7268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620543" y="2793931"/>
                  <a:ext cx="2131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FDDB667-B0C6-A044-B740-47999C5168A1}"/>
                    </a:ext>
                  </a:extLst>
                </p14:cNvPr>
                <p14:cNvContentPartPr/>
                <p14:nvPr/>
              </p14:nvContentPartPr>
              <p14:xfrm>
                <a:off x="6934823" y="2740651"/>
                <a:ext cx="100800" cy="1976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FDDB667-B0C6-A044-B740-47999C5168A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925823" y="2731651"/>
                  <a:ext cx="1184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04B2D86-A701-6E4C-AB0B-E548B9754820}"/>
                    </a:ext>
                  </a:extLst>
                </p14:cNvPr>
                <p14:cNvContentPartPr/>
                <p14:nvPr/>
              </p14:nvContentPartPr>
              <p14:xfrm>
                <a:off x="6928703" y="2825971"/>
                <a:ext cx="103320" cy="97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04B2D86-A701-6E4C-AB0B-E548B975482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920063" y="2817331"/>
                  <a:ext cx="1209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4FD987D-4362-6242-A9E6-C8E488C04732}"/>
                    </a:ext>
                  </a:extLst>
                </p14:cNvPr>
                <p14:cNvContentPartPr/>
                <p14:nvPr/>
              </p14:nvContentPartPr>
              <p14:xfrm>
                <a:off x="5885063" y="2569291"/>
                <a:ext cx="367200" cy="4496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4FD987D-4362-6242-A9E6-C8E488C04732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876063" y="2560291"/>
                  <a:ext cx="38484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6E783D3-EA61-8343-A256-945F3C560F0F}"/>
                    </a:ext>
                  </a:extLst>
                </p14:cNvPr>
                <p14:cNvContentPartPr/>
                <p14:nvPr/>
              </p14:nvContentPartPr>
              <p14:xfrm>
                <a:off x="9339983" y="2514931"/>
                <a:ext cx="150120" cy="4446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6E783D3-EA61-8343-A256-945F3C560F0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331343" y="2505931"/>
                  <a:ext cx="16776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010A82F-D7CA-E043-B751-E140A57C6DE6}"/>
                    </a:ext>
                  </a:extLst>
                </p14:cNvPr>
                <p14:cNvContentPartPr/>
                <p14:nvPr/>
              </p14:nvContentPartPr>
              <p14:xfrm>
                <a:off x="9541223" y="2442211"/>
                <a:ext cx="72000" cy="1224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010A82F-D7CA-E043-B751-E140A57C6DE6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532583" y="2433571"/>
                  <a:ext cx="896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F5EE9184-D453-0344-B8A8-32BAD49971DA}"/>
                    </a:ext>
                  </a:extLst>
                </p14:cNvPr>
                <p14:cNvContentPartPr/>
                <p14:nvPr/>
              </p14:nvContentPartPr>
              <p14:xfrm>
                <a:off x="9852623" y="2492611"/>
                <a:ext cx="104760" cy="4269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F5EE9184-D453-0344-B8A8-32BAD49971D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843983" y="2483971"/>
                  <a:ext cx="12240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8A03EB0-4B8C-5D4A-90F3-9B08FC20CB20}"/>
                    </a:ext>
                  </a:extLst>
                </p14:cNvPr>
                <p14:cNvContentPartPr/>
                <p14:nvPr/>
              </p14:nvContentPartPr>
              <p14:xfrm>
                <a:off x="9994103" y="2680171"/>
                <a:ext cx="55080" cy="1306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8A03EB0-4B8C-5D4A-90F3-9B08FC20CB20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985463" y="2671531"/>
                  <a:ext cx="72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7DD87F9-1C82-DF45-8373-D15A6FBBA662}"/>
                    </a:ext>
                  </a:extLst>
                </p14:cNvPr>
                <p14:cNvContentPartPr/>
                <p14:nvPr/>
              </p14:nvContentPartPr>
              <p14:xfrm>
                <a:off x="10048463" y="2701051"/>
                <a:ext cx="225720" cy="1350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7DD87F9-1C82-DF45-8373-D15A6FBBA66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039463" y="2692051"/>
                  <a:ext cx="2433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DFAC98D-3F6C-F845-8A68-D7BCD38D31E9}"/>
                    </a:ext>
                  </a:extLst>
                </p14:cNvPr>
                <p14:cNvContentPartPr/>
                <p14:nvPr/>
              </p14:nvContentPartPr>
              <p14:xfrm>
                <a:off x="10407023" y="2498731"/>
                <a:ext cx="233280" cy="2005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DFAC98D-3F6C-F845-8A68-D7BCD38D31E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398023" y="2489731"/>
                  <a:ext cx="250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7FABA971-3B82-8246-969A-9AF68BF483A6}"/>
                    </a:ext>
                  </a:extLst>
                </p14:cNvPr>
                <p14:cNvContentPartPr/>
                <p14:nvPr/>
              </p14:nvContentPartPr>
              <p14:xfrm>
                <a:off x="10820663" y="2786731"/>
                <a:ext cx="249480" cy="1584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7FABA971-3B82-8246-969A-9AF68BF483A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812023" y="2777731"/>
                  <a:ext cx="2671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57DEDF2-DD62-9842-95F6-8D2E0FEE6128}"/>
                    </a:ext>
                  </a:extLst>
                </p14:cNvPr>
                <p14:cNvContentPartPr/>
                <p14:nvPr/>
              </p14:nvContentPartPr>
              <p14:xfrm>
                <a:off x="11004623" y="2758291"/>
                <a:ext cx="151560" cy="1746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57DEDF2-DD62-9842-95F6-8D2E0FEE6128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995983" y="2749291"/>
                  <a:ext cx="1692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1ED7901-4066-2D44-B3AA-B7458A996791}"/>
                    </a:ext>
                  </a:extLst>
                </p14:cNvPr>
                <p14:cNvContentPartPr/>
                <p14:nvPr/>
              </p14:nvContentPartPr>
              <p14:xfrm>
                <a:off x="11180663" y="2740291"/>
                <a:ext cx="562320" cy="1386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1ED7901-4066-2D44-B3AA-B7458A996791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172023" y="2731651"/>
                  <a:ext cx="579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9342986-4C3F-3544-B13D-34AAB336AAD8}"/>
                    </a:ext>
                  </a:extLst>
                </p14:cNvPr>
                <p14:cNvContentPartPr/>
                <p14:nvPr/>
              </p14:nvContentPartPr>
              <p14:xfrm>
                <a:off x="11433383" y="2606731"/>
                <a:ext cx="192600" cy="741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9342986-4C3F-3544-B13D-34AAB336AAD8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1424383" y="2597731"/>
                  <a:ext cx="210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9EBAFE6E-DFC3-904A-90A7-B3236A48C857}"/>
                    </a:ext>
                  </a:extLst>
                </p14:cNvPr>
                <p14:cNvContentPartPr/>
                <p14:nvPr/>
              </p14:nvContentPartPr>
              <p14:xfrm>
                <a:off x="11854223" y="2497291"/>
                <a:ext cx="176760" cy="4500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9EBAFE6E-DFC3-904A-90A7-B3236A48C85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1845223" y="2488291"/>
                  <a:ext cx="19440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D39F465-CEFD-2943-8FE0-239A9E7E2445}"/>
                    </a:ext>
                  </a:extLst>
                </p14:cNvPr>
                <p14:cNvContentPartPr/>
                <p14:nvPr/>
              </p14:nvContentPartPr>
              <p14:xfrm>
                <a:off x="9462743" y="2399731"/>
                <a:ext cx="357480" cy="32724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D39F465-CEFD-2943-8FE0-239A9E7E2445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454103" y="2391091"/>
                  <a:ext cx="3751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55348BA0-3385-3540-B6D1-2C7A091333F3}"/>
                    </a:ext>
                  </a:extLst>
                </p14:cNvPr>
                <p14:cNvContentPartPr/>
                <p14:nvPr/>
              </p14:nvContentPartPr>
              <p14:xfrm>
                <a:off x="10077623" y="2962771"/>
                <a:ext cx="1998360" cy="9324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55348BA0-3385-3540-B6D1-2C7A091333F3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068623" y="2954131"/>
                  <a:ext cx="201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58D1FA6B-166E-5C45-BE34-055A0BF5AAE7}"/>
                    </a:ext>
                  </a:extLst>
                </p14:cNvPr>
                <p14:cNvContentPartPr/>
                <p14:nvPr/>
              </p14:nvContentPartPr>
              <p14:xfrm>
                <a:off x="10999943" y="3234211"/>
                <a:ext cx="350640" cy="3081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58D1FA6B-166E-5C45-BE34-055A0BF5AAE7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990943" y="3225571"/>
                  <a:ext cx="3682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0C8DEB1-4DA0-DC4E-9361-D1015EB51928}"/>
                    </a:ext>
                  </a:extLst>
                </p14:cNvPr>
                <p14:cNvContentPartPr/>
                <p14:nvPr/>
              </p14:nvContentPartPr>
              <p14:xfrm>
                <a:off x="7241183" y="2863411"/>
                <a:ext cx="198360" cy="108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0C8DEB1-4DA0-DC4E-9361-D1015EB51928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232183" y="2854411"/>
                  <a:ext cx="216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BAAC506-F9F1-554B-AC69-A1CD46150FE9}"/>
                    </a:ext>
                  </a:extLst>
                </p14:cNvPr>
                <p14:cNvContentPartPr/>
                <p14:nvPr/>
              </p14:nvContentPartPr>
              <p14:xfrm>
                <a:off x="7356023" y="2828851"/>
                <a:ext cx="9000" cy="1695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BAAC506-F9F1-554B-AC69-A1CD46150FE9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347023" y="2820211"/>
                  <a:ext cx="26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D486F54-5103-1346-A264-FBFDC7022EB9}"/>
                    </a:ext>
                  </a:extLst>
                </p14:cNvPr>
                <p14:cNvContentPartPr/>
                <p14:nvPr/>
              </p14:nvContentPartPr>
              <p14:xfrm>
                <a:off x="7600103" y="2704651"/>
                <a:ext cx="164880" cy="4705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D486F54-5103-1346-A264-FBFDC7022EB9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591463" y="2696011"/>
                  <a:ext cx="18252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143BBD9-1D82-6C4B-B104-BA577BC9E94A}"/>
                    </a:ext>
                  </a:extLst>
                </p14:cNvPr>
                <p14:cNvContentPartPr/>
                <p14:nvPr/>
              </p14:nvContentPartPr>
              <p14:xfrm>
                <a:off x="7870463" y="2737051"/>
                <a:ext cx="259560" cy="1911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143BBD9-1D82-6C4B-B104-BA577BC9E94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861823" y="2728051"/>
                  <a:ext cx="2772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222398F7-5A7D-214A-B3D5-D7A8F236CCD3}"/>
                    </a:ext>
                  </a:extLst>
                </p14:cNvPr>
                <p14:cNvContentPartPr/>
                <p14:nvPr/>
              </p14:nvContentPartPr>
              <p14:xfrm>
                <a:off x="7763183" y="2728411"/>
                <a:ext cx="95760" cy="3510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222398F7-5A7D-214A-B3D5-D7A8F236CCD3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754183" y="2719411"/>
                  <a:ext cx="1134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5442D9F-35A0-0B46-A827-9F1A60D7EC86}"/>
                    </a:ext>
                  </a:extLst>
                </p14:cNvPr>
                <p14:cNvContentPartPr/>
                <p14:nvPr/>
              </p14:nvContentPartPr>
              <p14:xfrm>
                <a:off x="7989983" y="2733811"/>
                <a:ext cx="1800" cy="32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5442D9F-35A0-0B46-A827-9F1A60D7EC86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980983" y="2725171"/>
                  <a:ext cx="194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CEAA904A-DDB6-1448-93B0-901ADF63865A}"/>
                    </a:ext>
                  </a:extLst>
                </p14:cNvPr>
                <p14:cNvContentPartPr/>
                <p14:nvPr/>
              </p14:nvContentPartPr>
              <p14:xfrm>
                <a:off x="8183663" y="2702491"/>
                <a:ext cx="201600" cy="3243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CEAA904A-DDB6-1448-93B0-901ADF63865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174663" y="2693851"/>
                  <a:ext cx="2192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BD7E243E-33F5-C14C-A8DB-31BD439EAC90}"/>
                    </a:ext>
                  </a:extLst>
                </p14:cNvPr>
                <p14:cNvContentPartPr/>
                <p14:nvPr/>
              </p14:nvContentPartPr>
              <p14:xfrm>
                <a:off x="8150183" y="2834611"/>
                <a:ext cx="205200" cy="169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BD7E243E-33F5-C14C-A8DB-31BD439EAC90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141543" y="2825971"/>
                  <a:ext cx="222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78981929-76EC-F547-879E-20711B87325E}"/>
                    </a:ext>
                  </a:extLst>
                </p14:cNvPr>
                <p14:cNvContentPartPr/>
                <p14:nvPr/>
              </p14:nvContentPartPr>
              <p14:xfrm>
                <a:off x="8572103" y="2843251"/>
                <a:ext cx="162360" cy="190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78981929-76EC-F547-879E-20711B87325E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563463" y="2834251"/>
                  <a:ext cx="180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9294111-B602-8447-9F1C-A0A5CCED2D31}"/>
                    </a:ext>
                  </a:extLst>
                </p14:cNvPr>
                <p14:cNvContentPartPr/>
                <p14:nvPr/>
              </p14:nvContentPartPr>
              <p14:xfrm>
                <a:off x="8582903" y="2949811"/>
                <a:ext cx="205920" cy="115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9294111-B602-8447-9F1C-A0A5CCED2D3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574263" y="2941171"/>
                  <a:ext cx="223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FA09DE5-EB0E-CE48-8D42-43690BB7F66F}"/>
                    </a:ext>
                  </a:extLst>
                </p14:cNvPr>
                <p14:cNvContentPartPr/>
                <p14:nvPr/>
              </p14:nvContentPartPr>
              <p14:xfrm>
                <a:off x="7614863" y="2565691"/>
                <a:ext cx="113400" cy="6634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FA09DE5-EB0E-CE48-8D42-43690BB7F66F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605863" y="2556691"/>
                  <a:ext cx="131040" cy="6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A50B40F-DB0D-7844-A708-A5CF43240D57}"/>
                    </a:ext>
                  </a:extLst>
                </p14:cNvPr>
                <p14:cNvContentPartPr/>
                <p14:nvPr/>
              </p14:nvContentPartPr>
              <p14:xfrm>
                <a:off x="6195743" y="3710491"/>
                <a:ext cx="235440" cy="2016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A50B40F-DB0D-7844-A708-A5CF43240D57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186743" y="3701491"/>
                  <a:ext cx="2530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B844EE9F-4E9E-7C41-8329-5E7794FF4AE8}"/>
                    </a:ext>
                  </a:extLst>
                </p14:cNvPr>
                <p14:cNvContentPartPr/>
                <p14:nvPr/>
              </p14:nvContentPartPr>
              <p14:xfrm>
                <a:off x="6454943" y="3733531"/>
                <a:ext cx="81720" cy="1681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B844EE9F-4E9E-7C41-8329-5E7794FF4AE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446303" y="3724891"/>
                  <a:ext cx="99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63046E49-D26E-7C43-A2BF-B75A3D5B4E1A}"/>
                    </a:ext>
                  </a:extLst>
                </p14:cNvPr>
                <p14:cNvContentPartPr/>
                <p14:nvPr/>
              </p14:nvContentPartPr>
              <p14:xfrm>
                <a:off x="6542423" y="3699691"/>
                <a:ext cx="255240" cy="1713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63046E49-D26E-7C43-A2BF-B75A3D5B4E1A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533423" y="3691051"/>
                  <a:ext cx="2728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2E9FA52-7AC0-0F4E-AA71-C0A867AFFFD5}"/>
                    </a:ext>
                  </a:extLst>
                </p14:cNvPr>
                <p14:cNvContentPartPr/>
                <p14:nvPr/>
              </p14:nvContentPartPr>
              <p14:xfrm>
                <a:off x="6923303" y="3579091"/>
                <a:ext cx="156960" cy="2941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2E9FA52-7AC0-0F4E-AA71-C0A867AFFFD5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914663" y="3570091"/>
                  <a:ext cx="1746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B9CECA2-DD70-9E43-8FCA-EDFF5486248C}"/>
                    </a:ext>
                  </a:extLst>
                </p14:cNvPr>
                <p14:cNvContentPartPr/>
                <p14:nvPr/>
              </p14:nvContentPartPr>
              <p14:xfrm>
                <a:off x="6925463" y="3711571"/>
                <a:ext cx="189720" cy="165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B9CECA2-DD70-9E43-8FCA-EDFF5486248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916823" y="3702571"/>
                  <a:ext cx="207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7BDBA91-05E9-2F4D-896E-2D34AAC423B9}"/>
                    </a:ext>
                  </a:extLst>
                </p14:cNvPr>
                <p14:cNvContentPartPr/>
                <p14:nvPr/>
              </p14:nvContentPartPr>
              <p14:xfrm>
                <a:off x="7116263" y="3705451"/>
                <a:ext cx="322920" cy="140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7BDBA91-05E9-2F4D-896E-2D34AAC423B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107623" y="3696451"/>
                  <a:ext cx="340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3E087096-2E70-1646-9875-48EA04E27E5D}"/>
                    </a:ext>
                  </a:extLst>
                </p14:cNvPr>
                <p14:cNvContentPartPr/>
                <p14:nvPr/>
              </p14:nvContentPartPr>
              <p14:xfrm>
                <a:off x="7338023" y="3644971"/>
                <a:ext cx="70920" cy="1573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3E087096-2E70-1646-9875-48EA04E27E5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329023" y="3635971"/>
                  <a:ext cx="88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4DCB78B-723E-6747-A693-6F20F70926EA}"/>
                    </a:ext>
                  </a:extLst>
                </p14:cNvPr>
                <p14:cNvContentPartPr/>
                <p14:nvPr/>
              </p14:nvContentPartPr>
              <p14:xfrm>
                <a:off x="7597583" y="3607171"/>
                <a:ext cx="205560" cy="3740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4DCB78B-723E-6747-A693-6F20F70926E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588583" y="3598531"/>
                  <a:ext cx="2232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76F0A564-9A40-9B46-8CAE-0FBA6951A945}"/>
                    </a:ext>
                  </a:extLst>
                </p14:cNvPr>
                <p14:cNvContentPartPr/>
                <p14:nvPr/>
              </p14:nvContentPartPr>
              <p14:xfrm>
                <a:off x="7861463" y="3619051"/>
                <a:ext cx="343440" cy="1591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76F0A564-9A40-9B46-8CAE-0FBA6951A94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852823" y="3610051"/>
                  <a:ext cx="361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FF1C27A-3804-F04A-AE57-39BB5B1948C2}"/>
                    </a:ext>
                  </a:extLst>
                </p14:cNvPr>
                <p14:cNvContentPartPr/>
                <p14:nvPr/>
              </p14:nvContentPartPr>
              <p14:xfrm>
                <a:off x="8236223" y="3481531"/>
                <a:ext cx="155160" cy="3045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FF1C27A-3804-F04A-AE57-39BB5B1948C2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227223" y="3472891"/>
                  <a:ext cx="172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1212DCF-1E23-874C-8E71-358545BCBBBE}"/>
                    </a:ext>
                  </a:extLst>
                </p14:cNvPr>
                <p14:cNvContentPartPr/>
                <p14:nvPr/>
              </p14:nvContentPartPr>
              <p14:xfrm>
                <a:off x="8244863" y="3596371"/>
                <a:ext cx="256320" cy="255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1212DCF-1E23-874C-8E71-358545BCBBBE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235863" y="3587371"/>
                  <a:ext cx="273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6EF76A4F-A44C-AC49-8503-AE24DF7DAD9D}"/>
                    </a:ext>
                  </a:extLst>
                </p14:cNvPr>
                <p14:cNvContentPartPr/>
                <p14:nvPr/>
              </p14:nvContentPartPr>
              <p14:xfrm>
                <a:off x="8551223" y="3579091"/>
                <a:ext cx="259920" cy="154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6EF76A4F-A44C-AC49-8503-AE24DF7DAD9D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542583" y="3570451"/>
                  <a:ext cx="277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DBC0E09C-14BF-2A4A-937F-FBAEB307CC40}"/>
                    </a:ext>
                  </a:extLst>
                </p14:cNvPr>
                <p14:cNvContentPartPr/>
                <p14:nvPr/>
              </p14:nvContentPartPr>
              <p14:xfrm>
                <a:off x="8563463" y="3692491"/>
                <a:ext cx="195840" cy="183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DBC0E09C-14BF-2A4A-937F-FBAEB307CC40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554463" y="3683491"/>
                  <a:ext cx="213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C18960D-9478-C044-A6E1-B28C39C47785}"/>
                    </a:ext>
                  </a:extLst>
                </p14:cNvPr>
                <p14:cNvContentPartPr/>
                <p14:nvPr/>
              </p14:nvContentPartPr>
              <p14:xfrm>
                <a:off x="9008423" y="3395851"/>
                <a:ext cx="153720" cy="6346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C18960D-9478-C044-A6E1-B28C39C47785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999423" y="3387211"/>
                  <a:ext cx="17136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0E94B8E4-6BDA-8147-8B70-94A8F64E1352}"/>
                    </a:ext>
                  </a:extLst>
                </p14:cNvPr>
                <p14:cNvContentPartPr/>
                <p14:nvPr/>
              </p14:nvContentPartPr>
              <p14:xfrm>
                <a:off x="8961263" y="3435091"/>
                <a:ext cx="177120" cy="3322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0E94B8E4-6BDA-8147-8B70-94A8F64E1352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952623" y="3426451"/>
                  <a:ext cx="1947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BAE83DA-B370-0D43-A68E-004D95E7ED2C}"/>
                    </a:ext>
                  </a:extLst>
                </p14:cNvPr>
                <p14:cNvContentPartPr/>
                <p14:nvPr/>
              </p14:nvContentPartPr>
              <p14:xfrm>
                <a:off x="5661503" y="3196771"/>
                <a:ext cx="3828600" cy="11260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BAE83DA-B370-0D43-A68E-004D95E7ED2C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652863" y="3187771"/>
                  <a:ext cx="3846240" cy="114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9B68BBEE-7C2E-F445-B0AE-4F2C38A267E4}"/>
                  </a:ext>
                </a:extLst>
              </p14:cNvPr>
              <p14:cNvContentPartPr/>
              <p14:nvPr/>
            </p14:nvContentPartPr>
            <p14:xfrm>
              <a:off x="-115777" y="6559531"/>
              <a:ext cx="290160" cy="325800"/>
            </p14:xfrm>
          </p:contentPart>
        </mc:Choice>
        <mc:Fallback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9B68BBEE-7C2E-F445-B0AE-4F2C38A267E4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-124777" y="6550891"/>
                <a:ext cx="30780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F8FFEFE4-A5CE-1A4C-B0A5-29E0A774AFDA}"/>
                  </a:ext>
                </a:extLst>
              </p14:cNvPr>
              <p14:cNvContentPartPr/>
              <p14:nvPr/>
            </p14:nvContentPartPr>
            <p14:xfrm>
              <a:off x="2420423" y="5126371"/>
              <a:ext cx="6396480" cy="95616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F8FFEFE4-A5CE-1A4C-B0A5-29E0A774AFDA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2411783" y="5117371"/>
                <a:ext cx="6414120" cy="9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07AF116F-DEBD-8E46-8164-F9434182051C}"/>
                  </a:ext>
                </a:extLst>
              </p14:cNvPr>
              <p14:cNvContentPartPr/>
              <p14:nvPr/>
            </p14:nvContentPartPr>
            <p14:xfrm>
              <a:off x="9448703" y="6174331"/>
              <a:ext cx="360" cy="36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07AF116F-DEBD-8E46-8164-F9434182051C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9439703" y="616569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0" name="Group 359">
            <a:extLst>
              <a:ext uri="{FF2B5EF4-FFF2-40B4-BE49-F238E27FC236}">
                <a16:creationId xmlns:a16="http://schemas.microsoft.com/office/drawing/2014/main" id="{3297B29E-7CD0-A145-A480-75CA1BE6CA65}"/>
              </a:ext>
            </a:extLst>
          </p:cNvPr>
          <p:cNvGrpSpPr/>
          <p:nvPr/>
        </p:nvGrpSpPr>
        <p:grpSpPr>
          <a:xfrm>
            <a:off x="1237463" y="2149531"/>
            <a:ext cx="2995200" cy="2222280"/>
            <a:chOff x="1237463" y="2149531"/>
            <a:chExt cx="2995200" cy="222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B1CF3EC-635D-C84D-A53C-9A1B4A86F711}"/>
                    </a:ext>
                  </a:extLst>
                </p14:cNvPr>
                <p14:cNvContentPartPr/>
                <p14:nvPr/>
              </p14:nvContentPartPr>
              <p14:xfrm>
                <a:off x="1644983" y="4295491"/>
                <a:ext cx="191880" cy="568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B1CF3EC-635D-C84D-A53C-9A1B4A86F711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640663" y="4291171"/>
                  <a:ext cx="200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C6A4471-A02D-CE4E-9980-C9B0098E7467}"/>
                    </a:ext>
                  </a:extLst>
                </p14:cNvPr>
                <p14:cNvContentPartPr/>
                <p14:nvPr/>
              </p14:nvContentPartPr>
              <p14:xfrm>
                <a:off x="1237463" y="4220251"/>
                <a:ext cx="167040" cy="1515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C6A4471-A02D-CE4E-9980-C9B0098E7467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233143" y="4215931"/>
                  <a:ext cx="175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5147A36-8D7A-6C4F-922F-90D60312DDEB}"/>
                    </a:ext>
                  </a:extLst>
                </p14:cNvPr>
                <p14:cNvContentPartPr/>
                <p14:nvPr/>
              </p14:nvContentPartPr>
              <p14:xfrm>
                <a:off x="3461903" y="4179931"/>
                <a:ext cx="134280" cy="84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5147A36-8D7A-6C4F-922F-90D60312DDEB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3457583" y="4175611"/>
                  <a:ext cx="142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C51A1CC-57CD-5247-AD56-15888CBAD85D}"/>
                    </a:ext>
                  </a:extLst>
                </p14:cNvPr>
                <p14:cNvContentPartPr/>
                <p14:nvPr/>
              </p14:nvContentPartPr>
              <p14:xfrm>
                <a:off x="2274263" y="4208011"/>
                <a:ext cx="1232280" cy="1429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C51A1CC-57CD-5247-AD56-15888CBAD85D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269943" y="4203691"/>
                  <a:ext cx="1240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FA14647-0EFD-5041-8BA2-02A2577F9FE6}"/>
                    </a:ext>
                  </a:extLst>
                </p14:cNvPr>
                <p14:cNvContentPartPr/>
                <p14:nvPr/>
              </p14:nvContentPartPr>
              <p14:xfrm>
                <a:off x="1682063" y="4259851"/>
                <a:ext cx="1020240" cy="82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FA14647-0EFD-5041-8BA2-02A2577F9FE6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677743" y="4255531"/>
                  <a:ext cx="1028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A6CF953-39E8-E84D-BC23-A84572D6F49F}"/>
                    </a:ext>
                  </a:extLst>
                </p14:cNvPr>
                <p14:cNvContentPartPr/>
                <p14:nvPr/>
              </p14:nvContentPartPr>
              <p14:xfrm>
                <a:off x="3519143" y="2672251"/>
                <a:ext cx="119880" cy="15566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A6CF953-39E8-E84D-BC23-A84572D6F49F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514823" y="2667931"/>
                  <a:ext cx="128520" cy="15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45272D9-0B27-3E48-9BD1-8A7A8D55F461}"/>
                    </a:ext>
                  </a:extLst>
                </p14:cNvPr>
                <p14:cNvContentPartPr/>
                <p14:nvPr/>
              </p14:nvContentPartPr>
              <p14:xfrm>
                <a:off x="3530303" y="2714371"/>
                <a:ext cx="88560" cy="1473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45272D9-0B27-3E48-9BD1-8A7A8D55F461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525983" y="2710051"/>
                  <a:ext cx="97200" cy="14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ECDF759-FB86-DD4B-9BF9-8383890BD6FA}"/>
                    </a:ext>
                  </a:extLst>
                </p14:cNvPr>
                <p14:cNvContentPartPr/>
                <p14:nvPr/>
              </p14:nvContentPartPr>
              <p14:xfrm>
                <a:off x="3415463" y="2681971"/>
                <a:ext cx="196200" cy="1422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ECDF759-FB86-DD4B-9BF9-8383890BD6FA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411143" y="2677651"/>
                  <a:ext cx="204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55C0C28-433A-DE46-BFBD-B3566218EB09}"/>
                    </a:ext>
                  </a:extLst>
                </p14:cNvPr>
                <p14:cNvContentPartPr/>
                <p14:nvPr/>
              </p14:nvContentPartPr>
              <p14:xfrm>
                <a:off x="3571343" y="2386051"/>
                <a:ext cx="286560" cy="227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55C0C28-433A-DE46-BFBD-B3566218EB09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3567023" y="2381731"/>
                  <a:ext cx="2952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F51B7E8-86BC-AD4F-8339-561EED0AED0B}"/>
                    </a:ext>
                  </a:extLst>
                </p14:cNvPr>
                <p14:cNvContentPartPr/>
                <p14:nvPr/>
              </p14:nvContentPartPr>
              <p14:xfrm>
                <a:off x="2705543" y="2275171"/>
                <a:ext cx="118440" cy="270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F51B7E8-86BC-AD4F-8339-561EED0AED0B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2701223" y="2270851"/>
                  <a:ext cx="1270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DA85133-A073-8A4F-A48A-C3822D8DBD5F}"/>
                    </a:ext>
                  </a:extLst>
                </p14:cNvPr>
                <p14:cNvContentPartPr/>
                <p14:nvPr/>
              </p14:nvContentPartPr>
              <p14:xfrm>
                <a:off x="2849903" y="2419531"/>
                <a:ext cx="107280" cy="134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DA85133-A073-8A4F-A48A-C3822D8DBD5F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2845583" y="2415211"/>
                  <a:ext cx="1159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DF7DA6B-7654-C740-AD90-194248B8BA84}"/>
                    </a:ext>
                  </a:extLst>
                </p14:cNvPr>
                <p14:cNvContentPartPr/>
                <p14:nvPr/>
              </p14:nvContentPartPr>
              <p14:xfrm>
                <a:off x="2972303" y="2316931"/>
                <a:ext cx="115560" cy="8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DF7DA6B-7654-C740-AD90-194248B8BA84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2967983" y="2312611"/>
                  <a:ext cx="1242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74E3FD6-915D-DE42-871B-C6C642C42A62}"/>
                    </a:ext>
                  </a:extLst>
                </p14:cNvPr>
                <p14:cNvContentPartPr/>
                <p14:nvPr/>
              </p14:nvContentPartPr>
              <p14:xfrm>
                <a:off x="2975903" y="2381731"/>
                <a:ext cx="119520" cy="16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74E3FD6-915D-DE42-871B-C6C642C42A62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2971583" y="2377411"/>
                  <a:ext cx="128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CEC75A6-6FB4-1D47-8FBF-29F4C8077E8B}"/>
                    </a:ext>
                  </a:extLst>
                </p14:cNvPr>
                <p14:cNvContentPartPr/>
                <p14:nvPr/>
              </p14:nvContentPartPr>
              <p14:xfrm>
                <a:off x="3144743" y="2179411"/>
                <a:ext cx="174600" cy="2394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CEC75A6-6FB4-1D47-8FBF-29F4C8077E8B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3140423" y="2175091"/>
                  <a:ext cx="1832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DEE23B2-B736-7A46-A46E-F4F7821C038C}"/>
                    </a:ext>
                  </a:extLst>
                </p14:cNvPr>
                <p14:cNvContentPartPr/>
                <p14:nvPr/>
              </p14:nvContentPartPr>
              <p14:xfrm>
                <a:off x="3389543" y="2178331"/>
                <a:ext cx="139320" cy="1216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DEE23B2-B736-7A46-A46E-F4F7821C038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3385223" y="2174011"/>
                  <a:ext cx="147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F7A6D04-FC4D-E740-A8DC-EE41F679F0C6}"/>
                    </a:ext>
                  </a:extLst>
                </p14:cNvPr>
                <p14:cNvContentPartPr/>
                <p14:nvPr/>
              </p14:nvContentPartPr>
              <p14:xfrm>
                <a:off x="3568823" y="2149531"/>
                <a:ext cx="122400" cy="2034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F7A6D04-FC4D-E740-A8DC-EE41F679F0C6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3564503" y="2145211"/>
                  <a:ext cx="1310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0AAAA1E-834D-B34D-A565-EF4D95063C9F}"/>
                    </a:ext>
                  </a:extLst>
                </p14:cNvPr>
                <p14:cNvContentPartPr/>
                <p14:nvPr/>
              </p14:nvContentPartPr>
              <p14:xfrm>
                <a:off x="3554423" y="2272291"/>
                <a:ext cx="106200" cy="126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0AAAA1E-834D-B34D-A565-EF4D95063C9F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3550103" y="2267971"/>
                  <a:ext cx="1148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439E3D22-A27F-0942-BFA1-A830163C2CC0}"/>
                    </a:ext>
                  </a:extLst>
                </p14:cNvPr>
                <p14:cNvContentPartPr/>
                <p14:nvPr/>
              </p14:nvContentPartPr>
              <p14:xfrm>
                <a:off x="1764503" y="2674771"/>
                <a:ext cx="2468160" cy="11678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439E3D22-A27F-0942-BFA1-A830163C2CC0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755503" y="2665771"/>
                  <a:ext cx="2485800" cy="11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5A2160B-4F4F-7A41-A606-F309EEA978EC}"/>
                    </a:ext>
                  </a:extLst>
                </p14:cNvPr>
                <p14:cNvContentPartPr/>
                <p14:nvPr/>
              </p14:nvContentPartPr>
              <p14:xfrm>
                <a:off x="3831623" y="3311611"/>
                <a:ext cx="201240" cy="33444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5A2160B-4F4F-7A41-A606-F309EEA978EC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3822623" y="3302971"/>
                  <a:ext cx="218880" cy="35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97813025-EC2E-C64F-BBDD-E0F60D0217A0}"/>
                  </a:ext>
                </a:extLst>
              </p14:cNvPr>
              <p14:cNvContentPartPr/>
              <p14:nvPr/>
            </p14:nvContentPartPr>
            <p14:xfrm>
              <a:off x="12346343" y="4224571"/>
              <a:ext cx="472680" cy="48780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97813025-EC2E-C64F-BBDD-E0F60D0217A0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12337343" y="4215931"/>
                <a:ext cx="49032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6A6111A5-EDD8-8446-9544-27395D905C60}"/>
                  </a:ext>
                </a:extLst>
              </p14:cNvPr>
              <p14:cNvContentPartPr/>
              <p14:nvPr/>
            </p14:nvContentPartPr>
            <p14:xfrm>
              <a:off x="10384703" y="4010731"/>
              <a:ext cx="334080" cy="52740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6A6111A5-EDD8-8446-9544-27395D905C60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10375703" y="4001731"/>
                <a:ext cx="351720" cy="54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9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37832690-335F-D847-9C0F-B251C0A6BBB3}"/>
                  </a:ext>
                </a:extLst>
              </p14:cNvPr>
              <p14:cNvContentPartPr/>
              <p14:nvPr/>
            </p14:nvContentPartPr>
            <p14:xfrm>
              <a:off x="9907343" y="4672771"/>
              <a:ext cx="2417760" cy="20340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37832690-335F-D847-9C0F-B251C0A6BBB3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9898343" y="4664131"/>
                <a:ext cx="24354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1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F9C0B952-1338-CD48-814D-D18B2D6E46E9}"/>
                  </a:ext>
                </a:extLst>
              </p14:cNvPr>
              <p14:cNvContentPartPr/>
              <p14:nvPr/>
            </p14:nvContentPartPr>
            <p14:xfrm>
              <a:off x="10279943" y="4991371"/>
              <a:ext cx="106560" cy="16740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F9C0B952-1338-CD48-814D-D18B2D6E46E9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10271303" y="4982731"/>
                <a:ext cx="12420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3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32C3AB67-4FC6-2C44-9641-78FB034BF8BD}"/>
                  </a:ext>
                </a:extLst>
              </p14:cNvPr>
              <p14:cNvContentPartPr/>
              <p14:nvPr/>
            </p14:nvContentPartPr>
            <p14:xfrm>
              <a:off x="10449143" y="5020891"/>
              <a:ext cx="159840" cy="12672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32C3AB67-4FC6-2C44-9641-78FB034BF8BD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10440143" y="5011891"/>
                <a:ext cx="177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5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AC8B9361-5AB9-2A43-B286-676F318976CC}"/>
                  </a:ext>
                </a:extLst>
              </p14:cNvPr>
              <p14:cNvContentPartPr/>
              <p14:nvPr/>
            </p14:nvContentPartPr>
            <p14:xfrm>
              <a:off x="10730663" y="4876171"/>
              <a:ext cx="123480" cy="47088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AC8B9361-5AB9-2A43-B286-676F318976CC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10721663" y="4867171"/>
                <a:ext cx="14112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7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8D31C2A0-18FE-EF46-9899-D5B0807939D6}"/>
                  </a:ext>
                </a:extLst>
              </p14:cNvPr>
              <p14:cNvContentPartPr/>
              <p14:nvPr/>
            </p14:nvContentPartPr>
            <p14:xfrm>
              <a:off x="10890143" y="4974091"/>
              <a:ext cx="113040" cy="29880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8D31C2A0-18FE-EF46-9899-D5B0807939D6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10881143" y="4965091"/>
                <a:ext cx="13068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9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6639EECF-223A-784A-9F23-66B599F8770F}"/>
                  </a:ext>
                </a:extLst>
              </p14:cNvPr>
              <p14:cNvContentPartPr/>
              <p14:nvPr/>
            </p14:nvContentPartPr>
            <p14:xfrm>
              <a:off x="10854863" y="5125651"/>
              <a:ext cx="170280" cy="3096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6639EECF-223A-784A-9F23-66B599F8770F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10845863" y="5116651"/>
                <a:ext cx="1879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1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C6D0B90F-CCFA-E34A-94A0-0206856AA0AF}"/>
                  </a:ext>
                </a:extLst>
              </p14:cNvPr>
              <p14:cNvContentPartPr/>
              <p14:nvPr/>
            </p14:nvContentPartPr>
            <p14:xfrm>
              <a:off x="11108663" y="5145091"/>
              <a:ext cx="197640" cy="1296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C6D0B90F-CCFA-E34A-94A0-0206856AA0AF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11099663" y="5136451"/>
                <a:ext cx="21528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3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9E75D69C-B021-C441-A9D9-64F5A63F8454}"/>
                  </a:ext>
                </a:extLst>
              </p14:cNvPr>
              <p14:cNvContentPartPr/>
              <p14:nvPr/>
            </p14:nvContentPartPr>
            <p14:xfrm>
              <a:off x="11512943" y="5034571"/>
              <a:ext cx="98280" cy="24336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9E75D69C-B021-C441-A9D9-64F5A63F8454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11504303" y="5025571"/>
                <a:ext cx="11592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5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187450E0-C7DE-3344-B927-5E45F0AA0C72}"/>
                  </a:ext>
                </a:extLst>
              </p14:cNvPr>
              <p14:cNvContentPartPr/>
              <p14:nvPr/>
            </p14:nvContentPartPr>
            <p14:xfrm>
              <a:off x="11444183" y="5173171"/>
              <a:ext cx="179640" cy="1872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187450E0-C7DE-3344-B927-5E45F0AA0C72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11435543" y="5164531"/>
                <a:ext cx="1972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7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6E296054-B8F6-784D-A8BA-A68813DDBF75}"/>
                  </a:ext>
                </a:extLst>
              </p14:cNvPr>
              <p14:cNvContentPartPr/>
              <p14:nvPr/>
            </p14:nvContentPartPr>
            <p14:xfrm>
              <a:off x="11611223" y="5243731"/>
              <a:ext cx="46080" cy="8496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6E296054-B8F6-784D-A8BA-A68813DDBF75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11602583" y="5234731"/>
                <a:ext cx="6372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9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D7329795-C59D-3A49-857C-5978714F8436}"/>
                  </a:ext>
                </a:extLst>
              </p14:cNvPr>
              <p14:cNvContentPartPr/>
              <p14:nvPr/>
            </p14:nvContentPartPr>
            <p14:xfrm>
              <a:off x="11887343" y="4963651"/>
              <a:ext cx="201960" cy="642240"/>
            </p14:xfrm>
          </p:contentPart>
        </mc:Choice>
        <mc:Fallback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D7329795-C59D-3A49-857C-5978714F8436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11878703" y="4954651"/>
                <a:ext cx="219600" cy="65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1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89E3A8B2-BA28-4D45-B260-672207711185}"/>
                  </a:ext>
                </a:extLst>
              </p14:cNvPr>
              <p14:cNvContentPartPr/>
              <p14:nvPr/>
            </p14:nvContentPartPr>
            <p14:xfrm>
              <a:off x="2231423" y="3000211"/>
              <a:ext cx="178200" cy="30240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89E3A8B2-BA28-4D45-B260-672207711185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2222423" y="2991571"/>
                <a:ext cx="195840" cy="32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3" name="Group 382">
            <a:extLst>
              <a:ext uri="{FF2B5EF4-FFF2-40B4-BE49-F238E27FC236}">
                <a16:creationId xmlns:a16="http://schemas.microsoft.com/office/drawing/2014/main" id="{F3E3869A-5B5A-D64A-9E89-8B6542BF8255}"/>
              </a:ext>
            </a:extLst>
          </p:cNvPr>
          <p:cNvGrpSpPr/>
          <p:nvPr/>
        </p:nvGrpSpPr>
        <p:grpSpPr>
          <a:xfrm>
            <a:off x="7314623" y="4267051"/>
            <a:ext cx="2536560" cy="797760"/>
            <a:chOff x="7314623" y="4267051"/>
            <a:chExt cx="2536560" cy="79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C271A1ED-F287-0C4C-8D0C-D696DB7B6537}"/>
                    </a:ext>
                  </a:extLst>
                </p14:cNvPr>
                <p14:cNvContentPartPr/>
                <p14:nvPr/>
              </p14:nvContentPartPr>
              <p14:xfrm>
                <a:off x="7867583" y="4889851"/>
                <a:ext cx="360" cy="36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C271A1ED-F287-0C4C-8D0C-D696DB7B6537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858583" y="488121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77A0F411-0AE9-564E-ABD7-FC5BD8DE1789}"/>
                    </a:ext>
                  </a:extLst>
                </p14:cNvPr>
                <p14:cNvContentPartPr/>
                <p14:nvPr/>
              </p14:nvContentPartPr>
              <p14:xfrm>
                <a:off x="9031823" y="4544611"/>
                <a:ext cx="257760" cy="5061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77A0F411-0AE9-564E-ABD7-FC5BD8DE1789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9023183" y="4535971"/>
                  <a:ext cx="27540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5A086E7D-CAA3-6048-85C8-CA8AF82DCF4A}"/>
                    </a:ext>
                  </a:extLst>
                </p14:cNvPr>
                <p14:cNvContentPartPr/>
                <p14:nvPr/>
              </p14:nvContentPartPr>
              <p14:xfrm>
                <a:off x="8902943" y="4554331"/>
                <a:ext cx="409320" cy="23976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5A086E7D-CAA3-6048-85C8-CA8AF82DCF4A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894303" y="4545691"/>
                  <a:ext cx="4269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EA2C3BD3-A430-9545-A33F-2090C207524B}"/>
                    </a:ext>
                  </a:extLst>
                </p14:cNvPr>
                <p14:cNvContentPartPr/>
                <p14:nvPr/>
              </p14:nvContentPartPr>
              <p14:xfrm>
                <a:off x="8681183" y="4655851"/>
                <a:ext cx="270000" cy="29304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EA2C3BD3-A430-9545-A33F-2090C207524B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672183" y="4647211"/>
                  <a:ext cx="2876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31CBAACD-DABA-E94B-8EAC-B1B3E815041D}"/>
                    </a:ext>
                  </a:extLst>
                </p14:cNvPr>
                <p14:cNvContentPartPr/>
                <p14:nvPr/>
              </p14:nvContentPartPr>
              <p14:xfrm>
                <a:off x="9548423" y="4677451"/>
                <a:ext cx="302760" cy="43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31CBAACD-DABA-E94B-8EAC-B1B3E815041D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9539423" y="4668451"/>
                  <a:ext cx="3204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0E12185F-CBE8-4346-907B-2B1B669C36ED}"/>
                    </a:ext>
                  </a:extLst>
                </p14:cNvPr>
                <p14:cNvContentPartPr/>
                <p14:nvPr/>
              </p14:nvContentPartPr>
              <p14:xfrm>
                <a:off x="9573983" y="4772491"/>
                <a:ext cx="180000" cy="792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0E12185F-CBE8-4346-907B-2B1B669C36ED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9565343" y="4763491"/>
                  <a:ext cx="197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8E60B151-D7F4-274D-8CBB-F71D7E66AFB4}"/>
                    </a:ext>
                  </a:extLst>
                </p14:cNvPr>
                <p14:cNvContentPartPr/>
                <p14:nvPr/>
              </p14:nvContentPartPr>
              <p14:xfrm>
                <a:off x="7314623" y="4267051"/>
                <a:ext cx="1059840" cy="68760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8E60B151-D7F4-274D-8CBB-F71D7E66AFB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305983" y="4258051"/>
                  <a:ext cx="107748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ADDC0F96-FDBF-8047-9238-D40340453AAF}"/>
                    </a:ext>
                  </a:extLst>
                </p14:cNvPr>
                <p14:cNvContentPartPr/>
                <p14:nvPr/>
              </p14:nvContentPartPr>
              <p14:xfrm>
                <a:off x="8146223" y="4755931"/>
                <a:ext cx="406080" cy="30888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ADDC0F96-FDBF-8047-9238-D40340453AAF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137223" y="4747291"/>
                  <a:ext cx="423720" cy="32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8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A739F78A-76CC-B34D-A314-2A1A6A73BA91}"/>
                  </a:ext>
                </a:extLst>
              </p14:cNvPr>
              <p14:cNvContentPartPr/>
              <p14:nvPr/>
            </p14:nvContentPartPr>
            <p14:xfrm>
              <a:off x="6600023" y="5542171"/>
              <a:ext cx="3240" cy="864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A739F78A-76CC-B34D-A314-2A1A6A73BA91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6591383" y="5533531"/>
                <a:ext cx="2088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9" name="Group 388">
            <a:extLst>
              <a:ext uri="{FF2B5EF4-FFF2-40B4-BE49-F238E27FC236}">
                <a16:creationId xmlns:a16="http://schemas.microsoft.com/office/drawing/2014/main" id="{E0A9DFF1-E141-6446-8305-7EC99F40855C}"/>
              </a:ext>
            </a:extLst>
          </p:cNvPr>
          <p:cNvGrpSpPr/>
          <p:nvPr/>
        </p:nvGrpSpPr>
        <p:grpSpPr>
          <a:xfrm>
            <a:off x="5088023" y="3200371"/>
            <a:ext cx="4362480" cy="1287000"/>
            <a:chOff x="5088023" y="3200371"/>
            <a:chExt cx="4362480" cy="12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67C3EE81-9FEA-D747-84CD-C73DB61ECC16}"/>
                    </a:ext>
                  </a:extLst>
                </p14:cNvPr>
                <p14:cNvContentPartPr/>
                <p14:nvPr/>
              </p14:nvContentPartPr>
              <p14:xfrm>
                <a:off x="5088023" y="3200371"/>
                <a:ext cx="4362480" cy="128700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67C3EE81-9FEA-D747-84CD-C73DB61ECC16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079023" y="3191371"/>
                  <a:ext cx="4380120" cy="13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6550119E-E204-3B40-AC0A-2AA53FAF41A8}"/>
                    </a:ext>
                  </a:extLst>
                </p14:cNvPr>
                <p14:cNvContentPartPr/>
                <p14:nvPr/>
              </p14:nvContentPartPr>
              <p14:xfrm>
                <a:off x="6869303" y="3929371"/>
                <a:ext cx="433440" cy="17892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6550119E-E204-3B40-AC0A-2AA53FAF41A8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860303" y="3920731"/>
                  <a:ext cx="451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5100DF87-29A4-B84D-969E-C23CAD042EF4}"/>
                    </a:ext>
                  </a:extLst>
                </p14:cNvPr>
                <p14:cNvContentPartPr/>
                <p14:nvPr/>
              </p14:nvContentPartPr>
              <p14:xfrm>
                <a:off x="8294183" y="3857011"/>
                <a:ext cx="259200" cy="12780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5100DF87-29A4-B84D-969E-C23CAD042EF4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285543" y="3848371"/>
                  <a:ext cx="276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FD078808-DEFB-AF40-B638-583FBF7594F2}"/>
                    </a:ext>
                  </a:extLst>
                </p14:cNvPr>
                <p14:cNvContentPartPr/>
                <p14:nvPr/>
              </p14:nvContentPartPr>
              <p14:xfrm>
                <a:off x="8940383" y="3806251"/>
                <a:ext cx="285120" cy="1893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FD078808-DEFB-AF40-B638-583FBF7594F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931743" y="3797611"/>
                  <a:ext cx="302760" cy="20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8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8262B457-68B9-0A4D-BA4B-AA08967673D3}"/>
                  </a:ext>
                </a:extLst>
              </p14:cNvPr>
              <p14:cNvContentPartPr/>
              <p14:nvPr/>
            </p14:nvContentPartPr>
            <p14:xfrm>
              <a:off x="10436903" y="3992371"/>
              <a:ext cx="315720" cy="684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8262B457-68B9-0A4D-BA4B-AA08967673D3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10427903" y="3983371"/>
                <a:ext cx="3333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0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CD6266D1-0BB7-4944-A7A6-9E9433E1E5BB}"/>
                  </a:ext>
                </a:extLst>
              </p14:cNvPr>
              <p14:cNvContentPartPr/>
              <p14:nvPr/>
            </p14:nvContentPartPr>
            <p14:xfrm>
              <a:off x="9981863" y="5513371"/>
              <a:ext cx="1758960" cy="16704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CD6266D1-0BB7-4944-A7A6-9E9433E1E5BB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9973223" y="5504371"/>
                <a:ext cx="1776600" cy="18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72632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2A21A-3CB9-8943-8481-D7FF5C590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40153"/>
            <a:ext cx="10515600" cy="1325563"/>
          </a:xfrm>
        </p:spPr>
        <p:txBody>
          <a:bodyPr/>
          <a:lstStyle/>
          <a:p>
            <a:r>
              <a:rPr lang="en-US" dirty="0"/>
              <a:t>Finding lines in an image: Hough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7BC83-3A96-4C46-A746-3D6CC9F144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7301"/>
          <a:stretch/>
        </p:blipFill>
        <p:spPr>
          <a:xfrm>
            <a:off x="736375" y="2474799"/>
            <a:ext cx="10719250" cy="31087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E4EDF1-A80B-4749-BD12-6769A1875493}"/>
              </a:ext>
            </a:extLst>
          </p:cNvPr>
          <p:cNvSpPr txBox="1"/>
          <p:nvPr/>
        </p:nvSpPr>
        <p:spPr>
          <a:xfrm>
            <a:off x="4789136" y="1673957"/>
            <a:ext cx="2613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1. Using the polar parameterization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A862A8-41C0-254A-8236-CB4BA5C0AACE}"/>
              </a:ext>
            </a:extLst>
          </p:cNvPr>
          <p:cNvSpPr txBox="1"/>
          <p:nvPr/>
        </p:nvSpPr>
        <p:spPr>
          <a:xfrm>
            <a:off x="7951773" y="1673956"/>
            <a:ext cx="26137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2. Create a Hough Accumulator Array (keeps the votes)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489F4E-51F1-F746-9235-27201576E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0221" y="5572707"/>
            <a:ext cx="4383579" cy="1285293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FE2E541-00A8-FE4E-94CC-23F08C8DCCF6}"/>
              </a:ext>
            </a:extLst>
          </p:cNvPr>
          <p:cNvGrpSpPr/>
          <p:nvPr/>
        </p:nvGrpSpPr>
        <p:grpSpPr>
          <a:xfrm>
            <a:off x="1718280" y="2779440"/>
            <a:ext cx="4807800" cy="2000880"/>
            <a:chOff x="1718280" y="2779440"/>
            <a:chExt cx="4807800" cy="20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3789442-3613-114B-A1E4-BAB3BC80AC44}"/>
                    </a:ext>
                  </a:extLst>
                </p14:cNvPr>
                <p14:cNvContentPartPr/>
                <p14:nvPr/>
              </p14:nvContentPartPr>
              <p14:xfrm>
                <a:off x="6504840" y="4728120"/>
                <a:ext cx="21240" cy="52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3789442-3613-114B-A1E4-BAB3BC80AC4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00520" y="4723800"/>
                  <a:ext cx="29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9083F6E-03BA-AD4A-9AAD-CF798F27A27E}"/>
                    </a:ext>
                  </a:extLst>
                </p14:cNvPr>
                <p14:cNvContentPartPr/>
                <p14:nvPr/>
              </p14:nvContentPartPr>
              <p14:xfrm>
                <a:off x="4701960" y="3903000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9083F6E-03BA-AD4A-9AAD-CF798F27A27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697640" y="389868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E615419-2E47-014D-8FBD-1ED63AD7816C}"/>
                    </a:ext>
                  </a:extLst>
                </p14:cNvPr>
                <p14:cNvContentPartPr/>
                <p14:nvPr/>
              </p14:nvContentPartPr>
              <p14:xfrm>
                <a:off x="1718280" y="2779440"/>
                <a:ext cx="2880" cy="16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E615419-2E47-014D-8FBD-1ED63AD7816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713960" y="2775120"/>
                  <a:ext cx="1152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8B10937-B548-834D-B789-FBE98AF006CF}"/>
                  </a:ext>
                </a:extLst>
              </p14:cNvPr>
              <p14:cNvContentPartPr/>
              <p14:nvPr/>
            </p14:nvContentPartPr>
            <p14:xfrm>
              <a:off x="2713103" y="4514371"/>
              <a:ext cx="23040" cy="72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8B10937-B548-834D-B789-FBE98AF006C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704463" y="4505371"/>
                <a:ext cx="406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C591361-8F67-C54B-AB18-4EAD7591DEA9}"/>
                  </a:ext>
                </a:extLst>
              </p14:cNvPr>
              <p14:cNvContentPartPr/>
              <p14:nvPr/>
            </p14:nvContentPartPr>
            <p14:xfrm>
              <a:off x="2278223" y="4746931"/>
              <a:ext cx="38880" cy="518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C591361-8F67-C54B-AB18-4EAD7591DEA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269223" y="4737931"/>
                <a:ext cx="565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638DFD2-6BA1-C94E-9537-145546C59B21}"/>
                  </a:ext>
                </a:extLst>
              </p14:cNvPr>
              <p14:cNvContentPartPr/>
              <p14:nvPr/>
            </p14:nvContentPartPr>
            <p14:xfrm>
              <a:off x="1840103" y="3533371"/>
              <a:ext cx="77400" cy="745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638DFD2-6BA1-C94E-9537-145546C59B2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831463" y="3524371"/>
                <a:ext cx="950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2A49971-59DF-A645-BFC6-73A8A2CDA5BB}"/>
                  </a:ext>
                </a:extLst>
              </p14:cNvPr>
              <p14:cNvContentPartPr/>
              <p14:nvPr/>
            </p14:nvContentPartPr>
            <p14:xfrm>
              <a:off x="2340503" y="3623731"/>
              <a:ext cx="54720" cy="637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2A49971-59DF-A645-BFC6-73A8A2CDA5B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331863" y="3615091"/>
                <a:ext cx="72360" cy="8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63D4709F-8527-6D4E-AD01-23DD67E85686}"/>
              </a:ext>
            </a:extLst>
          </p:cNvPr>
          <p:cNvGrpSpPr/>
          <p:nvPr/>
        </p:nvGrpSpPr>
        <p:grpSpPr>
          <a:xfrm>
            <a:off x="2270663" y="4696531"/>
            <a:ext cx="101160" cy="120600"/>
            <a:chOff x="2270663" y="4696531"/>
            <a:chExt cx="101160" cy="12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4AB78F0-44CE-8547-A607-B8CB3C0D8AAA}"/>
                    </a:ext>
                  </a:extLst>
                </p14:cNvPr>
                <p14:cNvContentPartPr/>
                <p14:nvPr/>
              </p14:nvContentPartPr>
              <p14:xfrm>
                <a:off x="2282543" y="4731091"/>
                <a:ext cx="89280" cy="86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4AB78F0-44CE-8547-A607-B8CB3C0D8AA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273543" y="4722091"/>
                  <a:ext cx="1069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B972196-28ED-7C40-AB4F-1CF39E6025F5}"/>
                    </a:ext>
                  </a:extLst>
                </p14:cNvPr>
                <p14:cNvContentPartPr/>
                <p14:nvPr/>
              </p14:nvContentPartPr>
              <p14:xfrm>
                <a:off x="2270663" y="4737211"/>
                <a:ext cx="26640" cy="30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B972196-28ED-7C40-AB4F-1CF39E6025F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262023" y="4728571"/>
                  <a:ext cx="44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179D090-9CAC-B142-8BD4-7C77548B4E62}"/>
                    </a:ext>
                  </a:extLst>
                </p14:cNvPr>
                <p14:cNvContentPartPr/>
                <p14:nvPr/>
              </p14:nvContentPartPr>
              <p14:xfrm>
                <a:off x="2276423" y="4696531"/>
                <a:ext cx="93960" cy="98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179D090-9CAC-B142-8BD4-7C77548B4E6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267783" y="4687531"/>
                  <a:ext cx="111600" cy="11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A699015-3676-C845-8AA2-D7E7F7C04D7E}"/>
                  </a:ext>
                </a:extLst>
              </p14:cNvPr>
              <p14:cNvContentPartPr/>
              <p14:nvPr/>
            </p14:nvContentPartPr>
            <p14:xfrm>
              <a:off x="5131943" y="5212771"/>
              <a:ext cx="1586160" cy="831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A699015-3676-C845-8AA2-D7E7F7C04D7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22943" y="5203771"/>
                <a:ext cx="16038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3A1AC3E-2ADC-6946-8D10-C9AE4D5AF964}"/>
                  </a:ext>
                </a:extLst>
              </p14:cNvPr>
              <p14:cNvContentPartPr/>
              <p14:nvPr/>
            </p14:nvContentPartPr>
            <p14:xfrm>
              <a:off x="4708223" y="3867091"/>
              <a:ext cx="2911320" cy="8553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3A1AC3E-2ADC-6946-8D10-C9AE4D5AF96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699583" y="3858091"/>
                <a:ext cx="2928960" cy="87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54F89EA-088B-564D-8EA5-19D36AF7D02A}"/>
                  </a:ext>
                </a:extLst>
              </p14:cNvPr>
              <p14:cNvContentPartPr/>
              <p14:nvPr/>
            </p14:nvContentPartPr>
            <p14:xfrm>
              <a:off x="7764623" y="1277251"/>
              <a:ext cx="3284640" cy="40946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54F89EA-088B-564D-8EA5-19D36AF7D02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755983" y="1268251"/>
                <a:ext cx="3302280" cy="411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74BBA68C-B545-BD42-9CC7-7582EC0C5640}"/>
              </a:ext>
            </a:extLst>
          </p:cNvPr>
          <p:cNvGrpSpPr/>
          <p:nvPr/>
        </p:nvGrpSpPr>
        <p:grpSpPr>
          <a:xfrm>
            <a:off x="8056583" y="2005891"/>
            <a:ext cx="1654920" cy="297000"/>
            <a:chOff x="8056583" y="2005891"/>
            <a:chExt cx="1654920" cy="29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3FF8E29-1E83-F941-AF36-D76EB1FF601C}"/>
                    </a:ext>
                  </a:extLst>
                </p14:cNvPr>
                <p14:cNvContentPartPr/>
                <p14:nvPr/>
              </p14:nvContentPartPr>
              <p14:xfrm>
                <a:off x="9123623" y="2005891"/>
                <a:ext cx="587880" cy="45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3FF8E29-1E83-F941-AF36-D76EB1FF601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114983" y="1997251"/>
                  <a:ext cx="605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E3DFA84-F358-F14F-BAE1-32524C0848DD}"/>
                    </a:ext>
                  </a:extLst>
                </p14:cNvPr>
                <p14:cNvContentPartPr/>
                <p14:nvPr/>
              </p14:nvContentPartPr>
              <p14:xfrm>
                <a:off x="8056583" y="2234851"/>
                <a:ext cx="1513080" cy="68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E3DFA84-F358-F14F-BAE1-32524C0848D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047583" y="2225851"/>
                  <a:ext cx="153072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9F8046D-0FF9-8D4C-A031-48DA89C971CE}"/>
              </a:ext>
            </a:extLst>
          </p:cNvPr>
          <p:cNvGrpSpPr/>
          <p:nvPr/>
        </p:nvGrpSpPr>
        <p:grpSpPr>
          <a:xfrm>
            <a:off x="6814943" y="922651"/>
            <a:ext cx="1433880" cy="857520"/>
            <a:chOff x="6814943" y="922651"/>
            <a:chExt cx="1433880" cy="85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E39F15F-1D3B-0544-AD5E-10CE37CFA559}"/>
                    </a:ext>
                  </a:extLst>
                </p14:cNvPr>
                <p14:cNvContentPartPr/>
                <p14:nvPr/>
              </p14:nvContentPartPr>
              <p14:xfrm>
                <a:off x="6833303" y="1504771"/>
                <a:ext cx="103680" cy="137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E39F15F-1D3B-0544-AD5E-10CE37CFA55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24663" y="1495771"/>
                  <a:ext cx="121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20FA1A3-4457-4F4E-BE3E-629B8764B498}"/>
                    </a:ext>
                  </a:extLst>
                </p14:cNvPr>
                <p14:cNvContentPartPr/>
                <p14:nvPr/>
              </p14:nvContentPartPr>
              <p14:xfrm>
                <a:off x="6983063" y="1520611"/>
                <a:ext cx="150480" cy="140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20FA1A3-4457-4F4E-BE3E-629B8764B49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74063" y="1511611"/>
                  <a:ext cx="1681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0E13195-C9EE-CE43-A26F-2D5E958714CE}"/>
                    </a:ext>
                  </a:extLst>
                </p14:cNvPr>
                <p14:cNvContentPartPr/>
                <p14:nvPr/>
              </p14:nvContentPartPr>
              <p14:xfrm>
                <a:off x="7186103" y="1409371"/>
                <a:ext cx="70560" cy="318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0E13195-C9EE-CE43-A26F-2D5E958714C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77463" y="1400371"/>
                  <a:ext cx="882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DD9FA0F-4D14-C046-A6C3-1626C5CA780A}"/>
                    </a:ext>
                  </a:extLst>
                </p14:cNvPr>
                <p14:cNvContentPartPr/>
                <p14:nvPr/>
              </p14:nvContentPartPr>
              <p14:xfrm>
                <a:off x="7178903" y="1565971"/>
                <a:ext cx="178200" cy="8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DD9FA0F-4D14-C046-A6C3-1626C5CA780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69903" y="1556971"/>
                  <a:ext cx="195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5C836A1-8345-2341-A7F9-D1077E74586D}"/>
                    </a:ext>
                  </a:extLst>
                </p14:cNvPr>
                <p14:cNvContentPartPr/>
                <p14:nvPr/>
              </p14:nvContentPartPr>
              <p14:xfrm>
                <a:off x="7356743" y="1565971"/>
                <a:ext cx="33480" cy="117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5C836A1-8345-2341-A7F9-D1077E74586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348103" y="1556971"/>
                  <a:ext cx="511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46875DD-9840-E049-BD9D-E8C2CA4E2F09}"/>
                    </a:ext>
                  </a:extLst>
                </p14:cNvPr>
                <p14:cNvContentPartPr/>
                <p14:nvPr/>
              </p14:nvContentPartPr>
              <p14:xfrm>
                <a:off x="7389143" y="1495411"/>
                <a:ext cx="360" cy="10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46875DD-9840-E049-BD9D-E8C2CA4E2F0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80503" y="1486771"/>
                  <a:ext cx="18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6DBA83B-4490-7444-B8C3-26AADD9F4139}"/>
                    </a:ext>
                  </a:extLst>
                </p14:cNvPr>
                <p14:cNvContentPartPr/>
                <p14:nvPr/>
              </p14:nvContentPartPr>
              <p14:xfrm>
                <a:off x="7438823" y="1528531"/>
                <a:ext cx="205560" cy="163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6DBA83B-4490-7444-B8C3-26AADD9F413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430183" y="1519531"/>
                  <a:ext cx="2232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DC8C35E-2D3B-6C4C-B290-3A75C76B39D4}"/>
                    </a:ext>
                  </a:extLst>
                </p14:cNvPr>
                <p14:cNvContentPartPr/>
                <p14:nvPr/>
              </p14:nvContentPartPr>
              <p14:xfrm>
                <a:off x="7670303" y="1536451"/>
                <a:ext cx="122760" cy="243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DC8C35E-2D3B-6C4C-B290-3A75C76B39D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661303" y="1527451"/>
                  <a:ext cx="1404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CBECA61-AC19-C04E-A6F1-A1121E249529}"/>
                    </a:ext>
                  </a:extLst>
                </p14:cNvPr>
                <p14:cNvContentPartPr/>
                <p14:nvPr/>
              </p14:nvContentPartPr>
              <p14:xfrm>
                <a:off x="6901703" y="1245571"/>
                <a:ext cx="14760" cy="170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CBECA61-AC19-C04E-A6F1-A1121E24952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93063" y="1236931"/>
                  <a:ext cx="324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52B32AB-0056-1441-A1EC-2E86F12B5A0E}"/>
                    </a:ext>
                  </a:extLst>
                </p14:cNvPr>
                <p14:cNvContentPartPr/>
                <p14:nvPr/>
              </p14:nvContentPartPr>
              <p14:xfrm>
                <a:off x="6935183" y="1125331"/>
                <a:ext cx="112680" cy="172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52B32AB-0056-1441-A1EC-2E86F12B5A0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926183" y="1116331"/>
                  <a:ext cx="1303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9521305-0D56-B74F-B1F8-0FD940ABDA10}"/>
                    </a:ext>
                  </a:extLst>
                </p14:cNvPr>
                <p14:cNvContentPartPr/>
                <p14:nvPr/>
              </p14:nvContentPartPr>
              <p14:xfrm>
                <a:off x="7116263" y="922651"/>
                <a:ext cx="1132560" cy="561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9521305-0D56-B74F-B1F8-0FD940ABDA1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07263" y="914011"/>
                  <a:ext cx="115020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464BC9A-6C9C-E94C-A97E-41B7756BD326}"/>
                    </a:ext>
                  </a:extLst>
                </p14:cNvPr>
                <p14:cNvContentPartPr/>
                <p14:nvPr/>
              </p14:nvContentPartPr>
              <p14:xfrm>
                <a:off x="7696943" y="959371"/>
                <a:ext cx="8280" cy="13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464BC9A-6C9C-E94C-A97E-41B7756BD32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688303" y="950371"/>
                  <a:ext cx="25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F0CE9C6-C074-C347-855E-93EBBD031540}"/>
                    </a:ext>
                  </a:extLst>
                </p14:cNvPr>
                <p14:cNvContentPartPr/>
                <p14:nvPr/>
              </p14:nvContentPartPr>
              <p14:xfrm>
                <a:off x="6814943" y="1133611"/>
                <a:ext cx="148320" cy="111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F0CE9C6-C074-C347-855E-93EBBD03154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805943" y="1124611"/>
                  <a:ext cx="165960" cy="128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691457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75508B-23EC-6348-8A92-14B846F9A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328" y="1230616"/>
            <a:ext cx="5987204" cy="55626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F855EF-E452-8A4D-8E30-B3E67B16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Hough transform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DF64B3-B41D-694C-BD41-DE2F1FD1D33A}"/>
                  </a:ext>
                </a:extLst>
              </p14:cNvPr>
              <p14:cNvContentPartPr/>
              <p14:nvPr/>
            </p14:nvContentPartPr>
            <p14:xfrm>
              <a:off x="5918040" y="1358960"/>
              <a:ext cx="104040" cy="42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DF64B3-B41D-694C-BD41-DE2F1FD1D3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13720" y="1354640"/>
                <a:ext cx="1126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79586E5-E7A0-C14D-9F6A-D6C32454EA70}"/>
                  </a:ext>
                </a:extLst>
              </p14:cNvPr>
              <p14:cNvContentPartPr/>
              <p14:nvPr/>
            </p14:nvContentPartPr>
            <p14:xfrm>
              <a:off x="5886360" y="1297400"/>
              <a:ext cx="2311560" cy="2159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79586E5-E7A0-C14D-9F6A-D6C32454EA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2040" y="1293080"/>
                <a:ext cx="2320200" cy="21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FB604D4-11F9-544A-9FE1-5E5903FA858B}"/>
                  </a:ext>
                </a:extLst>
              </p14:cNvPr>
              <p14:cNvContentPartPr/>
              <p14:nvPr/>
            </p14:nvContentPartPr>
            <p14:xfrm>
              <a:off x="7910280" y="4796520"/>
              <a:ext cx="996120" cy="36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FB604D4-11F9-544A-9FE1-5E5903FA858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05960" y="4792200"/>
                <a:ext cx="10047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CADC7C6-2BDE-FF4C-86CE-046898F3B373}"/>
                  </a:ext>
                </a:extLst>
              </p14:cNvPr>
              <p14:cNvContentPartPr/>
              <p14:nvPr/>
            </p14:nvContentPartPr>
            <p14:xfrm>
              <a:off x="5902920" y="1340200"/>
              <a:ext cx="84600" cy="85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CADC7C6-2BDE-FF4C-86CE-046898F3B37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98600" y="1335880"/>
                <a:ext cx="93240" cy="9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4F0CADA9-8B81-E049-8EBD-8690CC10727E}"/>
              </a:ext>
            </a:extLst>
          </p:cNvPr>
          <p:cNvGrpSpPr/>
          <p:nvPr/>
        </p:nvGrpSpPr>
        <p:grpSpPr>
          <a:xfrm>
            <a:off x="3966480" y="1048280"/>
            <a:ext cx="4923360" cy="5361760"/>
            <a:chOff x="3966480" y="1048280"/>
            <a:chExt cx="4923360" cy="536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6BD3C19-FBDE-AC43-BC88-C0385DA45980}"/>
                    </a:ext>
                  </a:extLst>
                </p14:cNvPr>
                <p14:cNvContentPartPr/>
                <p14:nvPr/>
              </p14:nvContentPartPr>
              <p14:xfrm>
                <a:off x="3966480" y="4811680"/>
                <a:ext cx="4923360" cy="114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6BD3C19-FBDE-AC43-BC88-C0385DA4598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62160" y="4807360"/>
                  <a:ext cx="4932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32C6338-CA46-7044-A38B-98DBF90F3B1D}"/>
                    </a:ext>
                  </a:extLst>
                </p14:cNvPr>
                <p14:cNvContentPartPr/>
                <p14:nvPr/>
              </p14:nvContentPartPr>
              <p14:xfrm>
                <a:off x="5824800" y="1328720"/>
                <a:ext cx="2771640" cy="40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32C6338-CA46-7044-A38B-98DBF90F3B1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20480" y="1324400"/>
                  <a:ext cx="2780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446BA1D-BDB6-1541-BAD5-A23FCACE2733}"/>
                    </a:ext>
                  </a:extLst>
                </p14:cNvPr>
                <p14:cNvContentPartPr/>
                <p14:nvPr/>
              </p14:nvContentPartPr>
              <p14:xfrm>
                <a:off x="5907240" y="1048280"/>
                <a:ext cx="142200" cy="2494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446BA1D-BDB6-1541-BAD5-A23FCACE273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02920" y="1043960"/>
                  <a:ext cx="150840" cy="25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8CBDE6C-3630-1446-B2D0-77B2F6E30708}"/>
                    </a:ext>
                  </a:extLst>
                </p14:cNvPr>
                <p14:cNvContentPartPr/>
                <p14:nvPr/>
              </p14:nvContentPartPr>
              <p14:xfrm>
                <a:off x="5771160" y="1222520"/>
                <a:ext cx="2306520" cy="2170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8CBDE6C-3630-1446-B2D0-77B2F6E3070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766840" y="1218200"/>
                  <a:ext cx="2315160" cy="21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A299BDD-560D-8441-9967-F359D70FC6AB}"/>
                    </a:ext>
                  </a:extLst>
                </p14:cNvPr>
                <p14:cNvContentPartPr/>
                <p14:nvPr/>
              </p14:nvContentPartPr>
              <p14:xfrm>
                <a:off x="5856840" y="1343040"/>
                <a:ext cx="68040" cy="54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A299BDD-560D-8441-9967-F359D70FC6A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852520" y="1338720"/>
                  <a:ext cx="76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7016524-2E26-C446-AFDC-DE30EB6817FE}"/>
                    </a:ext>
                  </a:extLst>
                </p14:cNvPr>
                <p14:cNvContentPartPr/>
                <p14:nvPr/>
              </p14:nvContentPartPr>
              <p14:xfrm>
                <a:off x="4778280" y="3734160"/>
                <a:ext cx="2791440" cy="1376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7016524-2E26-C446-AFDC-DE30EB6817F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73960" y="3729840"/>
                  <a:ext cx="2800080" cy="13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C58D7FF-B289-E74B-9E24-297A7F50286C}"/>
                    </a:ext>
                  </a:extLst>
                </p14:cNvPr>
                <p14:cNvContentPartPr/>
                <p14:nvPr/>
              </p14:nvContentPartPr>
              <p14:xfrm>
                <a:off x="4844880" y="3764760"/>
                <a:ext cx="288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C58D7FF-B289-E74B-9E24-297A7F50286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840560" y="3760440"/>
                  <a:ext cx="115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0F40755-F474-BB4F-845A-52734268B34E}"/>
                    </a:ext>
                  </a:extLst>
                </p14:cNvPr>
                <p14:cNvContentPartPr/>
                <p14:nvPr/>
              </p14:nvContentPartPr>
              <p14:xfrm>
                <a:off x="4668840" y="4258320"/>
                <a:ext cx="4145760" cy="1291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0F40755-F474-BB4F-845A-52734268B34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664520" y="4254000"/>
                  <a:ext cx="4154400" cy="13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FBE5022-8468-A64A-B9DA-FE745EA52EA0}"/>
                    </a:ext>
                  </a:extLst>
                </p14:cNvPr>
                <p14:cNvContentPartPr/>
                <p14:nvPr/>
              </p14:nvContentPartPr>
              <p14:xfrm>
                <a:off x="4828320" y="3765120"/>
                <a:ext cx="3787200" cy="2644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FBE5022-8468-A64A-B9DA-FE745EA52EA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24000" y="3760800"/>
                  <a:ext cx="3795840" cy="2653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45719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EDC8-68AB-CB46-808E-4FCC9C545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Hough transform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C3E61-3699-D74D-85C3-4C85EDB65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17" y="1842913"/>
            <a:ext cx="9748205" cy="449265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96F563A-0A58-EF40-A663-4FB589AF1D81}"/>
              </a:ext>
            </a:extLst>
          </p:cNvPr>
          <p:cNvCxnSpPr>
            <a:cxnSpLocks/>
          </p:cNvCxnSpPr>
          <p:nvPr/>
        </p:nvCxnSpPr>
        <p:spPr>
          <a:xfrm>
            <a:off x="4293499" y="3762796"/>
            <a:ext cx="0" cy="19420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982362-6BF9-9442-9700-8B904A1B751D}"/>
              </a:ext>
            </a:extLst>
          </p:cNvPr>
          <p:cNvCxnSpPr>
            <a:cxnSpLocks/>
          </p:cNvCxnSpPr>
          <p:nvPr/>
        </p:nvCxnSpPr>
        <p:spPr>
          <a:xfrm>
            <a:off x="4907145" y="5897744"/>
            <a:ext cx="0" cy="19420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A8C65FC-FA43-BF40-929C-03A209CC3050}"/>
                  </a:ext>
                </a:extLst>
              </p14:cNvPr>
              <p14:cNvContentPartPr/>
              <p14:nvPr/>
            </p14:nvContentPartPr>
            <p14:xfrm>
              <a:off x="2481480" y="2920960"/>
              <a:ext cx="1748520" cy="31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A8C65FC-FA43-BF40-929C-03A209CC30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7160" y="2916640"/>
                <a:ext cx="17571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A9E034E-9F75-764A-AAE5-FA53EE399288}"/>
                  </a:ext>
                </a:extLst>
              </p14:cNvPr>
              <p14:cNvContentPartPr/>
              <p14:nvPr/>
            </p14:nvContentPartPr>
            <p14:xfrm>
              <a:off x="1698120" y="3442240"/>
              <a:ext cx="2270160" cy="46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A9E034E-9F75-764A-AAE5-FA53EE3992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93800" y="3437920"/>
                <a:ext cx="22788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65A6770-FF4D-D44E-A35B-FCF01342CFF9}"/>
                  </a:ext>
                </a:extLst>
              </p14:cNvPr>
              <p14:cNvContentPartPr/>
              <p14:nvPr/>
            </p14:nvContentPartPr>
            <p14:xfrm>
              <a:off x="2082240" y="3520000"/>
              <a:ext cx="673920" cy="594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65A6770-FF4D-D44E-A35B-FCF01342CFF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77920" y="3515680"/>
                <a:ext cx="68256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1C6B90F-02D6-2741-A679-BE748B7A5225}"/>
                  </a:ext>
                </a:extLst>
              </p14:cNvPr>
              <p14:cNvContentPartPr/>
              <p14:nvPr/>
            </p14:nvContentPartPr>
            <p14:xfrm>
              <a:off x="2090880" y="4077280"/>
              <a:ext cx="2773800" cy="754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1C6B90F-02D6-2741-A679-BE748B7A522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86560" y="4072960"/>
                <a:ext cx="2782440" cy="76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4B57FCC6-D0A7-AB4E-9B48-34972EADDD5E}"/>
              </a:ext>
            </a:extLst>
          </p:cNvPr>
          <p:cNvGrpSpPr/>
          <p:nvPr/>
        </p:nvGrpSpPr>
        <p:grpSpPr>
          <a:xfrm>
            <a:off x="6295680" y="4492040"/>
            <a:ext cx="3362040" cy="910080"/>
            <a:chOff x="6295680" y="4492040"/>
            <a:chExt cx="3362040" cy="91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2F7E66C-F568-4040-A424-04D1AD0E1BA3}"/>
                    </a:ext>
                  </a:extLst>
                </p14:cNvPr>
                <p14:cNvContentPartPr/>
                <p14:nvPr/>
              </p14:nvContentPartPr>
              <p14:xfrm>
                <a:off x="6295680" y="4492040"/>
                <a:ext cx="1196280" cy="910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2F7E66C-F568-4040-A424-04D1AD0E1BA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91360" y="4487720"/>
                  <a:ext cx="1204920" cy="9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AE135AE-9D26-4740-9A95-73CCF2370472}"/>
                    </a:ext>
                  </a:extLst>
                </p14:cNvPr>
                <p14:cNvContentPartPr/>
                <p14:nvPr/>
              </p14:nvContentPartPr>
              <p14:xfrm>
                <a:off x="7893720" y="5154800"/>
                <a:ext cx="1764000" cy="85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AE135AE-9D26-4740-9A95-73CCF237047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89400" y="5150480"/>
                  <a:ext cx="17726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D667415-D452-6B4E-BFE4-D0A040227D35}"/>
              </a:ext>
            </a:extLst>
          </p:cNvPr>
          <p:cNvGrpSpPr/>
          <p:nvPr/>
        </p:nvGrpSpPr>
        <p:grpSpPr>
          <a:xfrm>
            <a:off x="6569640" y="1441400"/>
            <a:ext cx="1530000" cy="1072800"/>
            <a:chOff x="6569640" y="1441400"/>
            <a:chExt cx="1530000" cy="10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059D384-204A-444A-A560-3B8631983BFE}"/>
                    </a:ext>
                  </a:extLst>
                </p14:cNvPr>
                <p14:cNvContentPartPr/>
                <p14:nvPr/>
              </p14:nvContentPartPr>
              <p14:xfrm>
                <a:off x="6569640" y="1441400"/>
                <a:ext cx="1373400" cy="394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059D384-204A-444A-A560-3B8631983BF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65320" y="1437080"/>
                  <a:ext cx="138204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30DB38-A97E-4743-A236-C85E2A42DC09}"/>
                    </a:ext>
                  </a:extLst>
                </p14:cNvPr>
                <p14:cNvContentPartPr/>
                <p14:nvPr/>
              </p14:nvContentPartPr>
              <p14:xfrm>
                <a:off x="6602400" y="1769360"/>
                <a:ext cx="1009800" cy="99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30DB38-A97E-4743-A236-C85E2A42DC0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98080" y="1765040"/>
                  <a:ext cx="1018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FFD03EE-A40A-C24F-9F0B-1989AA570223}"/>
                    </a:ext>
                  </a:extLst>
                </p14:cNvPr>
                <p14:cNvContentPartPr/>
                <p14:nvPr/>
              </p14:nvContentPartPr>
              <p14:xfrm>
                <a:off x="6643080" y="1866560"/>
                <a:ext cx="1456560" cy="468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FFD03EE-A40A-C24F-9F0B-1989AA57022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38760" y="1862240"/>
                  <a:ext cx="146520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3649CC2-BB04-E244-AF81-7A7ED25EC04E}"/>
                    </a:ext>
                  </a:extLst>
                </p14:cNvPr>
                <p14:cNvContentPartPr/>
                <p14:nvPr/>
              </p14:nvContentPartPr>
              <p14:xfrm>
                <a:off x="6598080" y="1848920"/>
                <a:ext cx="1233360" cy="665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3649CC2-BB04-E244-AF81-7A7ED25EC04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93760" y="1844600"/>
                  <a:ext cx="1242000" cy="67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FBC5BE8-DEB2-3043-B5CE-FE359B94F817}"/>
              </a:ext>
            </a:extLst>
          </p:cNvPr>
          <p:cNvGrpSpPr/>
          <p:nvPr/>
        </p:nvGrpSpPr>
        <p:grpSpPr>
          <a:xfrm>
            <a:off x="2279160" y="1423400"/>
            <a:ext cx="2849040" cy="1520160"/>
            <a:chOff x="2279160" y="1423400"/>
            <a:chExt cx="2849040" cy="152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AF365FA-65E7-9346-A5B3-DF290FFF9A94}"/>
                    </a:ext>
                  </a:extLst>
                </p14:cNvPr>
                <p14:cNvContentPartPr/>
                <p14:nvPr/>
              </p14:nvContentPartPr>
              <p14:xfrm>
                <a:off x="2279160" y="1851400"/>
                <a:ext cx="1824840" cy="617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AF365FA-65E7-9346-A5B3-DF290FFF9A9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74840" y="1847080"/>
                  <a:ext cx="183348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19FA758-C858-9A4E-9573-0A29E06CF460}"/>
                    </a:ext>
                  </a:extLst>
                </p14:cNvPr>
                <p14:cNvContentPartPr/>
                <p14:nvPr/>
              </p14:nvContentPartPr>
              <p14:xfrm>
                <a:off x="2783160" y="2338120"/>
                <a:ext cx="224280" cy="9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19FA758-C858-9A4E-9573-0A29E06CF46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78840" y="2333800"/>
                  <a:ext cx="232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4EB6722-CD17-8D44-B9DF-F6DC56CEF0D1}"/>
                    </a:ext>
                  </a:extLst>
                </p14:cNvPr>
                <p14:cNvContentPartPr/>
                <p14:nvPr/>
              </p14:nvContentPartPr>
              <p14:xfrm>
                <a:off x="3141000" y="2403640"/>
                <a:ext cx="12240" cy="1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4EB6722-CD17-8D44-B9DF-F6DC56CEF0D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36680" y="2399320"/>
                  <a:ext cx="2088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7BAA793-59D1-6549-814F-24FF999805C5}"/>
                    </a:ext>
                  </a:extLst>
                </p14:cNvPr>
                <p14:cNvContentPartPr/>
                <p14:nvPr/>
              </p14:nvContentPartPr>
              <p14:xfrm>
                <a:off x="2822040" y="1765360"/>
                <a:ext cx="95400" cy="22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7BAA793-59D1-6549-814F-24FF999805C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17720" y="1761040"/>
                  <a:ext cx="104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D3EB1EF-90FD-1A44-AE29-189598DDFB62}"/>
                    </a:ext>
                  </a:extLst>
                </p14:cNvPr>
                <p14:cNvContentPartPr/>
                <p14:nvPr/>
              </p14:nvContentPartPr>
              <p14:xfrm>
                <a:off x="3237120" y="2387800"/>
                <a:ext cx="141480" cy="20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D3EB1EF-90FD-1A44-AE29-189598DDFB6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32800" y="2383480"/>
                  <a:ext cx="150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2145828-55F8-964A-A647-1257B93DA65D}"/>
                    </a:ext>
                  </a:extLst>
                </p14:cNvPr>
                <p14:cNvContentPartPr/>
                <p14:nvPr/>
              </p14:nvContentPartPr>
              <p14:xfrm>
                <a:off x="3571560" y="2331640"/>
                <a:ext cx="376560" cy="60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2145828-55F8-964A-A647-1257B93DA65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67240" y="2327320"/>
                  <a:ext cx="3852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C7EA11F-6B04-E743-A40E-DD84842B502C}"/>
                    </a:ext>
                  </a:extLst>
                </p14:cNvPr>
                <p14:cNvContentPartPr/>
                <p14:nvPr/>
              </p14:nvContentPartPr>
              <p14:xfrm>
                <a:off x="3973320" y="1423400"/>
                <a:ext cx="392040" cy="313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C7EA11F-6B04-E743-A40E-DD84842B502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69000" y="1419080"/>
                  <a:ext cx="4006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A718012-C167-0843-B1C8-042D976D875D}"/>
                    </a:ext>
                  </a:extLst>
                </p14:cNvPr>
                <p14:cNvContentPartPr/>
                <p14:nvPr/>
              </p14:nvContentPartPr>
              <p14:xfrm>
                <a:off x="4821480" y="2252120"/>
                <a:ext cx="306720" cy="355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A718012-C167-0843-B1C8-042D976D875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817160" y="2247800"/>
                  <a:ext cx="3153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7D35752-FC9B-3F48-9914-55D514CC0379}"/>
                    </a:ext>
                  </a:extLst>
                </p14:cNvPr>
                <p14:cNvContentPartPr/>
                <p14:nvPr/>
              </p14:nvContentPartPr>
              <p14:xfrm>
                <a:off x="2399760" y="2535680"/>
                <a:ext cx="1085040" cy="407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7D35752-FC9B-3F48-9914-55D514CC037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395440" y="2531360"/>
                  <a:ext cx="1093680" cy="41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A03A855-DC4D-D342-81B8-A8B5EF9D6B8F}"/>
                  </a:ext>
                </a:extLst>
              </p14:cNvPr>
              <p14:cNvContentPartPr/>
              <p14:nvPr/>
            </p14:nvContentPartPr>
            <p14:xfrm>
              <a:off x="2309400" y="4027880"/>
              <a:ext cx="1263240" cy="639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A03A855-DC4D-D342-81B8-A8B5EF9D6B8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305080" y="4023560"/>
                <a:ext cx="1271880" cy="64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18DE5395-0D5E-D546-A84B-331DBEE5A3D9}"/>
              </a:ext>
            </a:extLst>
          </p:cNvPr>
          <p:cNvGrpSpPr/>
          <p:nvPr/>
        </p:nvGrpSpPr>
        <p:grpSpPr>
          <a:xfrm>
            <a:off x="605160" y="3358640"/>
            <a:ext cx="572400" cy="377640"/>
            <a:chOff x="605160" y="3358640"/>
            <a:chExt cx="572400" cy="3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9C3912-D9E6-AE42-9A6D-0B05F86C9569}"/>
                    </a:ext>
                  </a:extLst>
                </p14:cNvPr>
                <p14:cNvContentPartPr/>
                <p14:nvPr/>
              </p14:nvContentPartPr>
              <p14:xfrm>
                <a:off x="605160" y="3433520"/>
                <a:ext cx="561600" cy="214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9C3912-D9E6-AE42-9A6D-0B05F86C956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00840" y="3429200"/>
                  <a:ext cx="5702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2552793-2843-A343-B02D-B4614C6104F5}"/>
                    </a:ext>
                  </a:extLst>
                </p14:cNvPr>
                <p14:cNvContentPartPr/>
                <p14:nvPr/>
              </p14:nvContentPartPr>
              <p14:xfrm>
                <a:off x="986760" y="3358640"/>
                <a:ext cx="190800" cy="377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2552793-2843-A343-B02D-B4614C6104F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82440" y="3354320"/>
                  <a:ext cx="199440" cy="38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2764EDD-24C0-B14F-A5EA-EDA809DA58E5}"/>
              </a:ext>
            </a:extLst>
          </p:cNvPr>
          <p:cNvGrpSpPr/>
          <p:nvPr/>
        </p:nvGrpSpPr>
        <p:grpSpPr>
          <a:xfrm>
            <a:off x="10201680" y="986960"/>
            <a:ext cx="1623600" cy="1919880"/>
            <a:chOff x="10201680" y="986960"/>
            <a:chExt cx="1623600" cy="19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FE71E80-82E3-AB4A-8096-071B70CC0A6D}"/>
                    </a:ext>
                  </a:extLst>
                </p14:cNvPr>
                <p14:cNvContentPartPr/>
                <p14:nvPr/>
              </p14:nvContentPartPr>
              <p14:xfrm>
                <a:off x="10490040" y="1337600"/>
                <a:ext cx="128880" cy="886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FE71E80-82E3-AB4A-8096-071B70CC0A6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485720" y="1333280"/>
                  <a:ext cx="137520" cy="89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EE05C55-1DD7-1743-9477-DB93D986C259}"/>
                    </a:ext>
                  </a:extLst>
                </p14:cNvPr>
                <p14:cNvContentPartPr/>
                <p14:nvPr/>
              </p14:nvContentPartPr>
              <p14:xfrm>
                <a:off x="10471320" y="1629200"/>
                <a:ext cx="1353960" cy="216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EE05C55-1DD7-1743-9477-DB93D986C2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467000" y="1624880"/>
                  <a:ext cx="1362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E5C6018-15AE-0044-BD34-CC04726A0653}"/>
                    </a:ext>
                  </a:extLst>
                </p14:cNvPr>
                <p14:cNvContentPartPr/>
                <p14:nvPr/>
              </p14:nvContentPartPr>
              <p14:xfrm>
                <a:off x="10541520" y="1825040"/>
                <a:ext cx="21600" cy="368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E5C6018-15AE-0044-BD34-CC04726A065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537200" y="1820720"/>
                  <a:ext cx="3024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8DE0C6E-835E-C945-897E-26DEC953FF64}"/>
                    </a:ext>
                  </a:extLst>
                </p14:cNvPr>
                <p14:cNvContentPartPr/>
                <p14:nvPr/>
              </p14:nvContentPartPr>
              <p14:xfrm>
                <a:off x="10201680" y="1507160"/>
                <a:ext cx="832320" cy="574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8DE0C6E-835E-C945-897E-26DEC953FF6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197360" y="1502840"/>
                  <a:ext cx="84096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6CF7B3B-5F9A-5844-B286-1F19860F48B5}"/>
                    </a:ext>
                  </a:extLst>
                </p14:cNvPr>
                <p14:cNvContentPartPr/>
                <p14:nvPr/>
              </p14:nvContentPartPr>
              <p14:xfrm>
                <a:off x="10470600" y="1935920"/>
                <a:ext cx="73440" cy="218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6CF7B3B-5F9A-5844-B286-1F19860F48B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466280" y="1931600"/>
                  <a:ext cx="820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881FC80-D21E-0E42-A9E0-34039839AE0D}"/>
                    </a:ext>
                  </a:extLst>
                </p14:cNvPr>
                <p14:cNvContentPartPr/>
                <p14:nvPr/>
              </p14:nvContentPartPr>
              <p14:xfrm>
                <a:off x="10440720" y="986960"/>
                <a:ext cx="233280" cy="1919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881FC80-D21E-0E42-A9E0-34039839AE0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436400" y="982640"/>
                  <a:ext cx="241920" cy="19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6BEB50C-AFFA-AF43-8E60-58F084162642}"/>
                    </a:ext>
                  </a:extLst>
                </p14:cNvPr>
                <p14:cNvContentPartPr/>
                <p14:nvPr/>
              </p14:nvContentPartPr>
              <p14:xfrm>
                <a:off x="10514880" y="1331120"/>
                <a:ext cx="1041480" cy="1250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6BEB50C-AFFA-AF43-8E60-58F08416264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510560" y="1326800"/>
                  <a:ext cx="1050120" cy="125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BE303A3-297B-884C-A65B-C5B572596958}"/>
                  </a:ext>
                </a:extLst>
              </p14:cNvPr>
              <p14:cNvContentPartPr/>
              <p14:nvPr/>
            </p14:nvContentPartPr>
            <p14:xfrm>
              <a:off x="-567577" y="1448251"/>
              <a:ext cx="1800" cy="1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BE303A3-297B-884C-A65B-C5B57259695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-576217" y="1439611"/>
                <a:ext cx="19440" cy="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19069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FC4A-6ED1-4E49-9FE1-8466EEC7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detection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BF5418-70EE-B740-90A2-726658363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948" y="1354719"/>
            <a:ext cx="7163727" cy="525242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A72237-3010-D447-B38A-B1A7602BC960}"/>
              </a:ext>
            </a:extLst>
          </p:cNvPr>
          <p:cNvSpPr/>
          <p:nvPr/>
        </p:nvSpPr>
        <p:spPr>
          <a:xfrm>
            <a:off x="8399533" y="6311788"/>
            <a:ext cx="2136297" cy="372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A8CD22-32AA-AE40-A9C0-DFE836DDEF7D}"/>
              </a:ext>
            </a:extLst>
          </p:cNvPr>
          <p:cNvSpPr/>
          <p:nvPr/>
        </p:nvSpPr>
        <p:spPr>
          <a:xfrm>
            <a:off x="6035310" y="1317607"/>
            <a:ext cx="260293" cy="525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6EAD0A-1F42-0948-A9AA-9FFE38D6DAAC}"/>
              </a:ext>
            </a:extLst>
          </p:cNvPr>
          <p:cNvSpPr/>
          <p:nvPr/>
        </p:nvSpPr>
        <p:spPr>
          <a:xfrm>
            <a:off x="9556696" y="2144813"/>
            <a:ext cx="370884" cy="5354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63E26F4-DE33-6B48-A214-CBAE7959B4BA}"/>
                  </a:ext>
                </a:extLst>
              </p14:cNvPr>
              <p14:cNvContentPartPr/>
              <p14:nvPr/>
            </p14:nvContentPartPr>
            <p14:xfrm>
              <a:off x="7962259" y="2497743"/>
              <a:ext cx="148680" cy="87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63E26F4-DE33-6B48-A214-CBAE7959B4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57939" y="2493423"/>
                <a:ext cx="157320" cy="9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A6DF1EE3-9176-9746-84E4-EA593455A37F}"/>
              </a:ext>
            </a:extLst>
          </p:cNvPr>
          <p:cNvGrpSpPr/>
          <p:nvPr/>
        </p:nvGrpSpPr>
        <p:grpSpPr>
          <a:xfrm>
            <a:off x="5409000" y="1352223"/>
            <a:ext cx="3306379" cy="1585440"/>
            <a:chOff x="5409000" y="1352223"/>
            <a:chExt cx="3306379" cy="158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9A157A6-7738-ED41-BB77-BE75A4B090F7}"/>
                    </a:ext>
                  </a:extLst>
                </p14:cNvPr>
                <p14:cNvContentPartPr/>
                <p14:nvPr/>
              </p14:nvContentPartPr>
              <p14:xfrm>
                <a:off x="5409000" y="1928000"/>
                <a:ext cx="745200" cy="143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9A157A6-7738-ED41-BB77-BE75A4B090F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04680" y="1923680"/>
                  <a:ext cx="7538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14818A-F48A-2640-BEFC-E1146D16E589}"/>
                    </a:ext>
                  </a:extLst>
                </p14:cNvPr>
                <p14:cNvContentPartPr/>
                <p14:nvPr/>
              </p14:nvContentPartPr>
              <p14:xfrm>
                <a:off x="6023160" y="1848080"/>
                <a:ext cx="246240" cy="386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14818A-F48A-2640-BEFC-E1146D16E58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18840" y="1843760"/>
                  <a:ext cx="2548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3AF57D-DC09-8F48-850F-97429CD65D55}"/>
                    </a:ext>
                  </a:extLst>
                </p14:cNvPr>
                <p14:cNvContentPartPr/>
                <p14:nvPr/>
              </p14:nvContentPartPr>
              <p14:xfrm>
                <a:off x="6508579" y="1409463"/>
                <a:ext cx="25560" cy="652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3AF57D-DC09-8F48-850F-97429CD65D5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04259" y="1405143"/>
                  <a:ext cx="3420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C9436D1-1BD2-734D-B9E5-F6A7098C464B}"/>
                    </a:ext>
                  </a:extLst>
                </p14:cNvPr>
                <p14:cNvContentPartPr/>
                <p14:nvPr/>
              </p14:nvContentPartPr>
              <p14:xfrm>
                <a:off x="6790459" y="1431783"/>
                <a:ext cx="45000" cy="607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C9436D1-1BD2-734D-B9E5-F6A7098C464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86139" y="1427463"/>
                  <a:ext cx="5364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B27EF5B-8A9C-2349-9A27-911814EB8457}"/>
                    </a:ext>
                  </a:extLst>
                </p14:cNvPr>
                <p14:cNvContentPartPr/>
                <p14:nvPr/>
              </p14:nvContentPartPr>
              <p14:xfrm>
                <a:off x="7004659" y="1516023"/>
                <a:ext cx="86400" cy="708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B27EF5B-8A9C-2349-9A27-911814EB845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00339" y="1511703"/>
                  <a:ext cx="9504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E6000DE-8470-C643-91C3-A02DC3B97F69}"/>
                    </a:ext>
                  </a:extLst>
                </p14:cNvPr>
                <p14:cNvContentPartPr/>
                <p14:nvPr/>
              </p14:nvContentPartPr>
              <p14:xfrm>
                <a:off x="7343779" y="1452303"/>
                <a:ext cx="47160" cy="619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E6000DE-8470-C643-91C3-A02DC3B97F6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39459" y="1447983"/>
                  <a:ext cx="5580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04493B2-6262-EE4E-85B1-C77DF4776DDE}"/>
                    </a:ext>
                  </a:extLst>
                </p14:cNvPr>
                <p14:cNvContentPartPr/>
                <p14:nvPr/>
              </p14:nvContentPartPr>
              <p14:xfrm>
                <a:off x="7625659" y="1468503"/>
                <a:ext cx="55080" cy="623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04493B2-6262-EE4E-85B1-C77DF4776DD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21339" y="1464183"/>
                  <a:ext cx="6372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DDFB86E-4FF9-514C-A1AE-AA9E906FDA37}"/>
                    </a:ext>
                  </a:extLst>
                </p14:cNvPr>
                <p14:cNvContentPartPr/>
                <p14:nvPr/>
              </p14:nvContentPartPr>
              <p14:xfrm>
                <a:off x="8003659" y="1352223"/>
                <a:ext cx="25560" cy="578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DDFB86E-4FF9-514C-A1AE-AA9E906FDA3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99339" y="1347903"/>
                  <a:ext cx="3420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AE1E1B2-4086-3F4A-853C-E95FB22D7520}"/>
                    </a:ext>
                  </a:extLst>
                </p14:cNvPr>
                <p14:cNvContentPartPr/>
                <p14:nvPr/>
              </p14:nvContentPartPr>
              <p14:xfrm>
                <a:off x="8313979" y="1380303"/>
                <a:ext cx="18720" cy="531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AE1E1B2-4086-3F4A-853C-E95FB22D752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309659" y="1375983"/>
                  <a:ext cx="2736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DCC502D-38D3-1A43-B2B7-2266E4B85714}"/>
                    </a:ext>
                  </a:extLst>
                </p14:cNvPr>
                <p14:cNvContentPartPr/>
                <p14:nvPr/>
              </p14:nvContentPartPr>
              <p14:xfrm>
                <a:off x="6448459" y="1580463"/>
                <a:ext cx="2247120" cy="64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DCC502D-38D3-1A43-B2B7-2266E4B8571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444139" y="1576143"/>
                  <a:ext cx="2255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F3FE750-1B09-5147-A7A6-4394197A2416}"/>
                    </a:ext>
                  </a:extLst>
                </p14:cNvPr>
                <p14:cNvContentPartPr/>
                <p14:nvPr/>
              </p14:nvContentPartPr>
              <p14:xfrm>
                <a:off x="6521179" y="1896183"/>
                <a:ext cx="2194200" cy="33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F3FE750-1B09-5147-A7A6-4394197A241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516859" y="1891863"/>
                  <a:ext cx="2202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56EE420-7067-144D-846B-F434D75AC33C}"/>
                    </a:ext>
                  </a:extLst>
                </p14:cNvPr>
                <p14:cNvContentPartPr/>
                <p14:nvPr/>
              </p14:nvContentPartPr>
              <p14:xfrm>
                <a:off x="7645819" y="2504223"/>
                <a:ext cx="741960" cy="50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56EE420-7067-144D-846B-F434D75AC33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641499" y="2499903"/>
                  <a:ext cx="750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8D5F1AF-F03A-B149-BEF4-98A8FBC19DBC}"/>
                    </a:ext>
                  </a:extLst>
                </p14:cNvPr>
                <p14:cNvContentPartPr/>
                <p14:nvPr/>
              </p14:nvContentPartPr>
              <p14:xfrm>
                <a:off x="7752019" y="2562543"/>
                <a:ext cx="579960" cy="40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8D5F1AF-F03A-B149-BEF4-98A8FBC19DB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747699" y="2558223"/>
                  <a:ext cx="588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F6E952E-E830-764A-AABC-D802D9625395}"/>
                    </a:ext>
                  </a:extLst>
                </p14:cNvPr>
                <p14:cNvContentPartPr/>
                <p14:nvPr/>
              </p14:nvContentPartPr>
              <p14:xfrm>
                <a:off x="7872259" y="2304783"/>
                <a:ext cx="11520" cy="632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F6E952E-E830-764A-AABC-D802D962539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867939" y="2300463"/>
                  <a:ext cx="2016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6BEB4CF-8FB5-5443-9F68-CDC3C2F583EB}"/>
                    </a:ext>
                  </a:extLst>
                </p14:cNvPr>
                <p14:cNvContentPartPr/>
                <p14:nvPr/>
              </p14:nvContentPartPr>
              <p14:xfrm>
                <a:off x="8157379" y="2152863"/>
                <a:ext cx="85320" cy="72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6BEB4CF-8FB5-5443-9F68-CDC3C2F583E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53059" y="2148543"/>
                  <a:ext cx="93960" cy="73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4F0E1CE-52A5-2D45-93C8-FDD168E49699}"/>
                  </a:ext>
                </a:extLst>
              </p14:cNvPr>
              <p14:cNvContentPartPr/>
              <p14:nvPr/>
            </p14:nvContentPartPr>
            <p14:xfrm>
              <a:off x="3375859" y="1642023"/>
              <a:ext cx="1698120" cy="16380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4F0E1CE-52A5-2D45-93C8-FDD168E4969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371539" y="1637703"/>
                <a:ext cx="1706760" cy="164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23341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4F2E-C3AA-5A46-B7F0-2C7C44072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detection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918C9B-35B0-3A41-93DA-AC1DF2625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434" y="1596972"/>
            <a:ext cx="4029833" cy="22616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0DD9CC-FC4D-4F42-83DF-EB323C407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92" y="1659097"/>
            <a:ext cx="3933404" cy="2252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AAB27B-BECE-3B43-9C15-DB46BF3ED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547" y="4208662"/>
            <a:ext cx="3542657" cy="23531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B61C40-10CD-5247-BDD2-89F418E69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438" y="4410561"/>
            <a:ext cx="3488080" cy="19493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35A9FD-BD3C-3B43-A269-400C1EF4F201}"/>
              </a:ext>
            </a:extLst>
          </p:cNvPr>
          <p:cNvSpPr txBox="1"/>
          <p:nvPr/>
        </p:nvSpPr>
        <p:spPr>
          <a:xfrm>
            <a:off x="0" y="2866158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4FE916-7370-DC47-990B-AE0A1151FFC7}"/>
              </a:ext>
            </a:extLst>
          </p:cNvPr>
          <p:cNvSpPr txBox="1"/>
          <p:nvPr/>
        </p:nvSpPr>
        <p:spPr>
          <a:xfrm>
            <a:off x="6052842" y="2419519"/>
            <a:ext cx="136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Canny edges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FE646-FE8E-664C-9005-4B403BB3F677}"/>
              </a:ext>
            </a:extLst>
          </p:cNvPr>
          <p:cNvSpPr txBox="1"/>
          <p:nvPr/>
        </p:nvSpPr>
        <p:spPr>
          <a:xfrm>
            <a:off x="129473" y="5195086"/>
            <a:ext cx="166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Vote space and top peaks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61EFB-0283-5040-9414-4580B5A483C8}"/>
              </a:ext>
            </a:extLst>
          </p:cNvPr>
          <p:cNvSpPr txBox="1"/>
          <p:nvPr/>
        </p:nvSpPr>
        <p:spPr>
          <a:xfrm>
            <a:off x="6527423" y="5195086"/>
            <a:ext cx="1996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Longest segments found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69FE8F3-6E0A-FA4C-AAC3-15A6FBFB9B36}"/>
                  </a:ext>
                </a:extLst>
              </p14:cNvPr>
              <p14:cNvContentPartPr/>
              <p14:nvPr/>
            </p14:nvContentPartPr>
            <p14:xfrm>
              <a:off x="1772327" y="2662495"/>
              <a:ext cx="1495080" cy="95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69FE8F3-6E0A-FA4C-AAC3-15A6FBFB9B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68007" y="2658175"/>
                <a:ext cx="15037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3A3B54-49AD-964F-B0E0-D3862591EC19}"/>
                  </a:ext>
                </a:extLst>
              </p14:cNvPr>
              <p14:cNvContentPartPr/>
              <p14:nvPr/>
            </p14:nvContentPartPr>
            <p14:xfrm>
              <a:off x="8377247" y="1206655"/>
              <a:ext cx="554400" cy="377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3A3B54-49AD-964F-B0E0-D3862591EC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72927" y="1202335"/>
                <a:ext cx="563040" cy="38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926A72B6-A5F7-BD43-A9EA-A1AD4FA63F81}"/>
              </a:ext>
            </a:extLst>
          </p:cNvPr>
          <p:cNvGrpSpPr/>
          <p:nvPr/>
        </p:nvGrpSpPr>
        <p:grpSpPr>
          <a:xfrm>
            <a:off x="3816767" y="4034815"/>
            <a:ext cx="4401720" cy="2120760"/>
            <a:chOff x="3816767" y="4034815"/>
            <a:chExt cx="4401720" cy="21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F923513-935B-7E4C-B1E9-D4DA3DFB737B}"/>
                    </a:ext>
                  </a:extLst>
                </p14:cNvPr>
                <p14:cNvContentPartPr/>
                <p14:nvPr/>
              </p14:nvContentPartPr>
              <p14:xfrm>
                <a:off x="5200247" y="4034815"/>
                <a:ext cx="1700280" cy="820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F923513-935B-7E4C-B1E9-D4DA3DFB737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95927" y="4030495"/>
                  <a:ext cx="1708920" cy="82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165B7EF-CB07-234A-9C35-4EAB3C5A4295}"/>
                    </a:ext>
                  </a:extLst>
                </p14:cNvPr>
                <p14:cNvContentPartPr/>
                <p14:nvPr/>
              </p14:nvContentPartPr>
              <p14:xfrm>
                <a:off x="3876527" y="4360615"/>
                <a:ext cx="6480" cy="429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165B7EF-CB07-234A-9C35-4EAB3C5A42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72207" y="4356295"/>
                  <a:ext cx="151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1A72B6A-712D-E44D-B014-3E78AFB91F18}"/>
                    </a:ext>
                  </a:extLst>
                </p14:cNvPr>
                <p14:cNvContentPartPr/>
                <p14:nvPr/>
              </p14:nvContentPartPr>
              <p14:xfrm>
                <a:off x="4070927" y="4323175"/>
                <a:ext cx="56520" cy="475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1A72B6A-712D-E44D-B014-3E78AFB91F1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66607" y="4318855"/>
                  <a:ext cx="651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03AC132-F349-EC4F-BE26-F03B053FE9A3}"/>
                    </a:ext>
                  </a:extLst>
                </p14:cNvPr>
                <p14:cNvContentPartPr/>
                <p14:nvPr/>
              </p14:nvContentPartPr>
              <p14:xfrm>
                <a:off x="3816767" y="4561855"/>
                <a:ext cx="345960" cy="32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03AC132-F349-EC4F-BE26-F03B053FE9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12447" y="4557535"/>
                  <a:ext cx="354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CD3FF12-19A8-B34D-8A21-AA729010CFFD}"/>
                    </a:ext>
                  </a:extLst>
                </p14:cNvPr>
                <p14:cNvContentPartPr/>
                <p14:nvPr/>
              </p14:nvContentPartPr>
              <p14:xfrm>
                <a:off x="4137527" y="4542055"/>
                <a:ext cx="434880" cy="209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CD3FF12-19A8-B34D-8A21-AA729010CFF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33207" y="4537735"/>
                  <a:ext cx="443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B36B999-9665-1640-9DC5-A16AF1B88361}"/>
                    </a:ext>
                  </a:extLst>
                </p14:cNvPr>
                <p14:cNvContentPartPr/>
                <p14:nvPr/>
              </p14:nvContentPartPr>
              <p14:xfrm>
                <a:off x="4557287" y="4343695"/>
                <a:ext cx="594000" cy="589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B36B999-9665-1640-9DC5-A16AF1B883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52967" y="4339375"/>
                  <a:ext cx="602640" cy="59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607EB5C-A558-0C44-B4A9-7461735DA68C}"/>
                    </a:ext>
                  </a:extLst>
                </p14:cNvPr>
                <p14:cNvContentPartPr/>
                <p14:nvPr/>
              </p14:nvContentPartPr>
              <p14:xfrm>
                <a:off x="4618487" y="4965415"/>
                <a:ext cx="1105560" cy="387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607EB5C-A558-0C44-B4A9-7461735DA68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14167" y="4961095"/>
                  <a:ext cx="11142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21AAB8C-CF7E-8144-9DCE-4C86828C8342}"/>
                    </a:ext>
                  </a:extLst>
                </p14:cNvPr>
                <p14:cNvContentPartPr/>
                <p14:nvPr/>
              </p14:nvContentPartPr>
              <p14:xfrm>
                <a:off x="5975687" y="5744815"/>
                <a:ext cx="2032200" cy="221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21AAB8C-CF7E-8144-9DCE-4C86828C834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71367" y="5740495"/>
                  <a:ext cx="20408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0212F24-B436-F442-9748-3907EFB40213}"/>
                    </a:ext>
                  </a:extLst>
                </p14:cNvPr>
                <p14:cNvContentPartPr/>
                <p14:nvPr/>
              </p14:nvContentPartPr>
              <p14:xfrm>
                <a:off x="7912487" y="5766415"/>
                <a:ext cx="306000" cy="389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0212F24-B436-F442-9748-3907EFB4021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08167" y="5762095"/>
                  <a:ext cx="3146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C8EE37C-25CC-314E-BCEC-C6151B6A0559}"/>
                    </a:ext>
                  </a:extLst>
                </p14:cNvPr>
                <p14:cNvContentPartPr/>
                <p14:nvPr/>
              </p14:nvContentPartPr>
              <p14:xfrm>
                <a:off x="7324607" y="5454655"/>
                <a:ext cx="708840" cy="58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C8EE37C-25CC-314E-BCEC-C6151B6A055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20287" y="5450335"/>
                  <a:ext cx="71748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9F33663-FB25-E445-90DB-5F2F8F0D4DA6}"/>
                  </a:ext>
                </a:extLst>
              </p14:cNvPr>
              <p14:cNvContentPartPr/>
              <p14:nvPr/>
            </p14:nvContentPartPr>
            <p14:xfrm>
              <a:off x="10455887" y="5659855"/>
              <a:ext cx="660240" cy="309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9F33663-FB25-E445-90DB-5F2F8F0D4DA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451567" y="5655535"/>
                <a:ext cx="6688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F9CAE1CC-9D6B-6840-ACEB-4088EDC5A7D9}"/>
              </a:ext>
            </a:extLst>
          </p:cNvPr>
          <p:cNvGrpSpPr/>
          <p:nvPr/>
        </p:nvGrpSpPr>
        <p:grpSpPr>
          <a:xfrm>
            <a:off x="9457607" y="5201215"/>
            <a:ext cx="1382040" cy="131400"/>
            <a:chOff x="9457607" y="5201215"/>
            <a:chExt cx="1382040" cy="13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E2B8C7A-D637-244D-9E74-ADD7B7E31F7D}"/>
                    </a:ext>
                  </a:extLst>
                </p14:cNvPr>
                <p14:cNvContentPartPr/>
                <p14:nvPr/>
              </p14:nvContentPartPr>
              <p14:xfrm>
                <a:off x="9457607" y="5305975"/>
                <a:ext cx="266400" cy="26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E2B8C7A-D637-244D-9E74-ADD7B7E31F7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53287" y="5301655"/>
                  <a:ext cx="275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885479F-2A50-8347-8502-BEAA91F0B020}"/>
                    </a:ext>
                  </a:extLst>
                </p14:cNvPr>
                <p14:cNvContentPartPr/>
                <p14:nvPr/>
              </p14:nvContentPartPr>
              <p14:xfrm>
                <a:off x="9962687" y="5201215"/>
                <a:ext cx="876960" cy="86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885479F-2A50-8347-8502-BEAA91F0B0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58367" y="5196895"/>
                  <a:ext cx="885600" cy="9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98D355F-3725-3F4D-875B-80B62FC0C9CA}"/>
                  </a:ext>
                </a:extLst>
              </p14:cNvPr>
              <p14:cNvContentPartPr/>
              <p14:nvPr/>
            </p14:nvContentPartPr>
            <p14:xfrm>
              <a:off x="8497160" y="6286053"/>
              <a:ext cx="1971000" cy="32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98D355F-3725-3F4D-875B-80B62FC0C9C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492840" y="6281733"/>
                <a:ext cx="19796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F21126A-B741-4A42-8A49-F25963BFF5DD}"/>
                  </a:ext>
                </a:extLst>
              </p14:cNvPr>
              <p14:cNvContentPartPr/>
              <p14:nvPr/>
            </p14:nvContentPartPr>
            <p14:xfrm>
              <a:off x="8546840" y="5482893"/>
              <a:ext cx="754920" cy="5580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F21126A-B741-4A42-8A49-F25963BFF5D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542520" y="5478573"/>
                <a:ext cx="763560" cy="56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87D3318-5B0F-2C4E-998E-C99501110247}"/>
              </a:ext>
            </a:extLst>
          </p:cNvPr>
          <p:cNvGrpSpPr/>
          <p:nvPr/>
        </p:nvGrpSpPr>
        <p:grpSpPr>
          <a:xfrm>
            <a:off x="8979920" y="5626893"/>
            <a:ext cx="1265040" cy="143280"/>
            <a:chOff x="8979920" y="5626893"/>
            <a:chExt cx="1265040" cy="14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9B44BFD-802B-0D4A-A0B7-BFD3ABD91847}"/>
                    </a:ext>
                  </a:extLst>
                </p14:cNvPr>
                <p14:cNvContentPartPr/>
                <p14:nvPr/>
              </p14:nvContentPartPr>
              <p14:xfrm>
                <a:off x="8979920" y="5703933"/>
                <a:ext cx="1265040" cy="23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9B44BFD-802B-0D4A-A0B7-BFD3ABD9184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75600" y="5699613"/>
                  <a:ext cx="1273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EFC1DB7-710B-5F49-AFD1-05DF3F415C72}"/>
                    </a:ext>
                  </a:extLst>
                </p14:cNvPr>
                <p14:cNvContentPartPr/>
                <p14:nvPr/>
              </p14:nvContentPartPr>
              <p14:xfrm>
                <a:off x="9414440" y="5626893"/>
                <a:ext cx="426600" cy="143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EFC1DB7-710B-5F49-AFD1-05DF3F415C7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410120" y="5622573"/>
                  <a:ext cx="43524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5BC909C-A794-C047-A486-F70F15C6884F}"/>
              </a:ext>
            </a:extLst>
          </p:cNvPr>
          <p:cNvGrpSpPr/>
          <p:nvPr/>
        </p:nvGrpSpPr>
        <p:grpSpPr>
          <a:xfrm>
            <a:off x="7715254" y="4438548"/>
            <a:ext cx="221400" cy="749160"/>
            <a:chOff x="7715254" y="4438548"/>
            <a:chExt cx="221400" cy="74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20C665A-E259-ED4C-AB01-13BD80A59610}"/>
                    </a:ext>
                  </a:extLst>
                </p14:cNvPr>
                <p14:cNvContentPartPr/>
                <p14:nvPr/>
              </p14:nvContentPartPr>
              <p14:xfrm>
                <a:off x="7715254" y="4438548"/>
                <a:ext cx="221400" cy="470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20C665A-E259-ED4C-AB01-13BD80A5961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0934" y="4434228"/>
                  <a:ext cx="23004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A8E1D68-EC91-5247-9E59-A204D631D092}"/>
                    </a:ext>
                  </a:extLst>
                </p14:cNvPr>
                <p14:cNvContentPartPr/>
                <p14:nvPr/>
              </p14:nvContentPartPr>
              <p14:xfrm>
                <a:off x="7788694" y="5081148"/>
                <a:ext cx="67680" cy="106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A8E1D68-EC91-5247-9E59-A204D631D09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84374" y="5076828"/>
                  <a:ext cx="7632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7102E0-7079-E24A-A370-B39A88DFA0A7}"/>
              </a:ext>
            </a:extLst>
          </p:cNvPr>
          <p:cNvGrpSpPr/>
          <p:nvPr/>
        </p:nvGrpSpPr>
        <p:grpSpPr>
          <a:xfrm>
            <a:off x="4770094" y="1683108"/>
            <a:ext cx="2649600" cy="558000"/>
            <a:chOff x="4770094" y="1683108"/>
            <a:chExt cx="2649600" cy="55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098BF5E-38C1-754B-B01B-686127D9528B}"/>
                    </a:ext>
                  </a:extLst>
                </p14:cNvPr>
                <p14:cNvContentPartPr/>
                <p14:nvPr/>
              </p14:nvContentPartPr>
              <p14:xfrm>
                <a:off x="4770094" y="1822788"/>
                <a:ext cx="100440" cy="145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098BF5E-38C1-754B-B01B-686127D9528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5774" y="1818468"/>
                  <a:ext cx="109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FEF1702-6BB6-AB49-B6A6-D1CB6D19EF74}"/>
                    </a:ext>
                  </a:extLst>
                </p14:cNvPr>
                <p14:cNvContentPartPr/>
                <p14:nvPr/>
              </p14:nvContentPartPr>
              <p14:xfrm>
                <a:off x="4842094" y="1683108"/>
                <a:ext cx="2577600" cy="558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FEF1702-6BB6-AB49-B6A6-D1CB6D19EF7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37774" y="1678788"/>
                  <a:ext cx="2586240" cy="56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0FDA4C4-2D97-1D42-A6DA-44ECA5C82F30}"/>
                  </a:ext>
                </a:extLst>
              </p14:cNvPr>
              <p14:cNvContentPartPr/>
              <p14:nvPr/>
            </p14:nvContentPartPr>
            <p14:xfrm>
              <a:off x="3518014" y="5750748"/>
              <a:ext cx="368280" cy="1872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0FDA4C4-2D97-1D42-A6DA-44ECA5C82F3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13694" y="5746428"/>
                <a:ext cx="376920" cy="19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8A681ABE-E47D-DE40-85FB-9AAC32F21145}"/>
              </a:ext>
            </a:extLst>
          </p:cNvPr>
          <p:cNvGrpSpPr/>
          <p:nvPr/>
        </p:nvGrpSpPr>
        <p:grpSpPr>
          <a:xfrm>
            <a:off x="4497309" y="5514153"/>
            <a:ext cx="406080" cy="397155"/>
            <a:chOff x="4497309" y="5514153"/>
            <a:chExt cx="406080" cy="39715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7DE687C-4354-2743-8579-94E1EA31B138}"/>
                    </a:ext>
                  </a:extLst>
                </p14:cNvPr>
                <p14:cNvContentPartPr/>
                <p14:nvPr/>
              </p14:nvContentPartPr>
              <p14:xfrm>
                <a:off x="4503334" y="5771988"/>
                <a:ext cx="155160" cy="139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7DE687C-4354-2743-8579-94E1EA31B1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99014" y="5767668"/>
                  <a:ext cx="163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13FA8CD-391D-5342-8464-68546795182A}"/>
                    </a:ext>
                  </a:extLst>
                </p14:cNvPr>
                <p14:cNvContentPartPr/>
                <p14:nvPr/>
              </p14:nvContentPartPr>
              <p14:xfrm>
                <a:off x="4693414" y="5755788"/>
                <a:ext cx="123480" cy="136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13FA8CD-391D-5342-8464-68546795182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89094" y="5751468"/>
                  <a:ext cx="1321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86C1743-822C-244F-9599-17A4D75B9886}"/>
                    </a:ext>
                  </a:extLst>
                </p14:cNvPr>
                <p14:cNvContentPartPr/>
                <p14:nvPr/>
              </p14:nvContentPartPr>
              <p14:xfrm>
                <a:off x="4497309" y="5514153"/>
                <a:ext cx="82080" cy="240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86C1743-822C-244F-9599-17A4D75B98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92989" y="5509833"/>
                  <a:ext cx="907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FA5D9FD-46DE-E248-9D09-9A5C2B23C1E5}"/>
                    </a:ext>
                  </a:extLst>
                </p14:cNvPr>
                <p14:cNvContentPartPr/>
                <p14:nvPr/>
              </p14:nvContentPartPr>
              <p14:xfrm>
                <a:off x="4700349" y="5536113"/>
                <a:ext cx="47160" cy="184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FA5D9FD-46DE-E248-9D09-9A5C2B23C1E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96029" y="5531793"/>
                  <a:ext cx="558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73DF668-D736-E448-803A-859B80AC35FB}"/>
                    </a:ext>
                  </a:extLst>
                </p14:cNvPr>
                <p14:cNvContentPartPr/>
                <p14:nvPr/>
              </p14:nvContentPartPr>
              <p14:xfrm>
                <a:off x="4815189" y="5590113"/>
                <a:ext cx="74520" cy="123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73DF668-D736-E448-803A-859B80AC35F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810869" y="5585793"/>
                  <a:ext cx="83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A51C908-FB0D-9D49-9487-47EB9E5008FC}"/>
                    </a:ext>
                  </a:extLst>
                </p14:cNvPr>
                <p14:cNvContentPartPr/>
                <p14:nvPr/>
              </p14:nvContentPartPr>
              <p14:xfrm>
                <a:off x="4764069" y="5798553"/>
                <a:ext cx="139320" cy="43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A51C908-FB0D-9D49-9487-47EB9E5008F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59749" y="5794233"/>
                  <a:ext cx="147960" cy="5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82CEB5F-7F52-234D-AF6D-7A4ECDAA2BF7}"/>
                  </a:ext>
                </a:extLst>
              </p14:cNvPr>
              <p14:cNvContentPartPr/>
              <p14:nvPr/>
            </p14:nvContentPartPr>
            <p14:xfrm>
              <a:off x="2167570" y="3875176"/>
              <a:ext cx="1456200" cy="2476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82CEB5F-7F52-234D-AF6D-7A4ECDAA2BF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163250" y="3870856"/>
                <a:ext cx="14648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87F91BF-7655-1B49-8EA6-3943E95A69B9}"/>
                  </a:ext>
                </a:extLst>
              </p14:cNvPr>
              <p14:cNvContentPartPr/>
              <p14:nvPr/>
            </p14:nvContentPartPr>
            <p14:xfrm>
              <a:off x="3503530" y="3978496"/>
              <a:ext cx="1670040" cy="216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87F91BF-7655-1B49-8EA6-3943E95A69B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499210" y="3974176"/>
                <a:ext cx="16786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EF42A72-0067-4C43-8AB5-8FD91FE1BBC2}"/>
                  </a:ext>
                </a:extLst>
              </p14:cNvPr>
              <p14:cNvContentPartPr/>
              <p14:nvPr/>
            </p14:nvContentPartPr>
            <p14:xfrm>
              <a:off x="2020330" y="4508416"/>
              <a:ext cx="224640" cy="4770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EF42A72-0067-4C43-8AB5-8FD91FE1BBC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016010" y="4504096"/>
                <a:ext cx="233280" cy="48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07413C5C-05A5-5443-800B-9BE2D042D0AE}"/>
              </a:ext>
            </a:extLst>
          </p:cNvPr>
          <p:cNvGrpSpPr/>
          <p:nvPr/>
        </p:nvGrpSpPr>
        <p:grpSpPr>
          <a:xfrm>
            <a:off x="1905130" y="4020256"/>
            <a:ext cx="1119960" cy="1240560"/>
            <a:chOff x="1905130" y="4020256"/>
            <a:chExt cx="1119960" cy="12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620D29F-ACA8-4F42-AFF1-3CB248F4AA5E}"/>
                    </a:ext>
                  </a:extLst>
                </p14:cNvPr>
                <p14:cNvContentPartPr/>
                <p14:nvPr/>
              </p14:nvContentPartPr>
              <p14:xfrm>
                <a:off x="2158930" y="4020256"/>
                <a:ext cx="81360" cy="840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620D29F-ACA8-4F42-AFF1-3CB248F4AA5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154610" y="4015936"/>
                  <a:ext cx="9000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2195083-CA04-904D-AC3C-AD3DB32E21FA}"/>
                    </a:ext>
                  </a:extLst>
                </p14:cNvPr>
                <p14:cNvContentPartPr/>
                <p14:nvPr/>
              </p14:nvContentPartPr>
              <p14:xfrm>
                <a:off x="2361970" y="4087576"/>
                <a:ext cx="132480" cy="830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2195083-CA04-904D-AC3C-AD3DB32E21F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57650" y="4083256"/>
                  <a:ext cx="141120" cy="83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789934A-5174-7543-8BCC-FA87303BA7A7}"/>
                    </a:ext>
                  </a:extLst>
                </p14:cNvPr>
                <p14:cNvContentPartPr/>
                <p14:nvPr/>
              </p14:nvContentPartPr>
              <p14:xfrm>
                <a:off x="2735650" y="4047616"/>
                <a:ext cx="39600" cy="1213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789934A-5174-7543-8BCC-FA87303BA7A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31330" y="4043296"/>
                  <a:ext cx="48240" cy="12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CB5FED-2517-3E4B-826C-08BDC32250C9}"/>
                    </a:ext>
                  </a:extLst>
                </p14:cNvPr>
                <p14:cNvContentPartPr/>
                <p14:nvPr/>
              </p14:nvContentPartPr>
              <p14:xfrm>
                <a:off x="2887570" y="4107016"/>
                <a:ext cx="137520" cy="1035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CB5FED-2517-3E4B-826C-08BDC32250C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83250" y="4102696"/>
                  <a:ext cx="146160" cy="10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8EAB2FB-4D2F-5E4B-BB21-A0C357D3B235}"/>
                    </a:ext>
                  </a:extLst>
                </p14:cNvPr>
                <p14:cNvContentPartPr/>
                <p14:nvPr/>
              </p14:nvContentPartPr>
              <p14:xfrm>
                <a:off x="2037610" y="4942576"/>
                <a:ext cx="160560" cy="314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8EAB2FB-4D2F-5E4B-BB21-A0C357D3B23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33290" y="4938256"/>
                  <a:ext cx="1692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92CBC36-2CA9-884A-A4D4-B283754B86EC}"/>
                    </a:ext>
                  </a:extLst>
                </p14:cNvPr>
                <p14:cNvContentPartPr/>
                <p14:nvPr/>
              </p14:nvContentPartPr>
              <p14:xfrm>
                <a:off x="1905130" y="5039056"/>
                <a:ext cx="367920" cy="22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92CBC36-2CA9-884A-A4D4-B283754B86E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900810" y="5034736"/>
                  <a:ext cx="376560" cy="3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820906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F0B5-7865-C14D-A43F-11699428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noise on Hough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968E5F-93EC-5F43-AFD5-8D4F3BBA9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100" y="1904809"/>
            <a:ext cx="6428151" cy="38041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44BE12-6B08-2446-B40F-0EB7F204E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017" y="3240749"/>
            <a:ext cx="289964" cy="3068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51271C-3F6F-3A4A-BFDE-40F9239F8114}"/>
              </a:ext>
            </a:extLst>
          </p:cNvPr>
          <p:cNvSpPr txBox="1"/>
          <p:nvPr/>
        </p:nvSpPr>
        <p:spPr>
          <a:xfrm>
            <a:off x="2427611" y="6198499"/>
            <a:ext cx="6095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What difficulty does this present for an implementation?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9AC427C-50E5-FA4D-95B8-4EB19676B075}"/>
                  </a:ext>
                </a:extLst>
              </p14:cNvPr>
              <p14:cNvContentPartPr/>
              <p14:nvPr/>
            </p14:nvContentPartPr>
            <p14:xfrm>
              <a:off x="5470570" y="5550616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9AC427C-50E5-FA4D-95B8-4EB19676B0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66250" y="554629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959367-72A0-1443-BB90-FC3D0CAB9D35}"/>
                  </a:ext>
                </a:extLst>
              </p14:cNvPr>
              <p14:cNvContentPartPr/>
              <p14:nvPr/>
            </p14:nvContentPartPr>
            <p14:xfrm>
              <a:off x="2623714" y="2639779"/>
              <a:ext cx="2303280" cy="1839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959367-72A0-1443-BB90-FC3D0CAB9D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19394" y="2635459"/>
                <a:ext cx="2311920" cy="18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2E4810A-D3A1-3F4C-B361-91631C9C9E1F}"/>
                  </a:ext>
                </a:extLst>
              </p14:cNvPr>
              <p14:cNvContentPartPr/>
              <p14:nvPr/>
            </p14:nvContentPartPr>
            <p14:xfrm>
              <a:off x="5623594" y="2007259"/>
              <a:ext cx="2160" cy="12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2E4810A-D3A1-3F4C-B361-91631C9C9E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19274" y="2002939"/>
                <a:ext cx="1080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AB07D234-74B4-6E44-83CB-0EA7A9AF3E74}"/>
              </a:ext>
            </a:extLst>
          </p:cNvPr>
          <p:cNvGrpSpPr/>
          <p:nvPr/>
        </p:nvGrpSpPr>
        <p:grpSpPr>
          <a:xfrm>
            <a:off x="2636674" y="2548699"/>
            <a:ext cx="4674960" cy="2246040"/>
            <a:chOff x="2636674" y="2548699"/>
            <a:chExt cx="4674960" cy="22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8F00850-AB16-454F-883A-EE1F0F052D79}"/>
                    </a:ext>
                  </a:extLst>
                </p14:cNvPr>
                <p14:cNvContentPartPr/>
                <p14:nvPr/>
              </p14:nvContentPartPr>
              <p14:xfrm>
                <a:off x="2636674" y="2548699"/>
                <a:ext cx="653400" cy="944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8F00850-AB16-454F-883A-EE1F0F052D7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32354" y="2544379"/>
                  <a:ext cx="662040" cy="9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99DF2C2-9380-6946-8101-0175793D0715}"/>
                    </a:ext>
                  </a:extLst>
                </p14:cNvPr>
                <p14:cNvContentPartPr/>
                <p14:nvPr/>
              </p14:nvContentPartPr>
              <p14:xfrm>
                <a:off x="3310594" y="3021019"/>
                <a:ext cx="753480" cy="706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99DF2C2-9380-6946-8101-0175793D07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06274" y="3016699"/>
                  <a:ext cx="76212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4CF12B9-6589-6D4C-9FD1-9ABB09ACA0EA}"/>
                    </a:ext>
                  </a:extLst>
                </p14:cNvPr>
                <p14:cNvContentPartPr/>
                <p14:nvPr/>
              </p14:nvContentPartPr>
              <p14:xfrm>
                <a:off x="4169194" y="3696739"/>
                <a:ext cx="416160" cy="662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4CF12B9-6589-6D4C-9FD1-9ABB09ACA0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64874" y="3692419"/>
                  <a:ext cx="42480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6C1195A-5B8B-B846-93A9-A1A631C71FF3}"/>
                    </a:ext>
                  </a:extLst>
                </p14:cNvPr>
                <p14:cNvContentPartPr/>
                <p14:nvPr/>
              </p14:nvContentPartPr>
              <p14:xfrm>
                <a:off x="4474114" y="4026859"/>
                <a:ext cx="1110960" cy="76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6C1195A-5B8B-B846-93A9-A1A631C71FF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69794" y="4022539"/>
                  <a:ext cx="1119600" cy="77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6098F8F-134E-944B-ACCB-2FACCBF252AB}"/>
                    </a:ext>
                  </a:extLst>
                </p14:cNvPr>
                <p14:cNvContentPartPr/>
                <p14:nvPr/>
              </p14:nvContentPartPr>
              <p14:xfrm>
                <a:off x="5950834" y="3270139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6098F8F-134E-944B-ACCB-2FACCBF252A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46514" y="3265819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615AB37-A66D-704C-8059-C84CEA043930}"/>
                    </a:ext>
                  </a:extLst>
                </p14:cNvPr>
                <p14:cNvContentPartPr/>
                <p14:nvPr/>
              </p14:nvContentPartPr>
              <p14:xfrm>
                <a:off x="5907634" y="3339259"/>
                <a:ext cx="78120" cy="30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615AB37-A66D-704C-8059-C84CEA04393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03314" y="3334939"/>
                  <a:ext cx="86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362469C-4479-4244-85B6-98D460419E1F}"/>
                    </a:ext>
                  </a:extLst>
                </p14:cNvPr>
                <p14:cNvContentPartPr/>
                <p14:nvPr/>
              </p14:nvContentPartPr>
              <p14:xfrm>
                <a:off x="5933554" y="3314779"/>
                <a:ext cx="28800" cy="19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362469C-4479-4244-85B6-98D460419E1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29234" y="3310459"/>
                  <a:ext cx="374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6145C02-2580-464E-96AD-BCA89A392DEE}"/>
                    </a:ext>
                  </a:extLst>
                </p14:cNvPr>
                <p14:cNvContentPartPr/>
                <p14:nvPr/>
              </p14:nvContentPartPr>
              <p14:xfrm>
                <a:off x="6017434" y="3296419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6145C02-2580-464E-96AD-BCA89A392D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13114" y="3292099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CF4875-AB0D-AD4C-8FFB-190166F74EE8}"/>
                    </a:ext>
                  </a:extLst>
                </p14:cNvPr>
                <p14:cNvContentPartPr/>
                <p14:nvPr/>
              </p14:nvContentPartPr>
              <p14:xfrm>
                <a:off x="5870914" y="3373819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CF4875-AB0D-AD4C-8FFB-190166F74E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66594" y="3369499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09D0966-5367-3C45-9311-3BC4202BF2F2}"/>
                    </a:ext>
                  </a:extLst>
                </p14:cNvPr>
                <p14:cNvContentPartPr/>
                <p14:nvPr/>
              </p14:nvContentPartPr>
              <p14:xfrm>
                <a:off x="5890714" y="3133699"/>
                <a:ext cx="17640" cy="340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09D0966-5367-3C45-9311-3BC4202BF2F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86394" y="3129379"/>
                  <a:ext cx="262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024528A-6A56-E94E-9574-B1DD81E06A26}"/>
                    </a:ext>
                  </a:extLst>
                </p14:cNvPr>
                <p14:cNvContentPartPr/>
                <p14:nvPr/>
              </p14:nvContentPartPr>
              <p14:xfrm>
                <a:off x="5944354" y="3153859"/>
                <a:ext cx="6480" cy="318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024528A-6A56-E94E-9574-B1DD81E06A2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40034" y="3149539"/>
                  <a:ext cx="151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C920773-CC63-7D4D-B0AC-CEFDCFFC17B4}"/>
                    </a:ext>
                  </a:extLst>
                </p14:cNvPr>
                <p14:cNvContentPartPr/>
                <p14:nvPr/>
              </p14:nvContentPartPr>
              <p14:xfrm>
                <a:off x="5984674" y="3172219"/>
                <a:ext cx="11520" cy="323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C920773-CC63-7D4D-B0AC-CEFDCFFC17B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80354" y="3167899"/>
                  <a:ext cx="201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7AA9D4-AD29-7B43-BB75-A7D67476D668}"/>
                    </a:ext>
                  </a:extLst>
                </p14:cNvPr>
                <p14:cNvContentPartPr/>
                <p14:nvPr/>
              </p14:nvContentPartPr>
              <p14:xfrm>
                <a:off x="6026794" y="3207499"/>
                <a:ext cx="8640" cy="319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7AA9D4-AD29-7B43-BB75-A7D67476D66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022474" y="3203179"/>
                  <a:ext cx="172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E129696-0100-8147-A6FB-3CDC421125ED}"/>
                    </a:ext>
                  </a:extLst>
                </p14:cNvPr>
                <p14:cNvContentPartPr/>
                <p14:nvPr/>
              </p14:nvContentPartPr>
              <p14:xfrm>
                <a:off x="5766514" y="2636899"/>
                <a:ext cx="50400" cy="1539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E129696-0100-8147-A6FB-3CDC421125E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762194" y="2632579"/>
                  <a:ext cx="59040" cy="15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9EF49E-BE45-B84B-87BB-FC62615B5306}"/>
                    </a:ext>
                  </a:extLst>
                </p14:cNvPr>
                <p14:cNvContentPartPr/>
                <p14:nvPr/>
              </p14:nvContentPartPr>
              <p14:xfrm>
                <a:off x="6126874" y="2633659"/>
                <a:ext cx="102240" cy="1653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9EF49E-BE45-B84B-87BB-FC62615B530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122554" y="2629339"/>
                  <a:ext cx="110880" cy="166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E3DAD73-0BA4-6C4B-B6F9-B940ABC6F81C}"/>
                    </a:ext>
                  </a:extLst>
                </p14:cNvPr>
                <p14:cNvContentPartPr/>
                <p14:nvPr/>
              </p14:nvContentPartPr>
              <p14:xfrm>
                <a:off x="5131114" y="3035059"/>
                <a:ext cx="1548360" cy="137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E3DAD73-0BA4-6C4B-B6F9-B940ABC6F81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126794" y="3030739"/>
                  <a:ext cx="1557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AB6970-BB5F-A54F-964C-015DC84F1084}"/>
                    </a:ext>
                  </a:extLst>
                </p14:cNvPr>
                <p14:cNvContentPartPr/>
                <p14:nvPr/>
              </p14:nvContentPartPr>
              <p14:xfrm>
                <a:off x="4939954" y="3385339"/>
                <a:ext cx="2371680" cy="131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AB6970-BB5F-A54F-964C-015DC84F108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935634" y="3381019"/>
                  <a:ext cx="2380320" cy="139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61449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5AFCE-3389-3D45-8301-F3E769EF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noise on Hough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9F63DB-6C30-E249-91E3-11B35B6D9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384" y="1534977"/>
            <a:ext cx="6937759" cy="42791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8718D7-5605-3442-BCAF-EDF8819B4B8C}"/>
              </a:ext>
            </a:extLst>
          </p:cNvPr>
          <p:cNvSpPr txBox="1"/>
          <p:nvPr/>
        </p:nvSpPr>
        <p:spPr>
          <a:xfrm>
            <a:off x="1197621" y="6174223"/>
            <a:ext cx="980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Everything appears to be “noise”, or random edge points, but we still see some peaks in the vote space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832990B-C57A-3C44-8F6A-CF6623F27B90}"/>
                  </a:ext>
                </a:extLst>
              </p14:cNvPr>
              <p14:cNvContentPartPr/>
              <p14:nvPr/>
            </p14:nvContentPartPr>
            <p14:xfrm>
              <a:off x="8033990" y="1427069"/>
              <a:ext cx="1263240" cy="1450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832990B-C57A-3C44-8F6A-CF6623F27B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29670" y="1422749"/>
                <a:ext cx="1271880" cy="145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270E7E6-C92F-6F48-82EC-1449361117EF}"/>
                  </a:ext>
                </a:extLst>
              </p14:cNvPr>
              <p14:cNvContentPartPr/>
              <p14:nvPr/>
            </p14:nvContentPartPr>
            <p14:xfrm>
              <a:off x="-258610" y="254126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270E7E6-C92F-6F48-82EC-1449361117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62930" y="2536949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81307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F775CA-871C-BE4F-AB39-8AA431585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EE643-9380-424E-90E3-826670807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769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9522EF-2CBD-E44F-8AF8-E71C925EC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texture?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A4C91F-A5AD-FA43-998A-E2F9953D7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307" y="1431196"/>
            <a:ext cx="7505700" cy="2281767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1C41B5A-DDD2-3942-BA30-C751EBB0D848}"/>
              </a:ext>
            </a:extLst>
          </p:cNvPr>
          <p:cNvSpPr txBox="1">
            <a:spLocks/>
          </p:cNvSpPr>
          <p:nvPr/>
        </p:nvSpPr>
        <p:spPr>
          <a:xfrm>
            <a:off x="838200" y="3931921"/>
            <a:ext cx="10515600" cy="22450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image obeying some statistical properties</a:t>
            </a:r>
          </a:p>
          <a:p>
            <a:r>
              <a:rPr lang="en-US" dirty="0"/>
              <a:t>Similar structures repeated over and over again</a:t>
            </a:r>
          </a:p>
          <a:p>
            <a:r>
              <a:rPr lang="en-US" dirty="0"/>
              <a:t>Often has some degree of randomness </a:t>
            </a:r>
          </a:p>
        </p:txBody>
      </p:sp>
    </p:spTree>
    <p:extLst>
      <p:ext uri="{BB962C8B-B14F-4D97-AF65-F5344CB8AC3E}">
        <p14:creationId xmlns:p14="http://schemas.microsoft.com/office/powerpoint/2010/main" val="25754043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D56D-4F75-6940-87E5-655F057C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B2417-1D18-F94A-B3E0-55DE624CF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1780" cy="4351338"/>
          </a:xfrm>
        </p:spPr>
        <p:txBody>
          <a:bodyPr/>
          <a:lstStyle/>
          <a:p>
            <a:r>
              <a:rPr lang="en-US" dirty="0"/>
              <a:t>Size/granularity (sand versus pebbles versus boulders)</a:t>
            </a:r>
          </a:p>
          <a:p>
            <a:r>
              <a:rPr lang="en-US" dirty="0"/>
              <a:t>Directionality/Orientation</a:t>
            </a:r>
          </a:p>
          <a:p>
            <a:r>
              <a:rPr lang="en-US" dirty="0"/>
              <a:t>Random or regular (stucco versus bricks)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D06B2F-D090-EB4B-8E02-2B85A29EA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021" y="820068"/>
            <a:ext cx="3088264" cy="58321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514138-100E-914A-8D23-2E3C8F568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56650"/>
            <a:ext cx="6875424" cy="215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764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82AE7-B63B-954F-82F1-40493B63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approach to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0A7E1-3DFF-6043-BF08-9B53A38D4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Characterize texture using statistical measures computed from grayscale intensities (or colors) alone</a:t>
            </a:r>
          </a:p>
          <a:p>
            <a:r>
              <a:rPr lang="en-US" dirty="0"/>
              <a:t>Less intuitive, but applicable to all images and computationally efficient</a:t>
            </a:r>
          </a:p>
          <a:p>
            <a:r>
              <a:rPr lang="en-US" dirty="0"/>
              <a:t>Can be used for both classification of a given input texture and segmentation of an image into different regions</a:t>
            </a:r>
          </a:p>
        </p:txBody>
      </p:sp>
    </p:spTree>
    <p:extLst>
      <p:ext uri="{BB962C8B-B14F-4D97-AF65-F5344CB8AC3E}">
        <p14:creationId xmlns:p14="http://schemas.microsoft.com/office/powerpoint/2010/main" val="23097014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8E2B-9AA3-DA49-9B8A-1E0A07BBA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(simple) statistical texture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EE8DD-753C-B341-9068-38EA321C9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Edge density and direction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Use an </a:t>
            </a:r>
            <a:r>
              <a:rPr lang="en-US" dirty="0">
                <a:solidFill>
                  <a:srgbClr val="FF0000"/>
                </a:solidFill>
              </a:rPr>
              <a:t>edge detector </a:t>
            </a:r>
            <a:r>
              <a:rPr lang="en-US" dirty="0">
                <a:solidFill>
                  <a:srgbClr val="0070C0"/>
                </a:solidFill>
              </a:rPr>
              <a:t>as the first step in texture analysis</a:t>
            </a:r>
          </a:p>
          <a:p>
            <a:r>
              <a:rPr lang="en-US" dirty="0">
                <a:solidFill>
                  <a:srgbClr val="0070C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number of edge pixels </a:t>
            </a:r>
            <a:r>
              <a:rPr lang="en-US" dirty="0">
                <a:solidFill>
                  <a:srgbClr val="0070C0"/>
                </a:solidFill>
              </a:rPr>
              <a:t>in a fixed-size region tells us how busy that region is</a:t>
            </a:r>
          </a:p>
          <a:p>
            <a:r>
              <a:rPr lang="en-US" dirty="0">
                <a:solidFill>
                  <a:srgbClr val="0070C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directions of the edges</a:t>
            </a:r>
            <a:r>
              <a:rPr lang="en-US" dirty="0">
                <a:solidFill>
                  <a:srgbClr val="0070C0"/>
                </a:solidFill>
              </a:rPr>
              <a:t> also help characterize the texture</a:t>
            </a:r>
          </a:p>
        </p:txBody>
      </p:sp>
    </p:spTree>
    <p:extLst>
      <p:ext uri="{BB962C8B-B14F-4D97-AF65-F5344CB8AC3E}">
        <p14:creationId xmlns:p14="http://schemas.microsoft.com/office/powerpoint/2010/main" val="23993456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2C6B-199A-2346-8B87-B090AFBE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edge-based texture measures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74871B3C-2EE1-C648-A55F-1D47DD3E4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760220"/>
            <a:ext cx="567963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1. 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edgeness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per unit area</a:t>
            </a:r>
          </a:p>
          <a:p>
            <a:pPr eaLnBrk="1" hangingPunct="1"/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2. edge magnitude and direction histograms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E7863902-287D-614D-8C3E-06A7E8E8D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293620"/>
            <a:ext cx="7575550" cy="46672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altLang="en-US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edgeness</a:t>
            </a: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 |{ p |  </a:t>
            </a:r>
            <a:r>
              <a:rPr lang="en-US" altLang="en-US" sz="24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gradient_magnitude</a:t>
            </a: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(p) </a:t>
            </a: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2" charset="2"/>
              </a:rPr>
              <a:t> threshold}| / N</a:t>
            </a:r>
            <a:endParaRPr lang="en-US" altLang="en-US" sz="24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9AE0E065-AB21-5C4F-B568-ABC8B749D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979420"/>
            <a:ext cx="4520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</a:rPr>
              <a:t>where N is the size of the unit area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65C31107-C544-D145-B0C3-91BA78E32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122420"/>
            <a:ext cx="4023537" cy="46166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altLang="en-US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magdir</a:t>
            </a: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( </a:t>
            </a:r>
            <a:r>
              <a:rPr lang="en-US" altLang="en-US" sz="24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altLang="en-US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magnitude</a:t>
            </a: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4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altLang="en-US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direction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1CBEAB01-0B2B-754F-8A83-E308E7291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884420"/>
            <a:ext cx="703743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</a:rPr>
              <a:t>where these are the normalized histograms of gradient</a:t>
            </a:r>
          </a:p>
          <a:p>
            <a:pPr eaLnBrk="1" hangingPunct="1"/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</a:rPr>
              <a:t>magnitudes and gradient directions,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4095598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C3514-C4DD-4843-8082-502118564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AD837D57-C08E-A642-9F1A-8244AEA5C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752600"/>
            <a:ext cx="89950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</a:rPr>
              <a:t>     Original Image                          Frei-Chen                     </a:t>
            </a:r>
            <a:r>
              <a:rPr lang="en-US" altLang="en-US" sz="2400" dirty="0" err="1">
                <a:latin typeface="Times New Roman" panose="02020603050405020304" pitchFamily="18" charset="0"/>
              </a:rPr>
              <a:t>Thresholded</a:t>
            </a:r>
            <a:endParaRPr lang="en-US" altLang="en-US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</a:rPr>
              <a:t>                                                       Edge Image                   Edge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AE647-39E8-D844-A1BD-44DBA1656439}"/>
              </a:ext>
            </a:extLst>
          </p:cNvPr>
          <p:cNvSpPr txBox="1"/>
          <p:nvPr/>
        </p:nvSpPr>
        <p:spPr>
          <a:xfrm>
            <a:off x="6316980" y="6400800"/>
            <a:ext cx="423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 F_{</a:t>
            </a:r>
            <a:r>
              <a:rPr lang="en-US" dirty="0" err="1"/>
              <a:t>edgeness</a:t>
            </a:r>
            <a:r>
              <a:rPr lang="en-US" dirty="0"/>
              <a:t>} for different regions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64D221-F659-1242-B457-C43F6CEF5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03189"/>
            <a:ext cx="9860280" cy="339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621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8A9EA-3816-8B4D-A115-C1DBA25D3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binary pattern measure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58FBB7-D4B8-ED49-A4A1-32231A09E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52" y="1939888"/>
            <a:ext cx="5755243" cy="11406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1A42695-BCAA-554F-B4B5-DF458BAB8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697" y="4113440"/>
            <a:ext cx="3806155" cy="21851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845DB0-22FC-994B-AEBA-B63ADBBBC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708" y="1742110"/>
            <a:ext cx="5057486" cy="20641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ECD084-A81E-4642-BE6A-575A6E7B66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404" y="3950512"/>
            <a:ext cx="4632511" cy="26304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42BC28E-3C4A-0D45-90E6-45633451E1CD}"/>
              </a:ext>
            </a:extLst>
          </p:cNvPr>
          <p:cNvSpPr txBox="1"/>
          <p:nvPr/>
        </p:nvSpPr>
        <p:spPr>
          <a:xfrm>
            <a:off x="5614416" y="6581001"/>
            <a:ext cx="6658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credit: </a:t>
            </a:r>
            <a:r>
              <a:rPr lang="en-US" sz="1200" dirty="0">
                <a:hlinkClick r:id="rId7"/>
              </a:rPr>
              <a:t>https://www.pyimagesearch.com/2015/12/07/local-binary-patterns-with-python-opencv/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562093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DBAC5-EDF6-3B45-80E4-BADC1B18B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LBP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E7467D-809C-AF4F-924B-3DDB978702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195"/>
          <a:stretch/>
        </p:blipFill>
        <p:spPr>
          <a:xfrm>
            <a:off x="578224" y="1562423"/>
            <a:ext cx="9388288" cy="3742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538815-F775-0746-B89D-1A2E2B8AA0C2}"/>
              </a:ext>
            </a:extLst>
          </p:cNvPr>
          <p:cNvSpPr txBox="1"/>
          <p:nvPr/>
        </p:nvSpPr>
        <p:spPr>
          <a:xfrm>
            <a:off x="685800" y="5304865"/>
            <a:ext cx="7194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Color Image -&gt; Grayscale Image -&gt; LBP Mask -&gt; Normalized LBP Histogram 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D000CF-740B-294D-9979-496312848FD3}"/>
              </a:ext>
            </a:extLst>
          </p:cNvPr>
          <p:cNvSpPr txBox="1"/>
          <p:nvPr/>
        </p:nvSpPr>
        <p:spPr>
          <a:xfrm>
            <a:off x="4215653" y="6468035"/>
            <a:ext cx="7110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</a:t>
            </a:r>
            <a:r>
              <a:rPr lang="en-US" dirty="0">
                <a:hlinkClick r:id="rId3"/>
              </a:rPr>
              <a:t>http://hanzratech.in/2015/05/30/local-binary-patterns.html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9102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76BB-22E4-F642-A1A7-1AAD18FA1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Gray Level Co-</a:t>
            </a:r>
            <a:r>
              <a:rPr lang="en-US" dirty="0" err="1"/>
              <a:t>occurence</a:t>
            </a:r>
            <a:r>
              <a:rPr lang="en-US" dirty="0"/>
              <a:t> Matrix (GLCM)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1F677D3-7894-C847-A12A-04E3CAD9E3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72653"/>
                <a:ext cx="10515600" cy="3104310"/>
              </a:xfrm>
            </p:spPr>
            <p:txBody>
              <a:bodyPr/>
              <a:lstStyle/>
              <a:p>
                <a:r>
                  <a:rPr lang="en-US" dirty="0"/>
                  <a:t>Distribution of co-occurring pixel values (grayscale values, or colors) at a given offset</a:t>
                </a:r>
              </a:p>
              <a:p>
                <a:pPr lvl="1"/>
                <a:r>
                  <a:rPr lang="en-US" dirty="0"/>
                  <a:t>A distance </a:t>
                </a:r>
                <a:r>
                  <a:rPr lang="en-US" i="1" dirty="0"/>
                  <a:t>d</a:t>
                </a:r>
                <a:r>
                  <a:rPr lang="en-US" dirty="0"/>
                  <a:t>, and an angle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1F677D3-7894-C847-A12A-04E3CAD9E3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72653"/>
                <a:ext cx="10515600" cy="3104310"/>
              </a:xfrm>
              <a:blipFill>
                <a:blip r:embed="rId2"/>
                <a:stretch>
                  <a:fillRect l="-965" t="-3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B6D8D80-3618-154E-A95D-9DB8525B5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88" y="1293029"/>
            <a:ext cx="8884024" cy="13215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4278D8-4ED8-284B-A4C1-EB2323E68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046" y="3768429"/>
            <a:ext cx="3245224" cy="17127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1EC918-2B79-FC4B-9C33-16A6B5A8AC96}"/>
              </a:ext>
            </a:extLst>
          </p:cNvPr>
          <p:cNvSpPr txBox="1"/>
          <p:nvPr/>
        </p:nvSpPr>
        <p:spPr>
          <a:xfrm>
            <a:off x="871268" y="6435306"/>
            <a:ext cx="5612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Haralick</a:t>
            </a:r>
            <a:r>
              <a:rPr lang="en-US" dirty="0"/>
              <a:t> features -</a:t>
            </a:r>
            <a:r>
              <a:rPr lang="en-US" dirty="0">
                <a:sym typeface="Wingdings" pitchFamily="2" charset="2"/>
              </a:rPr>
              <a:t> contrast, correlation texture features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4828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2590D-FF87-584D-969E-BB19CE22A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GLCM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C713F-88A7-1E4F-830D-EE27DFE9B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009" y="1584508"/>
            <a:ext cx="4740040" cy="409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626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5831</TotalTime>
  <Words>1724</Words>
  <Application>Microsoft Macintosh PowerPoint</Application>
  <PresentationFormat>Widescreen</PresentationFormat>
  <Paragraphs>306</Paragraphs>
  <Slides>61</Slides>
  <Notes>3</Notes>
  <HiddenSlides>4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Arial</vt:lpstr>
      <vt:lpstr>Calibri</vt:lpstr>
      <vt:lpstr>Calibri Light</vt:lpstr>
      <vt:lpstr>Cambria Math</vt:lpstr>
      <vt:lpstr>Times New Roman</vt:lpstr>
      <vt:lpstr>Office Theme</vt:lpstr>
      <vt:lpstr>Equation</vt:lpstr>
      <vt:lpstr>Image Processing INT3404 20 Week 7: Feature extraction Edge, Line, Texture</vt:lpstr>
      <vt:lpstr>Schedule</vt:lpstr>
      <vt:lpstr>Recall</vt:lpstr>
      <vt:lpstr>Week 7: Feature extraction</vt:lpstr>
      <vt:lpstr>Edge detection</vt:lpstr>
      <vt:lpstr>What is an edge?</vt:lpstr>
      <vt:lpstr>Image gradient</vt:lpstr>
      <vt:lpstr>Gradient</vt:lpstr>
      <vt:lpstr>First-order and second-order derivatives</vt:lpstr>
      <vt:lpstr>Edge detection using derivatives</vt:lpstr>
      <vt:lpstr>Gradient of 2D discrete function</vt:lpstr>
      <vt:lpstr>Gradient of 2D image</vt:lpstr>
      <vt:lpstr>Gradient</vt:lpstr>
      <vt:lpstr>Various kernels used to compute the gradient</vt:lpstr>
      <vt:lpstr>Pixel Difference masks</vt:lpstr>
      <vt:lpstr>Pixel difference example</vt:lpstr>
      <vt:lpstr>Robert mask</vt:lpstr>
      <vt:lpstr>Robert mask example</vt:lpstr>
      <vt:lpstr>Prewitt mask</vt:lpstr>
      <vt:lpstr>Prewitt mask</vt:lpstr>
      <vt:lpstr>Sobel mask</vt:lpstr>
      <vt:lpstr>Sobel filter example</vt:lpstr>
      <vt:lpstr>Laplace gradient</vt:lpstr>
      <vt:lpstr>Laplace mask</vt:lpstr>
      <vt:lpstr>Laplace filter example</vt:lpstr>
      <vt:lpstr>Highboost filtering with Laplace</vt:lpstr>
      <vt:lpstr>Highboost filter example</vt:lpstr>
      <vt:lpstr>Gradient comparison</vt:lpstr>
      <vt:lpstr>More advanced edge detection</vt:lpstr>
      <vt:lpstr>Laplacian of a Gaussian (LoG)  (Marr-Hildreth algorithm)</vt:lpstr>
      <vt:lpstr>LoG gradient example</vt:lpstr>
      <vt:lpstr>LoG edge detection</vt:lpstr>
      <vt:lpstr>LoG edge detection example</vt:lpstr>
      <vt:lpstr>Canny edge detection</vt:lpstr>
      <vt:lpstr>Canny edge detection</vt:lpstr>
      <vt:lpstr>Canny edge detection example</vt:lpstr>
      <vt:lpstr>Line detection</vt:lpstr>
      <vt:lpstr>Example: Line fitting</vt:lpstr>
      <vt:lpstr>Difficulty of line fitting</vt:lpstr>
      <vt:lpstr>Fitting lines with Hough transform</vt:lpstr>
      <vt:lpstr>Voting</vt:lpstr>
      <vt:lpstr>Line planes</vt:lpstr>
      <vt:lpstr>Polar representation for lines</vt:lpstr>
      <vt:lpstr>Finding lines in an image: Hough algorithm</vt:lpstr>
      <vt:lpstr>Example of Hough transform</vt:lpstr>
      <vt:lpstr>Basic Hough transform algorithm</vt:lpstr>
      <vt:lpstr>Line detection example</vt:lpstr>
      <vt:lpstr>Line detection example</vt:lpstr>
      <vt:lpstr>Impact of noise on Hough</vt:lpstr>
      <vt:lpstr>Impact of noise on Hough</vt:lpstr>
      <vt:lpstr>Texture analysis</vt:lpstr>
      <vt:lpstr>What is texture?</vt:lpstr>
      <vt:lpstr>Aspects of texture</vt:lpstr>
      <vt:lpstr>Statistical approach to texture</vt:lpstr>
      <vt:lpstr>Some (simple) statistical texture measures</vt:lpstr>
      <vt:lpstr>Two edge-based texture measures</vt:lpstr>
      <vt:lpstr>Example</vt:lpstr>
      <vt:lpstr>Local binary pattern measure</vt:lpstr>
      <vt:lpstr>LBP example</vt:lpstr>
      <vt:lpstr>Gray Level Co-occurence Matrix (GLCM)</vt:lpstr>
      <vt:lpstr>GLCM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Processing INT3404 20 Week 7: Spatial filtering (cont)</dc:title>
  <dc:creator>NGUYEN DIEP</dc:creator>
  <cp:lastModifiedBy>NGUYEN DIEP</cp:lastModifiedBy>
  <cp:revision>15</cp:revision>
  <cp:lastPrinted>2020-10-15T07:08:13Z</cp:lastPrinted>
  <dcterms:created xsi:type="dcterms:W3CDTF">2020-10-14T10:18:36Z</dcterms:created>
  <dcterms:modified xsi:type="dcterms:W3CDTF">2021-11-05T03:25:37Z</dcterms:modified>
</cp:coreProperties>
</file>