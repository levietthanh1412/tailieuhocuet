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notesSlides/notesSlide2.xml" ContentType="application/vnd.openxmlformats-officedocument.presentationml.notesSlide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468" r:id="rId2"/>
    <p:sldId id="523" r:id="rId3"/>
    <p:sldId id="538" r:id="rId4"/>
    <p:sldId id="537" r:id="rId5"/>
    <p:sldId id="552" r:id="rId6"/>
    <p:sldId id="553" r:id="rId7"/>
    <p:sldId id="539" r:id="rId8"/>
    <p:sldId id="541" r:id="rId9"/>
    <p:sldId id="540" r:id="rId10"/>
    <p:sldId id="542" r:id="rId11"/>
    <p:sldId id="264" r:id="rId12"/>
    <p:sldId id="263" r:id="rId13"/>
    <p:sldId id="265" r:id="rId14"/>
    <p:sldId id="272" r:id="rId15"/>
    <p:sldId id="273" r:id="rId16"/>
    <p:sldId id="267" r:id="rId17"/>
    <p:sldId id="545" r:id="rId18"/>
    <p:sldId id="546" r:id="rId19"/>
    <p:sldId id="547" r:id="rId20"/>
    <p:sldId id="543" r:id="rId21"/>
    <p:sldId id="544" r:id="rId22"/>
    <p:sldId id="554" r:id="rId23"/>
    <p:sldId id="549" r:id="rId24"/>
    <p:sldId id="548" r:id="rId25"/>
    <p:sldId id="550" r:id="rId26"/>
    <p:sldId id="551" r:id="rId27"/>
    <p:sldId id="262" r:id="rId28"/>
    <p:sldId id="266" r:id="rId29"/>
    <p:sldId id="277" r:id="rId30"/>
    <p:sldId id="278" r:id="rId31"/>
    <p:sldId id="268" r:id="rId32"/>
    <p:sldId id="269" r:id="rId33"/>
    <p:sldId id="276" r:id="rId34"/>
    <p:sldId id="279" r:id="rId35"/>
    <p:sldId id="280" r:id="rId36"/>
    <p:sldId id="281" r:id="rId37"/>
    <p:sldId id="282" r:id="rId38"/>
    <p:sldId id="275" r:id="rId39"/>
    <p:sldId id="270" r:id="rId40"/>
    <p:sldId id="271" r:id="rId41"/>
    <p:sldId id="274" r:id="rId4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8FF"/>
    <a:srgbClr val="0015FF"/>
    <a:srgbClr val="7F8AFF"/>
    <a:srgbClr val="1E3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94"/>
    <p:restoredTop sz="94694"/>
  </p:normalViewPr>
  <p:slideViewPr>
    <p:cSldViewPr snapToGrid="0" snapToObjects="1">
      <p:cViewPr>
        <p:scale>
          <a:sx n="197" d="100"/>
          <a:sy n="197" d="100"/>
        </p:scale>
        <p:origin x="9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6.2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0 24575,'-6'94'0,"0"1"0,0-1 0,0 0 0,-1 0 0,1 0 0,2-8 0,-1-1 0,-1 0 0,0 0 0,0 0 0,0 0 0,0-1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6.2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 1 24575,'-14'77'0,"0"-1"0,0 1 0,0 0 0,-5 30 0,1-2 0,8-36 0,9-52 0,-1 20 0,4-40 0,-2-4 0,2 2 0,-2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6.6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 24575,'-3'25'0,"-4"4"0,2 28 0,-7 0 0,5 4 0,-3-3 0,7-21 0,-3 10 0,6 0 0,-6 13 0,3-9 0,1 0 0,0 1 0,0-1 0,4 36 0,1-60 0,1-1 0,-1-16 0,-1-6 0,-2-2 0,0-4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6.9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0 17484,'-6'39'0,"3"-8"3170,-2 15-3170,5-15 1216,-3 16-1216,3-15 640,0 2-640,0 15 2065,0-10-2065,0 29-6784,2-43 6784,-2 9 0,2-29 0,-2-2 0,2-6 0,1-9 0,-1 6 0,1-3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7.2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1 14636,'-14'61'0,"2"-13"4152,4 6-4152,5-18-5095,-3 2 5095,6-3-1840,-3-4 1840,3 3 1401,0-2-1401,0 7 0,0-9 0,0-1 4537,0-16-4537,0-7 6784,2-8-6784,1-7 0,1-3 0,1-6 0,-2 10 0,-1-1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7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0 24575,'-6'32'0,"0"28"0,2-18 0,-2 20 0,3-20 0,-3 13 0,2 0 0,2 24 0,4 1 0,0-26 0,3-11 0,-3-42 0,4-13 0,0-6 0,0 6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7.6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1 14018,'-11'73'0,"1"-10"4199,1 15-4199,3-26 0,4 1 0,0 0-4774,0 5 4774,2 17 2025,0-32-2025,2-28 2258,-2 8-2258,6-26 0,1-15 0,-2-1 16,11-33 0,-14 37 0,9-16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8.0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87 24575,'-9'55'0,"-1"0"0,-6 28 0,6-21 0,6-27 0,-5 19 0,5-14 0,-2 7 0,0 15 0,2-18 0,-1 35 0,4-45 0,1 11 0,0-37 0,4-6 0,-1-14 0,2-22 0,4-14 0,5-49-683,0 22 683,-5 16 0,-1 0 0,6-13 0,-4 0 0,0 0-6558,-1 7 6558,6-32 0,-15 76 0,2 12 0,-2 12 0,0 37-4080,-4 43 4080,0 6 0,0-35 0,0-2 4142,-4 20-4142,1 20 0,-3 1 0,0 3 0,5-40 0,-1 1 0,-5 44 0,0-10 0,7-43 0,-4 16 0,7-50 0,1-7 0,6-51 0,0 4 0,4-37 0,2-9 2246,-5 33 1,0-3-2247,3-18 0,1-10 0,-1 8-2771,0 8 1,-1 5 2770,2-8 0,-1 8 0,-1 8 0,-3 28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29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95 332 24575,'-12'88'0,"0"0"0,1-18 0,2-5 0,-5 29 0,4-33 0,6 1 0,-2 4 0,-1 17 0,3-23 0,-2-1 0,6-30 0,0-23 0,3-3 0,5-44 0,-1 7 0,7-21 0,1-6 0,3-6 0,7-27 0,3-3 0,-2 7 0,-5 21 0,3-11 0,-3 13 0,5-6 0,-5 10 0,-2 10 0,-10 36 0,-5 20 0,-10 25 0,4 2 0,-10 28 0,-3 9 0,0 3 0,-2 19-709,-3 2 1,1-4 708,11-27 0,-1 2 0,0-2-6315,4-10 6315,-5 22-4223,7-49 4223,0-8 0,1-11 0,5-21-2400,3-15 2400,0-8 2998,10-33-2998,-3 22 0,-1-4 0,0-3 4519,6-16-4519,5-22 0,0 0 0,-4 21 0,3-5 0,-2 13 0,-13 52 0,0 2 6757,-13 51-6757,0-4 0,0 29 0,-3 19 0,4 3 0,1 6 0,1 3 40,1-42 1,0-1-41,1 47 0,2-7 0,4-32 0,1 28 0,2-73 0,3-13 0,-3-30 0,5-19 0,3-5 0,1-12 0,5-17 0,-2 6-1501,1 7 1,0-2 1500,-1 0 0,3-10 0,0 0 0,-4 12 0,1 5 0,-2 6 0,4-17 0,-3 8 0,-7 22 0,-2 10 0,-10 41 0,-2 32 0,-2 2 0,0 17 0,-1 6-921,-6 12 921,3 7 0,1 1 1169,-1 4-1169,2 9 0,2 1 0,3-46 0,1-1 0,-1 40 0,2-2 0,2-13 0,2-5 0,5-63 0,2-29 986,0-17-986,13-53 0,-8 23-352,2-11 1,2-9 351,1 10 0,1-4 0,0-5 0,1-8 0,-1 7 0,2 3 0,-1 5 0,2-16 0,-4 21 0,-14 54 0,-5 27-5966,-8 27 5966,1 16-479,-5 1 479,-1 18 0,-1 8 0,1-12 0,0 4 0,-2 11 0,1 9 0,1-7 0,2-6 0,2-3-430,-3 21 1,1-4 429,8 10 0,-2-5 1468,3-38-1468,3-37 0,-1-34 0,14-39 0,-2-3 0,2-7 0,3-16 0,0 5-720,0 4 1,1-3 719,-7 4 0,2-12 0,-2 1 0,0 12 0,2 1 0,-1 4 0,-4-20 0,-3 10 862,0 28-862,-1 8 0,-7 34 0,-9 102 0,-1-39 2175,-1 35 1,-1 5-2176,-1-4 9,2-19 1,-1 11-1,2-10-9,5-19 0,1 1 0,-6 27 0,-1 12 0,3-14 0,6 15 0,0-10 0,3-8 0,2-37 0,6-6 0,-1-59 0,11-44 0,4-8-516,0-19 0,1-5 516,-8 39 0,0-3 0,3-15 0,4-17 0,-1 1 0,-3 14 0,-2 11 0,0 1 0,6-26 0,3-10 0,-5 21 2674,-6 23-2674,-2 13 0,-14 61 0,-5 34 0,-1 18 0,-4 15 0,-2 14 0,0 2-758,5-43 1,0-1 757,-7 48 0,1-6 0,7-36-86,2-6 0,0-2 86,2-12 2588,0 22-2588,3-54 0,3-5 0,-3-16 0,9-20 0,-7 22 0,4-11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0 24575,'-7'4'0,"-3"1"0,7-3 0,-1 2 0,0-2 0,4 2 0,-2 2 0,2-2 0,0 6 0,0-5 0,2 4 0,0-6 0,2 4 0,0-4 0,5 3 0,-3-4 0,9 0 0,-10-2 0,6-2 0,-6 0 0,4-4 0,-6-1 0,4-1 0,-6 1 0,1-1 0,-2 4 0,0-2 0,-2 3 0,0 3 0,-2 3 0,1 1 0,-1 2 0,2-2 0,0 3 0,0-1 0,2 1 0,0 1 0,0-1 0,2 0 0,0-4 0,2 1 0,0-4 0,2-4 0,-2-1 0,4-5 0,-3 2 0,-1-2 0,-2 4 0,-2-6 0,-2 4 0,-6-2 0,0 7 0,-8 1 0,8 2 0,-12 4 0,11-1 0,-15 11 0,15-8 0,-3 8 0,11-10 0,1 2 0,0-2 0,0 0 0,1-1 0,2 0 0,1-2 0,0 0 0,2-1 0,-3 0 0,1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3.7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 0 24575,'-28'11'0,"5"-1"0,25-8 0,0 0 0,2-2 0,0 0 0,-3 0 0,0 2 0,-3 0 0,0 4 0,2-1 0,-4 3 0,4-4 0,-2 2 0,2-2 0,0 0 0,0 0 0,2-2 0,0 0 0,4-2 0,0 0 0,1 0 0,5 0 0,-6 0 0,16-4 0,-15 1 0,8-5 0,-11 5 0,-1-2 0,-3 6 0,-4 1 0,-1 3 0,-1 1 0,2-2 0,0 0 0,2 0 0,-2-2 0,3 4 0,0-4 0,1 4 0,0-2 0,0 0 0,0 0 0,0-3 0,0-5 0,0-1 0,-2-1 0,1 2 0,-2 4 0,0-1 0,-1 6 0,0-1 0,0 3 0,1-3 0,0-2 0,0 3 0,1-4 0,0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6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184 0 24575,'-9'0'0,"1"2"0,2 1 0,-1 1 0,-2 2 0,-2-1 0,1 4 0,-15 9 0,13-4 0,-16 21 0,17-17 0,-11 33 0,12-21 0,-3 38-6784,11-32 6784,2 12 0,0 1 0,11 12 0,-5-5 0,16 4 0,-15-37 0,10 6 6784,-11-18-6784,2 3 0,-4-11 0,-2-1 0,0-7 0,-4 1 0,-2-8 0,1 8 0,-1-4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6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81 24575,'4'-4'0,"4"2"0,0-2 0,14 1 0,-5-2 0,22 0 0,-9-1 0,55-4 0,-46 3 0,47-4 0,-64 6 0,18 0 0,-28 0 0,5 1 0,-15 2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7.1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24575,'2'11'0,"-2"8"0,4-8 0,-3 10 0,3-9 0,-4 2 0,5 0 0,-5 5 0,2 2 0,-2 4 0,0-6 0,0 10 0,0-19 0,0 12 0,0-17 0,0 3 0,0-6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7.5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 24575,'0'-4'0,"0"0"0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7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202 0 24575,'-8'11'0,"6"-2"0,-8 2 0,5 0 0,-8 3 0,1 4 0,-9 6 0,7-4 0,-9 15 0,9-19 0,-4 17 0,11-22 0,-9 17 0,10-14 0,-12 16 0,13-18 0,-5 5 0,10-12 0,0-1 0,0-2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8.5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24575,'4'6'0,"1"1"0,3 6 0,-1-4 0,5 7 0,1 0 0,-3-1 0,12 14 0,-10-15 0,11 19 0,-16-22 0,6 8 0,-12-12 0,3-2 0,-4 0 0,0-1 0,1 0 0,0 1 0,1 0 0,-1 1 0,0-2 0,1-2 0,-2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39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24575,'4'7'0,"-2"-3"0,3 10 0,-3-6 0,3 11 0,2 12 0,-1-7 0,3 21 0,-3-22 0,6 28 0,-5-19 0,7 30 0,-7-27 0,5 36 0,-6-40 0,1 38 0,-2-41 0,-2 22 0,0-26 0,1 9 0,-1-20 0,3 5 0,-2-10 0,-1-4 0,-2-4 0,-1-5 0,0 1 0,2 0 0,-1 0 0,0 2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40.3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5 24575,'-4'-3'0,"-1"2"0,1 1 0,-2 0 0,1 0 0,-5 0 0,3 2 0,-7 0 0,4 0 0,-9 2 0,9-1 0,-15 5 0,12-1 0,-13 6 0,14-3 0,-7 6 0,11-5 0,-5 10 0,8-10 0,1 12 0,2-9 0,4 13 0,0-13 0,2 7 0,1-14 0,3 7 0,-1-6 0,8 11 0,-5-11 0,17 12 0,-14-11 0,28 9 0,-23-8 0,21-1 0,-19-5 0,8-4 0,-15-2 0,8-2 0,-13-3 0,11-14 0,-13 9 0,6-10 0,-9 15 0,0-2 0,-2 5 0,0 2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41.0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0 24575,'0'9'0,"-3"6"0,1-2 0,-3 3 0,0 5 0,3-8 0,-2 8 0,3 0 0,-3-5 0,3 12 0,-1-12 0,2 17 0,0-19 0,4 17 0,-3-22 0,5 3 0,-6-12 0,4-2 0,-2-2 0,2-3 0,4-3 0,-2 0 0,15-23 0,-10 13 0,18-25 0,-17 27 0,10-16 0,-14 23 0,5-20 0,-10 19 0,1-7 0,-2 7 0,-1 10 0,0-2 0,-3 14 0,2-1 0,-5 8 0,-2 26 0,3-18 0,-5 27 0,9-36 0,-5 16 0,5-17 0,-3 10 0,3-17 0,0 2 0,0-10 0,2 2 0,0-6 0,5 1 0,-3-1 0,2 0 0,1 0 0,10-19 0,-7 9 0,5-9 0,-13 17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41.6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20 24575,'0'15'0,"0"-1"0,0 3 0,0-4 0,0 9 0,0-11 0,0 18 0,-2-15 0,1 9 0,-1-11 0,2 2 0,2 7 0,4 1 0,3 7 0,-1-13 0,-2-2 0,-2-14 0,-4 2 0,2-6 0,-2-4 0,0 0 0,0-2 0,0 1 0,2-3 0,1-13 0,2 7 0,-1-9 0,5-4 0,-1 4 0,1-4 0,0 6 0,-4 12 0,1-2 0,-4 4 0,4 1 0,-5 3 0,6-1 0,-6 4 0,4 2 0,-3 0 0,6 4 0,-1-2 0,1 6 0,1-5 0,-3 6 0,-2-4 0,0 1 0,-4-2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44.1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162 216 24575,'-8'0'0,"0"0"0,2 2 0,-1 1 0,-2 1 0,0 1 0,-9 8 0,7-5 0,-10 18 0,11-14 0,-6 13 0,9-14 0,-4 12 0,6-10 0,-2 10 0,3-10 0,1 3 0,1-4 0,4-2 0,-2-1 0,6-1 0,-4-5 0,2 2 0,0-4 0,-2 0 0,5-3 0,-1-4 0,3 0 0,8-12 0,-6 9 0,9-12 0,-11 8 0,6-6 0,-7 6 0,2 0 0,-7 5 0,-2 7 0,-1-1 0,0 11 0,0-2 0,3 7 0,-3 12 0,4-4 0,-3 5 0,6 8 0,-3-17 0,6 11 0,-3-15 0,-2-7 0,0-1 0,-3-4 0,6-6 0,-1-1 0,10-11 0,-4 2 0,10-14 0,-7 9 0,14-20 0,-12 11 0,14-18 0,-19 19 0,7-7 0,-10-6 0,0 3 0,-4-3 0,-4 6 0,-2 17 0,2-5 0,1 5 0,3-9 0,-1 9 0,1-6 0,-3 18 0,-2-3 0,-1 8 0,-1 8 0,-7 19 0,2 0 0,-7 16 0,7-14 0,1 8 0,-5 4 0,5 0 0,-8 18 0,9-12 0,0 6 0,4-18 0,2-1 0,0-18 0,3 1 0,-1-12 0,0-3 0,2-9 0,-1 0 0,1-4 0,5-4 0,-3 4 0,17-20 0,-11 15 0,14-19 0,-14 21 0,13-19 0,-18 22 0,8-14 0,-15 23 0,0-1 0,-2 9 0,2 3 0,-2 8 0,2 9 0,-2-4 0,2 11 0,-1-16 0,5 4 0,-5-9 0,6-2 0,-5-5 0,8-2 0,-5-5 0,12-12 0,-10 7 0,13-21 0,-14 16 0,9-15 0,-9 14 0,8-17 0,-10 20 0,6-15 0,-10 28 0,4-5 0,-4 12 0,2 0 0,-2 3 0,0 20 0,2-17 0,0 23 0,3-27 0,5 18 0,1-21 0,11 13 0,-6-17-6784,27 7 6784,-23-9 0,31-11 0,-35 1 0,12-24 0,-23 19 0,2-19 0,-7 18 0,-5-25 0,2 22 6784,-7-23-6784,6 30 0,-3-11 0,4 15 0,-1-5 0,0 7 0,0-4 0,0 6 0,-4-6 0,1 4 0,-12-3 0,6 3 0,-11 3 0,9 1 0,-7 3 0,9-2 0,-10 7 0,9-2 0,-5 9 0,11-6 0,4 8 0,5-10 0,4 3 0,-2-4 0,13 4 0,-4-4 0,5 2 0,13-2 0,-17-4 0,35 1 0,-12-13 0,4 5 0,1-15 0,-27 10 0,2-6 0,-13 6 0,4-3 0,-6 5 0,2-3 0,-1 8 0,0 0 0,2 4 0,1-2 0,-3 4 0,1-2 0,-2 2 0,2 4 0,0-3 0,-1 11 0,0-8 0,1 15 0,-2-10 0,3 21 0,-4-19 0,0 10 0,0-18 0,0-5 0,2-3 0,0-3 0,6-8 0,2 1 0,10-13 0,-3 8 0,10-7 0,-11 7 0,18-9 0,-15 7 0,18-5 0,-26 13 0,4 8 0,-15 5 0,0 5 0,0 3 0,0 1 0,0 14 0,0-8 0,9 25 0,-7-26 0,14 19 0,-10-27 0,11 7 0,-10-13 0,5 2 0,-8-4 0,12-9 0,-9 3 0,24-24 0,-21 17 0,24-20 0,-25 16 0,20-14 0,-21 13 0,12-26 0,-17 26 0,1-9 0,-4 22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44.8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41 24575,'4'-4'0,"-2"0"0,0-2 0,-2 2 0,0-2 0,0 2 0,-2-1 0,0 3 0,-2-2 0,0 4 0,0-2 0,0 2 0,-2 0 0,-9 2 0,7-1 0,-4 1 0,10-2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45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24575,'4'-3'0,"11"-3"0,-4 5 0,13-3 0,3 1 0,-4 3 0,18-6 0,13 3 0,-9-3 0,39 0 0,-31 0 0,13 1 0,-30 1 0,-13 2 0,-18 2 0,-4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48.0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2357 24575,'0'-11'0,"0"-4"0,0-5 0,0-16 0,0-24 0,0-16-1742,-3 5 1742,0 11 0,-1-1-2139,-1-24 2139,3 13 0,-1-13 0,2 8-666,0 11 0,2 0 666,0-22 0,0-10 0,1 11 0,-3 27 0,3-3 0,4-10 0,4-19 0,3-7 0,-1 5 0,-3 17 0,0-3 0,0 2 0,6-11 0,3-17 0,1 5 0,-4 28 0,1 19 0,9-11 0,-17 53 694,-1 5-694,-5 21 0,-2 15 0,3 7 0,0 54 0,1 12 0,-2-50 0,0 4-482,2 18 1,1 17 0,1 1 0,-2-11 481,0 2 0,-1 0 0,1-11 0,0 9 0,1-1 0,-1-8 21,1 9 1,-1-3-22,-1-2 0,-1 5 0,1-9-2332,-1-18 0,0-2 2332,1 16 0,1 4 0,2 12 0,3-2-391,0-13 1,2-1 390,-2 6 0,1-4 2360,4 5-2360,-10-64 1566,-4-5-1566,2-13 0,-2-6 0,0-5 0,0-23 0,0 24 0,0-14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2.5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0 24575,'-3'4'0,"0"4"0,0-1 0,1 4 0,-2 0 0,1-2 0,1 4 0,-3-1 0,5 2 0,-4 19 0,3-1 0,-1 29 0,4-18 0,5 13 0,0 1 0,1-7 0,2 6 0,-1-3 0,-3-21 0,7 32 0,-4-34 0,2 27 0,-6-33 0,-1 10 0,-3-22 0,-1 5 0,0-12 0,-6-1 0,3-2 0,-1-2 0,2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3.0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0 137 24575,'6'-7'0,"4"3"0,1-5 0,7 1 0,-1-2 0,10-2 0,-2-2 0,19-1 0,-14 3 0,26-4 0,-30 9 0,8-4 0,-23 6 0,-5 1 0,0 2 0,-2 2 0,-1 0 0,-2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4.4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167 84 24575,'-4'-4'0,"-3"-3"0,3 4 0,-4-1 0,3 4 0,-1 0 0,-2 2 0,-2 1 0,-7 9 0,4-5 0,-6 11 0,11-10 0,-11 22 0,12-17 0,-10 28 0,13-26 0,-4 16 0,7-19 0,-1 9 0,4-10 0,0 5 0,3-6 0,3 6 0,-1-6 0,2 2 0,-3-8 0,1 0 0,-2-4 0,9 2 0,-9-4 0,11-4 0,-10-1 0,6-4 0,4-18 0,2-10 0,1 4 0,-5-7 0,-5 31 0,-6-11 0,3 12 0,-6-2 0,2 5 0,-2 7 0,0 5 0,0 4 0,0 2 0,-4 4 0,3-5 0,-3 16 0,4-15 0,0 10 0,0-11 0,3 8 0,0-10 0,3 5 0,-2-10 0,2-2 0,-3-2 0,7-4 0,-8-2 0,10-6 0,-6 3 0,3-3 0,2-14 0,1-12 0,1 3 0,0-10 0,-6 32 0,-3-11 0,-1 17 0,-1-8 0,-2 11 0,1-5 0,0 6 0,-1-2 0,-1 2 0,-2 1 0,0 6 0,-1 2 0,0 1 0,1 3 0,-1 7 0,2-5 0,1 16 0,2-14 0,7 13 0,-3-12 0,4 7 0,-7-14 0,6 15 0,-7-15 0,7 14 0,-6-15 0,0 6 0,0-6 0,-4 3 0,2-2 0,-10 2 0,7-2 0,-19 11 0,12-9 0,-8 7 0,9-13 0,-1 5 0,3-6 0,-1 2 0,4-2 0,1 0 0,3-2 0,3 2 0,3 0 0,-2-1 0,11 1 0,-4-5 0,14-1 0,0-7 0,8-7 0,-13 7 0,-4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4.9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0 22466,'-5'20'0,"-5"9"0,6-15 0,-4 13 0,6-10 1026,-1 17-1026,-3-8 354,3 30-354,1-27 180,4 22-180,1-28 549,9 25-549,-3-20 0,9 22 0,-9-31 0,2 6 0,-9-20 0,2 1 0,-4-6 0,2-2 0,-2-6 0,0 5 0,0-3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5.3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71 24575,'0'-6'0,"0"0"0,0 2 0,2-2 0,2 3 0,1-2 0,3 2 0,-1-1 0,14-1 0,0 3 0,2-2 0,3 3 0,-13-1 0,10 2 0,17-2 0,-17-1 0,24 0 0,-33-1 0,7 1 0,-14 1 0,0 0 0,-6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7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278 492 24575,'-12'-4'0,"-4"1"0,-4 1 0,-4 2 0,4 2 0,-6 5 0,12-1 0,-13 9 0,11-9 0,-24 29 0,23-20 0,-14 30 0,23-28 0,4 21 0,2-23 0,6 16 0,4-18 0,21 14 0,-10-13 0,48 6 0,-34-14 0,44-9 0,-35-2 0,51-30-914,-31 10 914,-1-7 0,-1-3 0,3-5-3241,-6-2 1,-4-2 3240,-10 2-249,2-11 1,-4-2 248,-17 8 0,-1-2 0,-4 1 0,-13 15 588,-3-21-588,-6 34 6527,-14-34-6527,8 35 777,-12-23-777,12 36 0,-1-3 0,3 8 0,-1 0 0,1 1 0,-3 9 0,0 0 0,-14 40 0,10-21 0,-12 38 0,15-36 0,-11 38 0,12-27 0,-9 44 0,15-44 0,0 26 0,1-40 0,3 12 0,2 7 0,8 1 0,-2-2 0,7-11 0,-9-26 0,5 4 0,-6-9 0,11-2 0,-8-3 0,8-5 0,-7 0 0,12-8 0,-7 2 0,25-15 0,-17 10-6784,34-15 6784,-35 18 0,26-4 0,-36 14 0,6 3 0,-13 4 0,-2 8 0,-2-2 6784,0 13-6784,0-10 0,0 18 0,2-14 0,1 8 0,-1-12 0,4-3 0,-3 4 0,4-5 0,-4 1 0,9-6 0,-9 0 0,11-4 0,-7 2 0,14-4 0,-7 1 0,15-2 0,-19 3 0,3-1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8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 1 24575,'-11'6'0,"0"1"0,4 2 0,-1 0 0,3-1 0,-2 4 0,2 0 0,0 2 0,1 0 0,-8 35 0,7-23 0,-4 34 0,9-40 0,2 11 0,0-17 0,9 18 0,-6-22 0,6 11 0,-7-17 0,6 2 0,-4-3 0,6 1 0,-5-4 0,-1 0 0,11-8 0,-9 2 0,13-18 0,-11 11 0,6-23 0,-8 16 0,3-31 0,-5 26 0,-1-18 0,-3 27 0,-4-1 0,2 14 0,-4 2 0,4 5 0,-2 8 0,2 3 0,0 11 0,0 3 0,2-4 0,-1-3 0,7 10 0,-4-16 0,13 27 0,-11-29 0,7 10 0,-7-22 0,0 2 0,3-4 0,1-6 0,-1 1 0,15-21 0,-10 15 0,29-17 0,-22 19 0,21-14 0,-25 9 0,9-20 0,-17 21 0,8-10 0,-12 18 0,3-1 0,-6 7 0,0 0 0,-2 5 0,0-2 0,0 6 0,0-2 0,0 2 0,2 6 0,1 10 0,3-3 0,-1 9 0,0-19 0,-1 3 0,-4-8 0,2-1 0,0-6 0,-2-2 0,2-5 0,-2-1 0,0-2 0,7-23 0,-4 15 0,13-29 0,-10 29 0,10-11 0,-9 12 0,9-4 0,-8 12 0,4-2 0,-8 10 0,2-2 0,0 8 0,4 4 0,-1 5 0,10 5 0,-11-7 0,14 8 0,-10-11 0,9 9 0,-11-11 0,1 1 0,-8-4 0,0-1 0,-3-2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3:59.6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125 1 24575,'-7'5'0,"1"-1"0,-2 10 0,3-7 0,-6 9 0,1 3 0,0 0 0,-7 19 0,6-17 0,1 12 0,-3 0 0,8-11 0,-4 13 0,7-13 0,2-4 0,0 1 0,2-4 0,-2-7 0,8 6 0,-5-11 0,5 3 0,-4-6 0,12-14 0,-7 7 0,15-22 0,-13 15 0,7-12 0,-10 8 0,5-12 0,-7 7 0,3-14 0,-6 19 0,-1-9 0,-2 19 0,0 2 0,0 6 0,4 8 0,-1 2 0,3 4 0,7 18 0,-3 0 0,13 29 0,-12-15 0,12 31 0,-12-29 0,0 21 0,-5-32 0,-4 31 0,-4-42 0,-6 37 0,1-50 0,-8 15 0,10-21 0,-9 1 0,6-6 0,-10 0 0,8-4 0,-5-4 0,8 1 0,-7-18 0,7 8 0,-4-18 0,9 14 0,-1-10 0,6 10-6784,20-23 6784,-6 19 0,43-35 0,-32 36 0,39-30 0,-41 32 0,18-14 0,-23 14 6784,13-6-6784,-13 8 0,27-17 0,-30 21 0,16-17 0,-24 23 0,4-12 0,-5 10 0,-2-13 0,-3 15 0,-4-14 0,2 15 0,-12-13 0,1 12 0,-6-5 0,6 8 0,-4-1 0,6 5 0,-18-2 0,14 2 0,-22 7 0,24 0 0,-13 17 0,15-12 0,-4 17 0,8-14 0,-4 17 0,7-11-6784,2 26 6784,3-24 0,5 17 0,-3-26 0,1 6 0,-3-13 0,-3-1 0,1-5 6784,-6 0-6784,8 0 0,2-4 0,3 1 0,6-5 0,-9 1 0,5-5 0,3-6 0,-4 3 0,4-6 0,-9 13 0,-4-2 0,0 10 0,-2-2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4:00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40 330 24575,'16'3'0,"0"-1"0,-1-2 0,8 0 0,-4-3 0,11 0 0,4-7 0,-5 1 0,29-13 0,-25 8-6784,34-20 6784,-40 17 0,23-29 0,-37 26 0,3-25 0,-18 30 0,-13-16 0,2 20 6784,-31-20-6784,11 22 0,-59-5 0,46 22 0,-35 5 0,52 4 0,-19 21 0,20-15 0,-5 25 0,19-24 0,7 14 0,7-18 0,15 19 0,0-20 0,20 17 0,-11-19 0,22 10 0,-24-15 0,23 3 0,-28-10 0,37 2 0,-35-2 0,35 0 0,-39-3 0,14-2 0,-5 0 0,0 0 0,1 0 0,5 2 0,-20-2 0,6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4:01.2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152 517 24575,'-7'0'0,"-1"0"0,-4 4 0,2 4 0,-1-1 0,2 10 0,1-3 0,-10 18 0,5-9 0,-10 36 0,11-26 0,2 12 0,3-10 0,6-18 0,-1 11 0,4-5 0,-1-7 0,7 6 0,-5-7 0,14 4 0,-11-10 0,12 3 0,-13-11 0,9-1 0,-9-5 0,12-10 0,-8-4 0,14-19 0,-11 11 0,20-51 0,-20 44 0,3-16 0,-2-2 0,-5 5 0,4-47 0,-8 42 0,1-37 0,-8 43 0,-7-40 0,-3 41 0,-7-22 0,7 36 0,-2-8 0,9 25 0,-3-5 0,7 13 0,0 3 0,2 8 0,0 3 0,0 6 0,0 16 0,0-5 0,0 42 0,0-22 0,3 51 0,-2-45 0,1 2 0,1-1 0,-3-5 0,4 9 0,0 1 0,0 0 0,6 29 0,-2-51 0,1 3 0,-3-26 0,-1 4 0,-2-14 0,-1-2 0,3-6 0,-2-1 0,2-2 0,1-4 0,2 3 0,19-15 0,-15 14 0,9-4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4:02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 1 24575,'-7'2'0,"-1"0"0,3 2 0,-3 1 0,5 3 0,-8 3 0,8 1 0,-13 15 0,9-3 0,-4 8 0,6-8 0,-1 29 0,1-27-6784,2 40 6784,3-45-3224,0 9 3224,4-18 0,1 3 0,0-5 0,1 1 0,-2-3 0,2-5 5187,-1 2-5187,1-5 0,6-4 0,-8 1 4821,13-26-4821,-10 12 0,14-25 0,-12 23 0,13-27 0,-15 20 0,6-30 0,-10 31 0,-3-20 0,-3 30 0,0-3 0,1 19 0,2 8 0,3 14 0,0 16 0,5 57 0,-1-35-230,-4 1 0,0-2 230,-1-13 0,-2 7 0,0-37 0,2-17 0,-1-4 0,0-5 0,3 4 460,1-2-460,1 3 0,0 3 0,-2-2 0,-1-4 0,0-1 0,-2-3 0,3-10 0,-3 9 0,-8-22 0,3 22 0,-8-11 0,7 16 0,-1-1 0,2 6 0,-10 0 0,2 4 0,-18 6 0,18 2 0,-15 6 0,16-6 0,-14 12 0,7-12 0,-12 17 0,13-14 0,-7 15 0,13-11 0,2 8 0,5-13 0,4 0 0,0-5 0,-2-3 0,3 0 0,-2-4 0,1 2 0,1-6 0,-2 2 0,2-4 0,1 3 0,1-2 0,3 4 0,-2-5 0,2 4 0,2-6 0,-3 5 0,1-6 0,-4 8 0,-2-2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4:14:04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96 423 24575,'2'5'0,"2"-1"0,-2 2 0,2-2 0,1 7 0,3 3 0,-2 3 0,5 8 0,-6-7 0,1 6 0,-1-11 0,-3 15 0,0-16 0,0 23 0,-1-23 0,-1 22 0,-1-20 0,-5 20 0,2-16 0,-5 12 0,4-20 0,-8 15 0,5-18 0,-6 11 0,5-11 0,-4-3 0,4 0 0,-3-4 0,5 0 0,-1 0 0,4 0 0,-2-3 0,3 0 0,-4-9 0,4 7 0,-1-11 0,0 8 0,1-16 0,-1 10 0,1-22 0,1 18 0,8-21 0,0 22 0,12-21 0,-7 20 0,13-23 0,-15 23 0,23-22 0,-18 25 0,34-24 0,-23 25 0,24-23 0,-25 24 0,14-14 0,-21 16 0,12-5 0,-14 9 0,14-7 0,-12 7 0,6-4 0,-2-3 0,-6-1 0,3-1 0,-6-7 0,-9 12 0,4-13 0,-6 11 0,3-14 0,-4 13 0,-6-21 0,2 18 0,-8-11 0,4 13 0,-7-5 0,7 10 0,-8 0 0,8 8 0,-15 12 0,11 2 0,-16 24 0,16-14 0,-10 20 0,12-22 0,-5 32 0,9-20 0,1 47 0,10-44 0,8 32 0,-2-44 0,30 34 0,-12-28 0,31 22 0,-25-31-6784,17 1 6784,-27-15 0,30-6 0,-32-6 0,19-12 0,-29 7 0,0-21 0,-11 17 6784,-2-35-6784,0 30 0,-4-17 0,1 27 0,1-2 0,-2 9 0,4-2 0,-2 4 0,2-1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9T03:10:24.5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24575,'0'9'0,"0"-2"0,0 0 0,0-3 0,0 3 0,1-1 0,0 2 0,0-3 0,-1-2 0,0-2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9T03:11:38.0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1 24575,'0'11'0,"-5"70"0,4-37 0,-3 41 0,4-47 0,-2-7 0,1 43 0,-1-29 0,4 35 0,-2-53 0,4 5 0,-4-21 0,2 0 0,-2-19 0,0 4 0,-3-24 0,-1-4 0,0 11 0,0-6 0,2 19 0,2-2 0,-2 1 0,6 19 0,-2-9 0,7 24 0,3-9 0,3 11 0,6-3 0,39-45 0,-33 19 0,26-40 0,-23 19 0,-20 13 0,16-9 0,-24 20 0,-2 2 0,0-1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9T03:11:33.6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110 0 24575,'-2'3'0,"0"-1"0,7 63 0,-3-41 0,3 52 0,-5-61 0,0 18 0,0-12 0,0 17 0,0-13 0,0 8 0,0-6 0,0-6 0,0 32 0,0-35 0,0 38 0,-2-39 0,2 8 0,-2-8 0,2-11 0,0 5 0,-2-12 0,0-2 0,0-5 0,-20-51 0,11 25 0,-24-50 0,20 52 0,-1-2 0,10 25 0,4 6 0,8 29 0,2-4 0,20 40 0,-11-31 0,34 42 0,-33-49 0,15 15 0,-26-31 0,-1-5 0,2-11 0,-4 4 0,6-15 0,-2-6 0,-1 8 0,4-9 0,4-7 0,-6 15 0,10-17 0,-12 26 0,2 0 0,2 5 0,-5 1 0,5-3 0,-9-1 0,1 1 0,-3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9T03:11:47.5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82 24575,'0'6'0,"0"-4"0,2-2 0,-2-4 0,9-12 0,-5 10 0,8-12 0,-6 8 0,0 1 0,0-6 0,-3 7 0,-3 4 0,-3 5 0,0 5 0,-3 19 0,3-16 0,0 16 0,3-19 0,1-5 0,0 0 0,2-5 0,-2 0 0,2-1 0,-3-1 0,2-1 0,-2 7 0,-5 3 0,2 2 0,-10 8 0,8-6 0,-5 6 0,8-7 0,1-7 0,1-1 0,0-5 0,2-7 0,-2 15 0,2-9 0,0 11 0,15-12 0,9 3 0,17-7 0,29 10 0,-12 1 0,30 6 0,-21 15 0,-16-5 0,0 20 0,-33-19 0,3 4 0,-9-8 0,-7-1 0,1 0 0,-2-3 0,-5-5 0,-4-15 0,1 4 0,-4-25 0,2 8 0,2-2 0,-4 5 0,6 19 0,-2 4 0,2 6 0,0 15 0,0-6 0,0 7 0,0-14 0,2-1 0,2-8 0,8-12 0,-1-6 0,1 3 0,-6 12 0,-4 13 0,-1 8 0,1-4 0,4-3 0,-4-9 0,4-3 0,-6-15 0,0 4 0,-10-13 0,-3 14 0,-1 4 0,-3 16 0,10-3 0,-4 15 0,9-16 0,-2 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9T03:11:51.3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1051 24575,'0'-18'0,"0"8"0,0-7 0,0-2 0,3-4 0,4-14 0,18-26 0,2 14 0,7-4 0,21-19 0,8-2 0,-17 24 0,2 1 0,6 0 0,20-10 0,8 2 0,-9 7 0,-13 13 0,-3 4 0,12-5 0,8 3 0,9 10 0,8 5 0,-12 3-3392,-32 4 0,2 1 3392,17-5 0,16-3 0,4 2 0,-10 6 0,23 9 0,-9 5-66,-29-5 1,5 2 65,15 8 0,16 6 0,2 2 0,-15 0 0,-7 1 0,2 6 0,-14-1 0,13 6 0,7 3 0,0 1 0,-7-2 0,-13-5 0,14 5 0,-2 2 0,-11 1 0,11 7 0,4 3 0,-8-2 0,-16-6 0,-12-2 0,-6-2 0,31 15 0,-4 0 0,-4 17 0,-35-33 0,17 31 0,-24-19 6719,-1 22-6719,-20-38 0,-2 4 196,-3-61-196,0 19 0,-2-36 0,3 18 0,0 5 0,6-48 0,-3 43 0,12-47 0,10 26 0,18-12 0,-8 18 0,10 12 0,7 4 0,33-5 0,-10 7 0,16-5 0,-3 3 0,-21 8 0,-1 4 0,8 1 0,19 0 0,11 2 0,2 3 0,-6 5 0,1 6 0,-5 6 0,3 4-1696,-8 3 0,3 3 0,-2 2 0,-7 1 1696,-8 0 0,-6 2 0,4 7-389,9 11 0,7 10 1,-3 1-1,-16-10 389,-15-10 0,-2 2-163,13 16 1,14 13 0,-5 0-1,-22-16 163,-19-7 0,12 26 0,-3 2 0,-24-21 5692,-2 20-5692,-6-30 2201,-11-12-2201,0-15 274,-2-12 0,2 4 0,-2-7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9T03:12:01.8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85 656 24575,'-4'-8'0,"-4"-12"0,-2-18 0,0-6 0,3-7 0,2-7 0,0 8 0,-2-2 0,-1 0 0,1 4 0,-5-18 0,11 57 0,2-1 0,6-15 0,4-6 0,5-8 0,-5 9 0,-3 13 0,-6 10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9T03:12:04.3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0 120 24575,'56'-10'0,"13"0"0,28-4 0,-36 8 0,-7-2 0,1-1 0,14 0-6784,-22 2 6784,21-6 0,-50 12 0,20-10 0,-23 8 0,14-4 0,-22 6 0,15-1 6784,-13 1-6784,34-1 0,3-1 0,22 3-6784,-22-3 6784,-5 3 0,-14 0 0,4 0 0,2 0 0,-16 2 0,-11 0 0,-6 2 6784,0 0-6784,-2 1 0,1-1 0,-2 4 0,1-1 0,0 1 0,0 3 0,2-3 0,0 0 0,0-2 0,0-1 0,0 1 0,0 5 0,0-3 0,0 1 0,0-4 0,0 1 0,0 2 0,0-2 0,0 2 0,0-4 0,0 1 0,0-3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8:55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1 426 24575,'4'-11'0,"-3"2"0,5-3 0,-2 3 0,1 1 0,3-1 0,-3 2 0,8-8 0,-3 6 0,23-19 0,-14 13 0,35-20 0,-28 17 0,29-12 0,-28 18 0,26-14 0,-25 12-6784,36-9 6784,-34 10 0,54-8 0,-50 11 0,52-10 0,-54 11 0,32-5 0,-33 8 6784,37-6-6784,-32 7 0,15-2 0,0 1 0,-5 2 0,50-1 0,-57 5 0,44-3 0,-33 3 0,47 0 0,-44 0 0,6 3 0,-1 0 0,-6 0 0,40 0 0,-53 3 0,44 3 0,7 0-6784,-10 1 6784,11 2 0,-5 0 0,-34-1-482,10 0 1,16 3 0,-10-2 481,18 4 0,6 0 0,17 4 0,-21-5 0,-19-4 0,18 4 0,-1 2-250,-25-6 250,-6-1 0,-1 1 0,3 3 0,2-1 0,0 1 0,9 2 0,25 11 0,-1-1 0,-22-8 2701,3 5 1,-4-1-2702,-30-12 2025,37 11-2025,-28-4 404,30 7-404,-35-10-6570,24 12 6570,-37-15 414,40 24-414,-49-24 18,50 32-18,-50-33 0,27 22 0,-32-23 0,15 13 0,-18-10 6784,17 7-6784,-22-11 0,6 0 0,-11-6 0,0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8:56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24575,'0'6'0,"2"3"0,3 0 0,3 5 0,-1-1 0,2 3 0,5 5 0,-4-7 0,12 12 0,-8-13 0,18 15 0,-7-7 0,16 8 0,-14-9 0,18 6 0,-22-12 0,12 4 0,-20-9 0,-4-2 0,-4 0 0,-5-3 0,-2 0 0,-2 2 0,-1-1 0,1 1 0,-2-2 0,2 2 0,-4 0 0,-1 1 0,-6 3 0,1 1 0,-16 8 0,12-5 0,-13 3 0,18-9 0,-13 2 0,13-3 0,-32 7 0,26-7 0,-28 12 0,23-12 0,-7 4 0,11-6 0,-8-2 0,16 1 0,-8-2 0,13 0 0,1 0 0,2-2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2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3.0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3.5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5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5.4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8:57.9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5468 0 24575,'-4'12'0,"1"-4"0,-1 0 0,-1 4 0,-2-2 0,-5 5 0,2-6 0,-8 7 0,2 0 0,-17 12 0,8-7 0,-36 23 0,29-26 0,-47 32 0,42-31 0,-38 20 0,39-23 0,-37 19 0,37-23 0,-17 13 0,23-14 0,-23 8 0,-2 2 0,4 0 0,-20 5 0,2-2 0,27-10 0,-36 10 0,40-12 0,-49 11 0,35-9-3392,-9-1 0,-2 0 3392,8 0-169,-7-2 1,1-2 168,13 1 0,-16 0 0,-3-1 0,-2 0 0,3 0 0,1 1 0,-7 1 0,13-3 0,2-1 0,-4 4 0,-15-5 0,-3 0 0,0 1-412,1-4 0,-1 1 412,1 2 0,22-5 0,2-1-490,-8 3 490,-8-3 0,0 0 0,1 0 0,-13 0 0,-5 0 0,30 0 0,0 0 0,-40 0 0,-1 0-234,37 0 1,1 0 233,-22-2 0,7 1 0,12 0 0,-2-2 0,-1 0 0,-12-1 0,6-1 0,1 0 0,1-3 0,-3 2 0,1 0 0,7-1 0,-7 0 0,0-1 0,6-3 186,8 2 1,0 0-187,0-2 437,-38-6-437,54 8 6136,-28-3-6136,36 2 1233,-51-13-1233,43 11 642,-36-17-642,55 20 81,-12-8-81,12 4 0,-8-2 0,12 4 0,0 1 0,14 6 0,0-2 0,5 3 0,0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8:58.8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344 1 24575,'-3'7'0,"-3"1"0,4-1 0,-9 4 0,6-4 0,-11 7 0,3-3 0,-3 3 0,-1 1 0,7-8 0,-17 11 0,12-11 0,-26 18 0,22-18 0,-11 10 0,19-10 0,-8 2 0,13 0 0,-16 3 0,13-6 0,-5 5 0,7-8 0,3 1 0,0-1 0,0 1 0,0 1 0,2 1 0,-2-2 0,3 2 0,0-2 0,1 2 0,0-2 0,0 2 0,1 1 0,2-3 0,-1 4 0,2-3 0,-4 2 0,8 7 0,-5-6 0,12 17 0,-9-14 0,15 28 0,-12-23 0,11 21 0,-7-12 0,5 17 0,-4-14 0,3 12 0,-6-22 0,2 10 0,1-3 0,2 7 0,-5-14 0,-3 2 0,-4-18 0,-4 2 0,2-4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7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24575,'7'0'0,"1"0"0,-1 2 0,2-1 0,0 5 0,0-5 0,0 7 0,6-1 0,-5 0 0,5 7 0,-8-6 0,3 11 0,-7-7 0,3 12 0,-6-11 0,-4 10 0,-2-4 0,-3 5 0,1-5 0,0 4 0,3-15 0,-5 8 0,6-9 0,-7 5 0,8-5 0,-7 3 0,7-6 0,0-1 0,3-4 0,2-5 0,-2 1 0,2-3 0,2-3 0,-3 5 0,3-3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8.1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1 24575,'-4'4'0,"0"2"0,1-4 0,-2 2 0,4 0 0,-7 5 0,3-4 0,0 5 0,-1-3 0,-1 10 0,4-6 0,-4 12 0,7-13 0,2 11 0,-1-11 0,3 6 0,-2-6 0,4 0 0,1-1 0,-1-5 0,0 4 0,12-2 0,-8 2 0,12 0 0,-12-6 0,13 3 0,-10-5 0,13 2 0,-17-2 0,8-1 0,-10 0 0,5-4 0,-9 0 0,0 0 0,-3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09.8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2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0 24575,'0'11'0,"-2"-2"0,0-1 0,-1-3 0,-1 3 0,4-3 0,-6 7 0,3-4 0,-8 19 0,3-12 0,-5 21 0,3-19 0,-2 14 0,5-20 0,-1 10 0,5-16 0,-5 11 0,5-8 0,-3 6 0,3-7 0,1-1 0,2-4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3.4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24575,'2'4'0,"4"0"0,-1 7 0,2-3 0,0 5 0,1 0 0,0-3 0,8 11 0,-7-10 0,11 14 0,-9-14 0,6 8 0,-9-13 0,-2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3.8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 24575,'0'6'0,"0"0"0,0-2 0,0 0 0,0 0 0,0 0 0,0 0 0,-2 6 0,2-5 0,-4 11 0,3-10 0,-3 14 0,4-11 0,-2 10 0,2-14 0,0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5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24575,'9'31'0,"-3"-5"0,-4-20 0,0 5 0,1-3 0,-1 5 0,2-4 0,-3 0 0,1-3 0,0-4 0,0 0 0,2-6 0,2-1 0,-1 0 0,1-1 0,2-3 0,-4 4 0,11-16 0,-11 13 0,10-13 0,-11 14 0,2-5 0,-4 7 0,1 0 0,-2 4 0,0 5 0,-2 1 0,1 3 0,-3-2 0,2 2 0,-1 4 0,1 15 0,0-6 0,2 18 0,-3-19 0,3 12 0,0-18 0,2 12 0,-1-16 0,3 19 0,-4-16 0,0 13 0,0-16 0,-6 3 0,5-6 0,-9 1 0,9-3 0,-13 1 0,8-4 0,-8 2 0,7-3 0,-1 0 0,4-2 0,0-2 0,2-1 0,0 0 0,2 0 0,0 0 0,-2-2 0,2 1 0,-2-1 0,2 2 0,0-2 0,0 3 0,0-1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5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0 24575,'0'7'0,"0"3"0,0-5 0,0 6 0,-2-6 0,1 1 0,-1 2 0,1-3 0,0 9 0,-1-8 0,0 8 0,2-7 0,-2 4 0,2-5 0,0 0 0,0-3 0,0-2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7.2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356 1 24575,'-7'4'0,"1"-2"0,2 0 0,0-2 0,0 0 0,0 0 0,0 2 0,0-2 0,-1 2 0,-1-2 0,2 0 0,-3 0 0,-3 0 0,4 0 0,-16 0 0,10 0 0,-5 2 0,3-2 0,-1 2 0,-4 0 0,-8 1 0,12 0 0,-6-1 0,16-2 0,-3 2 0,4-2 0,3 4 0,-2-4 0,2 4 0,-1-2 0,1 0 0,0 2 0,-1-2 0,2 4 0,0-1 0,0 1 0,0-2 0,0 8 0,0-1 0,0 8 0,0-5 0,0 10 0,0-10 0,0 16 0,0-13-6784,-2 48 6784,1-38 0,-4 22 0,0 2 0,3-20 0,-11 55 0,10-54 0,-8 45 0,5-35 6784,-2 36-6784,5-39 0,-6 29 0,8-41 0,-8 21 0,8-30 0,-5 17 0,5-19 0,-4 9 0,5-18 0,0 4 0,0-5 0,0 0 0,2-2 0,-1 0 0,2-1 0,-1 0 0,3-1 0,-1 1 0,1 0 0,2 0 0,6-1 0,-3 0 0,9-2 0,-11-2 0,9 0 0,-9 0 0,2-2 0,-3 3 0,-5-2 0,0 2 0,-2-1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8.8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34 24575,'2'-5'0,"-2"0"0,6 4 0,-3-2 0,3 2 0,0-1 0,-1 2 0,-1-1 0,6-2 0,-7 1 0,7-2 0,-6 4 0,0-2 0,-1 0 0,0 1 0,-1 0 0,1 4 0,0 2 0,0 4 0,3 3 0,-3-2 0,5 18 0,-4-13 0,5 44 0,-6-34 0,4 36 0,-6-37 0,3 16 0,-3-21 0,5 17 0,-5-15 0,6 35 0,-6-29 0,1 26 0,-2-34 0,2 20 0,-2-15 0,3 20 0,-6-18 0,3 15 0,-3-21 0,1 29 0,2-31 0,-2 28 0,2-32 0,0 14 0,-2-17 0,1 5 0,-1-9 0,2 5 0,0-5 0,-1-1 0,0-2 0,-1-2 0,1 0 0,-2 0 0,-1-2 0,-4 2 0,-1 2 0,-2 1 0,-2 1 0,6-4 0,-2 2 0,4-4 0,-4 4 0,5-2 0,-3 2 0,5-2 0,-2 2 0,-1-4 0,1 2 0,0 0 0,0-2 0,2 4 0,-2-4 0,4 2 0,-2-2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19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24575,'9'1'0,"1"0"0,-4 1 0,15 0 0,-6-1 0,24 1-6784,-15-2 6784,5 0 0,-7 0 0,-11 0 0,20 2 0,-19-1 0,14 1 0,-24-2 0,2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0.1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24575,'13'0'0,"-3"0"0,15 2 0,-11-1 0,10 1 0,-6 0 0,1-1 0,10 3 0,-6-3 0,17 1 0,-22-2 0,11 0 0,-23 0 0,1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0.8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 24575,'7'0'0,"-1"0"0,0 0 0,1-2 0,1 2 0,8-2 0,-3 2 0,32-2 0,-18 1 0,38-3 0,-37 3 0,14-3 0,-20 3 0,3-3 0,-9 3 0,1-1 0,-12 2 0,1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1.6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24575,'-2'8'0,"2"3"0,-4-2 0,3 2 0,-1-2 0,0 2 0,1-2 0,-3 12 0,4-8 0,-5 31 0,5-21 0,-5 19 0,5-23 0,-2 11 0,2-13 0,-2 18 0,1-19 0,-3 18 0,3-18 0,-1 8 0,2-14 0,-2 3 0,2-6 0,-2 5 0,2-8 0,-2 6 0,1-5 0,-2 7 0,2-7 0,-1 3 0,1-4 0,0 0 0,-1-4 0,2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3.4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462 47 24575,'-6'0'0,"0"0"0,2-1 0,-2 0 0,3-3 0,-5 4 0,5-2 0,-3 2 0,-4-2 0,4 2 0,-8-4 0,6 3 0,-8 0 0,5 1 0,-12-2 0,12 1 0,-6-1 0,8 0 0,-2 2 0,-17-2 0,-3-1 0,-3 1 0,8-1 0,14-1 0,-5 1 0,7 1 0,-10-2 0,13 5 0,-2-1 0,9 4 0,-2 4 0,2-2 0,-2 8 0,2-7 0,0 27 0,-2-15 0,-1 27 0,0-23 0,1 17 0,2-18 0,-2 29 0,1-19 0,-4 36 0,4-32 0,-6 44 0,4-49 0,-5 35 0,5-28 0,-2 20 0,2-19 0,0 13 0,1-31 0,0 25 0,1-29 0,-1 27 0,2-29 0,0 20 0,0-20 0,-2 13 0,1-15 0,-1 22 0,2-19 0,0 21 0,-2-19 0,0 62 0,-1-31 0,-1 29-6784,1-50 6784,1-15 0,0 0 0,2-1 0,0 8 0,0-7 0,-2 1 0,2-5 6784,-2 3-6784,4-6 0,4-1 0,3-6 0,1 0 0,7 1 0,-7-2 0,31 1 0,-19-1 0,28 2 0,-24 0 0,6-2 0,-15 1 0,-5-1 0,-10 0 0,0 2 0,-2-2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4.7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24575,'4'0'0,"0"0"0,0 2 0,0 4 0,2-1 0,-1 3 0,1-1 0,-2-1 0,0 0 0,-1 1 0,0 0 0,0 1 0,3 9 0,-3-5 0,1 17 0,-4-17 0,0 14 0,0-17 0,-2 11 0,0-15 0,-2 9 0,1-9 0,0 1 0,2-3 0,-1-4 0,2-2 0,2-1 0,-1-4 0,2 3 0,2-6 0,0 1 0,2 1 0,-3-2 0,4 2 0,-2 0 0,8-13 0,-8 11 0,11-15 0,-11 18 0,4-8 0,-8 11 0,0-3 0,-2 4 0,0 4 0,-2 2 0,1 3 0,-2 0 0,2-1 0,-2 2 0,2 1 0,-6 7 0,6-4 0,-7 10 0,6-10 0,-1 9 0,1-12 0,2 5 0,0-5 0,0 0 0,2 3 0,6 1 0,4 7 0,15-1 0,-10-5 0,18-2 0,-17-9 0,8 3 0,-9-4 0,-1-2 0,-10 0 0,1-1 0,-7 2 0,0 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5.9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24575,'0'7'0,"0"0"0,0-2 0,0 1 0,2 0 0,-1-1 0,1 3 0,-2 0 0,0 2 0,0 4 0,0-4 0,2 12 0,0-13 0,0 7 0,0-12 0,2 4 0,-2-3 0,4 2 0,-2-5 0,0 0 0,-1-4 0,2-3 0,-2-1 0,8-5 0,-5 3 0,6-2 0,-9 1 0,7-6 0,-5 5 0,6-8 0,-4 10 0,-3 2 0,-2 6 0,-2 6 0,0-1 0,2 15 0,-2-8 0,2 25 0,0-16 0,1 13 0,2-13 0,-2 3 0,1-3 0,-3-1 0,6 10 0,-6-4 0,5 5 0,-3-1 0,0-8 0,2 11 0,-5-14 0,2 16 0,-2-18 0,-5 16 0,3-22 0,-9 9 0,7-15 0,-7 4 0,6-6 0,-7 2 0,7-4 0,-6 3 0,6-4 0,-3 0 0,4 0 0,2-4 0,-2 2 0,4-3 0,-4 1 0,4-2 0,-4 0 0,3-13 0,-1 8 0,7-26 0,1 18 0,5-16 0,0 20 0,10-11 0,-3 11-6784,20-17 6784,-17 19 0,17-13 0,-22 21 0,13-13 0,-14 14 0,4-8 0,-9 7 6784,-4-1-6784,-5 2 0,-1 1 0,0 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7.7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45 24575,'6'0'0,"2"0"0,0-2 0,7-1 0,-3 1 0,7 0 0,-9 0 0,35-4 0,-26 1 0,34-5 0,-36 7 0,7-5 0,-16 8 0,-3-1 0,-5 5 0,0 12 0,0-4 0,-2 26 0,-1-17 0,-2 37 0,0-29 0,-3 57 0,4-43 0,-4 45 0,5-48 0,0 22 0,0-35 0,0 41-6784,2-40 6784,-4 25 0,4-26 0,-4 10 0,5-6 0,-5 21 0,5-28 0,-3 19 6784,3-24-6784,0 21 0,-2-22 0,0 18 0,-1-20 0,1 2 0,0-1 0,0 1 0,-2-1 0,1 2 0,1-12 0,2 7 0,-2-7 0,2 13 0,-2-6 0,0 8 0,2-11 0,-4 9 0,3-12 0,-1 8 0,2-8 0,-2 9 0,2-10 0,-2 6 0,2-9 0,0 5 0,0-4 0,0 7 0,0-7 0,0 9 0,0-8 0,0 8 0,0-9 0,-2 6 0,2-3 0,-2 4 0,2-5 0,0 3 0,0-6 0,0 4 0,0-4 0,-2 8 0,1-7 0,0 4 0,1-5 0,0 0 0,0 1 0,-2-1 0,-1-2 0,-1 1 0,-2-2 0,0 1 0,-3-1 0,3 0 0,-2 3 0,3-4 0,-2 4 0,2-4 0,-1 2 0,4 0 0,-4 0 0,4 0 0,-3 2 0,0-4 0,4 4 0,-6 0 0,4-2 0,-1 2 0,2-4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8.9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1 24575,'0'8'0,"0"1"0,0 0 0,-2 0 0,1 0 0,-3 6 0,-1-2 0,-6 18 0,0-13 0,-5 16 0,6-18 0,-11 18 0,7-15 0,-16 23 0,18-26 0,-5 9 0,15-17 0,-2-3 0,4 1 0,-2-8 0,2-2 0,0 1 0,0-3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29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24575,'6'15'0,"1"-4"0,0 2 0,1-4 0,-5 0 0,8 0 0,-8-2 0,14 12 0,-8-7 0,13 13 0,-12-13 0,21 17 0,-12-13 0,15 13 0,-17-16 0,4 0 0,-11-4 0,6 0 0,-10-3 0,1-2 0,-7-2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0.9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24575,'0'11'0,"0"-3"0,0 1 0,2-2 0,-1 1 0,1 1 0,-2 3 0,2 1 0,0-1 0,2 0 0,0-6 0,2 0 0,-2-4 0,8 0 0,-4-2 0,10-6 0,-8 1 0,7-4 0,-7 2 0,20-19 0,-16 15 0,15-21 0,-23 24 0,1-2 0,-6 6 0,2 2 0,-2 4 0,0 0 0,-1 6 0,-2 3 0,-4-1 0,2 14 0,-5-7 0,9 21 0,0-17 0,5 40-6784,0-34 6784,3 19 0,0-20 0,-3-4 0,10 26 0,-6-12 0,1 4 0,-5-15 6784,-11-18-6784,3 1 0,-7-4 0,0-4 0,1 2 0,-15-2 0,9 0 0,-31-4 0,29-2 0,-17-1 0,26 1 0,2 1 0,4-1 0,4-2 0,0 0 0,11-6 0,-3 8 0,22-12 0,-11 8 0,16-5 0,-20 7 0,6-4 0,-14 6 0,4-4 0,-8 7 0,-2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2.2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340 43 24575,'-8'-2'0,"-1"1"0,2-3 0,-1 4 0,1-4 0,-2 4 0,-2-5 0,-13 0 0,7 2 0,-20-4 0,20 3 0,-14 0 0,17 0 0,-13 4 0,16 0 0,-5 0 0,10 0 0,4 2 0,0 2 0,2 3 0,2 13 0,1-5 0,-1 12 0,1-9 0,1 26 0,0-12 0,2 39 0,-4-30 0,-2 30 0,0-28 0,-2 9 0,-1 1 0,1-1 0,-5 18 0,-2-2 0,7-24 0,-14 48 0,15-62 0,-6 22 0,3-7 0,-4 26 0,4-27 0,-6 34 0,7-56 0,-4 29 0,4-35 0,-2 15 0,3-13 0,-3 6 0,2-15 0,6-3 0,-1-6 0,7 0 0,4-4 0,0 3 0,13-3 0,-7 4 0,9-4 0,-12 3 0,5-2 0,-15 2 0,1-1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3.5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53 24575,'4'-4'0,"3"-1"0,-1 1 0,1 2 0,1-2 0,-1 1 0,0-1 0,8-1 0,-9 1 0,19-1 0,-16 1 0,14 0 0,-13 1 0,0 1 0,-4 6 0,-3-1 0,-1 6 0,0-5 0,-2 7 0,6 11 0,-5-5 0,6 30 0,-7-24 0,2 22 0,-2-23 0,3 21 0,-3-9 0,3 27 0,-3-18 0,2 37 0,-1-45 0,3 23 0,1 2 0,-4-14 0,3 9 0,1 0 0,-2-15 0,0 31 0,2-41 0,-4 27 0,3-34 0,-1 41 0,0-35 0,-1 28 0,-2-38 0,2 5 0,-1-12 0,1 7 0,-2-11 0,0 4 0,0-8 0,-2-2 0,-3 0 0,1-2 0,-3 0 0,3 0 0,-5 0 0,3 0 0,-5 0 0,6 0 0,-1 0 0,4-2 0,-2 2 0,2-2 0,-6 2 0,3 0 0,-8 2 0,7-2 0,-2 2 0,6-2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4.1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24575,'7'0'0,"5"0"0,1 0 0,16 0 0,-7 0 0,6 0 0,-2 0 0,-6 0 0,17 0 0,-19 0 0,8 0 0,-19 0 0,-1 0 0,-4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4.8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26 24575,'9'0'0,"-3"0"0,3 0 0,-3 0 0,3 0 0,0 0 0,5 0 0,-4 0 0,4 0 0,7-2 0,-6 0 0,5-1 0,-9-1 0,-6 4 0,1-2 0,-4 0 0,2 2 0,-4-4 0,4 4 0,-4-4 0,4 4 0,-2-2 0,2 2 0,-2 0 0,0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5.5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 24575,'5'-2'0,"1"0"0,0 2 0,3 0 0,3 0 0,0 0 0,5-3 0,13 1 0,-4-1 0,32 0 0,-19 3 0,28 0 0,-29 0 0,18-2 0,-29 2 0,10-3 0,-21 3 0,1 0 0,-11 0 0,-1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6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 24575,'0'6'0,"0"3"0,0-5 0,-2 5 0,1-3 0,-1 10 0,2-3 0,0 15 0,-2-8 0,1 39 0,-1-30 0,2 32 0,-2-35 0,-1 20 0,-3-12 0,1 14 0,2-18 0,0 17 0,3-25 0,0 21 0,0-26 0,0 14 0,0-20 0,0 11 0,0-16 0,0 7 0,0-8 0,0 3 0,0-8 0,0 4 0,0-6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8.3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295 0 24575,'-9'5'0,"3"-3"0,-2 0 0,1 0 0,-2-2 0,0 2 0,-9 0 0,4-1 0,-27 3 0,25-2 0,-31 1 0,29 1 0,-12-3 0,15 1 0,-2-2 0,9 0 0,0 2 0,4 0 0,3 2 0,0 0 0,1 6 0,-2-2 0,1 9 0,-1-7 0,2 14 0,0-14 0,2 22 0,-1-19 0,1 33 0,-2-24 0,0 21 0,0-22 0,0 19 0,0-13 0,0 21 0,0-22 0,0 15 0,0-18 0,-2 24 0,1-25 0,-1 27 0,2-27 0,0 24 0,2-25 0,-1 16 0,1-12 0,-2 20 0,0-13 0,0 16 0,0-28 0,0 11 0,0-13 0,0 22 0,0-13-6784,-2 30 6784,1-34 0,-1 27 0,2-35 0,0 22 0,0-17 0,0 16 0,0-17 6784,0 16-6784,0-20 0,2 21 0,-1-21 0,1 15 0,-2-17 0,0 8 0,0-11 0,0 8 0,0-10 0,0 7 0,-2-9 0,2 13 0,-2-12 0,0 12 0,1-13 0,-1 12 0,2-10 0,0 7 0,0-9 0,0 12 0,0-9 0,0 8 0,0-11 0,0 2 0,0-3 0,0 6 0,0-6 0,0 5 0,0-6 0,0 4 0,0-4 0,0 2 0,0-6 0,2 2 0,-1-8 0,0 3 0,1-1 0,2 0 0,-1 2 0,10-6 0,-9 5 0,10-5 0,-10 8 0,2-4 0,-4 2 0,2-1 0,-4 0 0,4 2 0,-2-1 0,2 1 0,0 0 0,0-1 0,0 2 0,2 0 0,-1 0 0,0-1 0,-2 0 0,-2-1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39.0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171 0 24575,'-2'11'0,"-3"0"0,2-4 0,-5 6 0,5-5 0,-7 9 0,5-8 0,-3 2 0,-17 29 0,12-23 0,-20 33 0,23-38 0,-5 10 0,6-13 0,0 2 0,5-5 0,0 0 0,2-4 0,2 0 0,-2-2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40.1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24575,'7'4'0,"1"1"0,-4 1 0,1-2 0,1 3 0,6 3 0,-6-3 0,12 9 0,-13-8 0,7 3 0,-8-6 0,4 5 0,-5-5 0,2 2 0,-3-3 0,2 0 0,-1 0 0,0-1 0,-1-2 0,2-1 0,-1 2 0,0 0 0,0 3 0,2-1 0,0 0 0,1 0 0,-2 0 0,0 0 0,0 0 0,-2 0 0,2-2 0,-2 2 0,2-2 0,-2 2 0,0-2 0,-2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40.5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0 24575,'0'9'0,"0"-2"0,0 1 0,-2-3 0,2 3 0,-2 1 0,2-2 0,-2 3 0,2-6 0,-6 8 0,5-4 0,-7 14 0,7-15 0,-3 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41.6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24575,'0'8'0,"0"-1"0,0 1 0,0-1 0,0 7 0,0-4 0,0 4 0,0 1 0,0-4 0,-2 22 0,1-19 0,-1 19 0,2-23 0,0 3 0,0-7 0,0-2 0,0 0 0,2-2 0,0-2 0,1-4 0,2 1 0,0-5 0,2 1 0,5-8 0,-6 4 0,14-14 0,-13 16 0,18-23 0,-18 20 0,9-11 0,-13 20 0,0-1 0,-1 8 0,1 8 0,1-1 0,3 10 0,1 1 0,6 11 0,-5-3 0,16 33 0,-16-34 0,11 28 0,-17-40 0,3 17 0,-5-14 0,-3 8 0,-1-13 0,-15 10 0,9-14 0,-25 15 0,21-18 0,-19 3 0,21-9 0,-12 0 0,13-4 0,-3 0 0,7-1 0,2-4 0,2 4 0,-2-9 0,4 7 0,-2-6 0,2 6 0,2-9 0,0 4 0,6-13 0,-1 14 0,2-15 0,-1 19 0,3-11 0,-4 8 0,5 0 0,-7 1 0,0 5 0,0 0 0,-3 2 0,0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42.1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0 24575,'0'11'0,"0"-3"0,0-2 0,-2 1 0,2-3 0,-4 5 0,-1 1 0,1-2 0,-5 12 0,4-11 0,1 8 0,0-10 0,4 0 0,-2-2 0,2-1 0,0-2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44.0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70 24575,'7'0'0,"-1"-2"0,3 2 0,-2-4 0,7 1 0,-2 1 0,6-5 0,-3 6 0,8-7 0,25-13 0,-28 13 0,19-6 0,-39 19 0,0 3 0,0 0 0,0-1 0,0 8 0,2-3 0,0 8 0,1-5 0,8 38 0,-7-30 0,8 34 0,-9-38 0,3 21 0,-2-13 0,3 25 0,-2-21 0,3 43 0,-4-42 0,3 50 0,-6-44 0,1 25 0,-2-32 0,3 37 0,-2-42 0,1 36 0,-4-42-6784,2 31 6784,-2-32 0,2 35 0,0-41 0,0 17 0,-3-11 0,3 5 0,-3-6 0,1 25 0,-1-25 6784,1 32-6784,-1-33 0,3 18 0,0-18 0,0 15 0,-2-15 0,2 8 0,-2-12 0,2 9 0,0-11 0,0 22 0,0-18 0,0 22 0,0-22 0,0 11 0,0-17 0,0 14 0,0-14 0,0 17 0,0-19 0,1 10 0,0-9 0,1 9 0,-2-5 0,0 8 0,0-8 0,0 10 0,2-10 0,-2 10 0,2-14 0,-2 5 0,0-8 0,0 4 0,0-4 0,0 1 0,0-2 0,0 0 0,0 0 0,0 0 0,0 0 0,0-4 0,-4-2 0,-1-1 0,-3-1 0,-1 4 0,4 2 0,-5 0 0,5 3 0,-12-1 0,7-1 0,-5 0 0,9-2 0,2 2 0,0-2 0,4 1 0,-2-2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1:59:52.2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0:08.9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0:52.6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94 110 24575,'-2'7'0,"2"-1"0,-4-4 0,1 2 0,-1-4 0,0 2 0,0-2 0,-1 0 0,1 0 0,-2 0 0,-2-2 0,-1 2 0,2-4 0,-2 3 0,6-3 0,-3 2 0,6-2 0,-6-7 0,5 6 0,-5-6 0,6 7 0,-2 0 0,2 0 0,0-1 0,0 1 0,0 0 0,0-1 0,2 1 0,0 0 0,0 0 0,4-3 0,-3 2 0,6-1 0,-4 1 0,1 1 0,-2-1 0,0 1 0,1 2 0,-1-2 0,0 3 0,0 0 0,1 1 0,-1 0 0,0 0 0,0 0 0,0 0 0,1 0 0,-1 0 0,0 0 0,-2 1 0,2 2 0,1 1 0,0 3 0,4 5 0,-4-1 0,1 3 0,-2 4 0,-3-6 0,1 3 0,-2-8 0,0-3 0,0 2 0,0-1 0,-2 1 0,2-1 0,-4-3 0,2 0 0,-1 0 0,0-2 0,0 2 0,1 0 0,-2-2 0,2 2 0,-3-2 0,1 0 0,0 0 0,-1 0 0,1-2 0,2 0 0,-2 0 0,1-4 0,-1 3 0,-1-6 0,1 4 0,0-1 0,1 1 0,-1 3 0,4-2 0,-2 2 0,0-1 0,2 0 0,-2 0 0,2-1 0,0 0 0,0-1 0,0 1 0,0 0 0,0-1 0,0 1 0,0 0 0,0 0 0,0-1 0,2 3 0,-2-2 0,4 2 0,-2-3 0,2 1 0,-1 0 0,1 2 0,-2 0 0,2 0 0,3 3 0,-5 0 0,4 3 0,-3 0 0,-1 3 0,2 0 0,-3 2 0,1-2 0,-2 2 0,0-4 0,0 1 0,-2-2 0,1 0 0,-3-1 0,2-1 0,0 0 0,-2-2 0,-1 2 0,0 0 0,-1-2 0,4 2 0,0-2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0:58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18 115 24575,'-3'-7'0,"-3"-4"0,4-1 0,-3 1 0,3 3 0,2 4 0,0 0 0,0-3 0,0 2 0,0-1 0,2 1 0,-2 1 0,4-2 0,-1 1 0,-1-2 0,2 3 0,-2 2 0,1-2 0,0 3 0,0-1 0,3 2 0,-1 0 0,1 2 0,-2 1 0,-2 1 0,4 0 0,-5 0 0,7 3 0,-7 0 0,4 0 0,-4-2 0,0 1 0,1-3 0,-2 8 0,0-4 0,0 3 0,0-1 0,-2-5 0,1 3 0,-2-3 0,2 0 0,-1 0 0,0-1 0,0-1 0,0 0 0,-2-2 0,1 2 0,-1 0 0,0-2 0,0 2 0,-1-2 0,1 0 0,2-2 0,-2 2 0,1-6 0,-1 1 0,-1-3 0,1 2 0,1 2 0,1-1 0,1 1 0,0-2 0,-1 1 0,2-2 0,0 3 0,0 0 0,0-1 0,0 1 0,0 0 0,0 0 0,0-1 0,2 3 0,-1-2 0,2 4 0,-2-4 0,3 1 0,-2 1 0,2-2 0,3 4 0,-3-2 0,3 2 0,-3 0 0,0 4 0,3 1 0,-2 7 0,2 0 0,-4 1 0,-1-2 0,-2-1 0,0-3 0,0-3 0,0-2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2:23.1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 14 24575,'-5'2'0,"-3"1"0,0 1 0,-2 1 0,1 0 0,2-1 0,3 0 0,0 1 0,1-1 0,1 0 0,0 0 0,2 0 0,-2 1 0,2-1 0,0 0 0,0 0 0,2 0 0,0 1 0,2-3 0,1 2 0,4-2 0,-4 1 0,6-1 0,-6-2 0,2 0 0,-3-2 0,0 2 0,0-4 0,-1 1 0,0 1 0,0-2 0,1 2 0,-2-2 0,2 1 0,-4-1 0,4 0 0,-1-1 0,1-1 0,-2-1 0,2 0 0,-3 0 0,1 0 0,-2 3 0,0 0 0,0-1 0,-2 3 0,2-2 0,-4 4 0,3-4 0,-3 4 0,2-4 0,-2 3 0,-1-1 0,1 2 0,0 0 0,0 0 0,-1 0 0,1 0 0,2 2 0,-2-1 0,3 2 0,-2-2 0,2 3 0,-3-4 0,4 4 0,-4-4 0,4 4 0,-4-3 0,3 2 0,-3-2 0,4 3 0,-2 0 0,2 1 0,0 1 0,2-3 0,-2 0 0,4 2 0,-3 0 0,3-1 0,-2-2 0,2-2 0,1 0 0,-1 0 0,0-2 0,0 0 0,0 0 0,1-5 0,-1 5 0,-1-5 0,-2 3 0,-1-1 0,0 1 0,0 0 0,-1 0 0,-2 1 0,1-1 0,-2 4 0,2-2 0,-3 2 0,1 0 0,0 0 0,1 0 0,2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2:29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38 24575,'-7'0'0,"3"2"0,0-2 0,2 4 0,-2-2 0,1 3 0,-1-1 0,4 0 0,-4 0 0,4 0 0,-2 1 0,2 4 0,0-4 0,0 12 0,0-9 0,2 15 0,0-16 0,3 6 0,-3-15 0,2 0 0,0-3 0,1 1 0,1-1 0,-3 1 0,1 0 0,-2 0 0,2-1 0,-2 1 0,2 2 0,-1-2 0,-1 1 0,2-1 0,-4 0 0,2 0 0,0-1 0,-2-5 0,2 4 0,-2-7 0,0 8 0,-2-1 0,2 1 0,-2 1 0,0 0 0,0 1 0,-3 0 0,1 0 0,0 1 0,-1 0 0,-4 2 0,2 0 0,-3 0 0,4 0 0,-1 0 0,2 0 0,-1 0 0,1 2 0,1 0 0,0 2 0,1 0 0,0 1 0,2-1 0,-1 0 0,2 0 0,0 1 0,0-1 0,0 0 0,0 0 0,2 0 0,-1 1 0,5 1 0,-3 1 0,8 0 0,-5 0 0,3-4 0,-3 1 0,1-4 0,2 2 0,0-2 0,1 0 0,-1-2 0,-2 0 0,2-3 0,-4-2 0,3 2 0,-5-1 0,4-4 0,-7 5 0,2-4 0,-2 2 0,0 3 0,-2-5 0,2 4 0,-4-2 0,2 3 0,-3 0 0,-1-1 0,1 1 0,-2 2 0,3-2 0,-2 1 0,-2 1 0,-1 0 0,0 2 0,2 0 0,-2 0 0,-1 0 0,3 0 0,-2 0 0,4 0 0,-1 2 0,3 0 0,-3 5 0,5-3 0,-3 5 0,3-4 0,-1 4 0,2-5 0,0 5 0,0 1 0,0-3 0,0 4 0,2-6 0,1 2 0,1-1 0,0-3 0,3 1 0,-2-4 0,1 0 0,3-2 0,4-1 0,3-2 0,-3 0 0,-6 0 0,-5 1 0,-2 0 0,0 0 0,-2 1 0,0 1 0,-3 2 0,1 0 0,-3 0 0,3 0 0,-3 0 0,3 0 0,1 0 0,2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2:57.6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82 24575,'-5'4'0,"0"0"0,2 0 0,-1 1 0,2-1 0,0 0 0,0 2 0,1-1 0,-1 2 0,2-1 0,0-1 0,2-1 0,-2 0 0,4-1 0,-1 1 0,1 0 0,0 0 0,2 1 0,-1-3 0,2 2 0,-3-4 0,0 2 0,0-2 0,3 0 0,-3 0 0,3 0 0,-1-2 0,-3 0 0,3-1 0,-5-1 0,2 2 0,-2-2 0,1-1 0,0 1 0,-2 0 0,2 0 0,-2-1 0,0 1 0,0 0 0,-2-3 0,0 2 0,-3-1 0,1 2 0,-1-1 0,-1 1 0,-10-6 0,-7 0 0,2-1 0,-12 3 0,15 3 0,-7-1 0,10 3 0,3 1 0,5 2 0,0 2 0,3 0 0,2 2 0,-2 3 0,3 0 0,-3 2 0,3 0 0,-1-2 0,2 2 0,0 3 0,2-1 0,1 4 0,1-8 0,3 4 0,3-3 0,12 8 0,-2-8 0,8 3 0,-3-5 0,7 0 0,6-3 0,-4 0 0,-8-3 0,-11-5 0,-6 0 0,-4-2 0,0-2 0,-5 2 0,0-2 0,0 2 0,0 1 0,0 1 0,0 1 0,0 0 0,-2-1 0,-1 1 0,-3 0 0,-1-1 0,-5 0 0,-4-2 0,-2 1 0,2 1 0,-7-3 0,6 7 0,-2-6 0,4 6 0,8-1 0,0 4 0,5 0 0,-2 1 0,4 0 0,-2 5 0,0-3 0,1 6 0,0-6 0,1 4 0,0-2 0,1 0 0,2-1 0,1 1 0,5-2 0,8 2 0,5-2 0,6-2 0,4 0 0,-2-3 0,-5 0 0,-8-4 0,-10 1 0,-5-4 0,-2 1 0,-2-4 0,-3 0 0,-6-8 0,3 10 0,-7-7 0,5 9 0,-11-1 0,5 4 0,-3 0 0,2 6 0,4 0 0,-2 2 0,5 1 0,3 2 0,2 1 0,3 0 0,0-2 0,2 0 0,0-3 0,1-2 0,2 0 0,1-2 0,2 0 0,-1 0 0,4 0 0,-2-2 0,0-3 0,-2-2 0,-3 0 0,-4-2 0,-3 2 0,-2-2 0,0 2 0,-5 2 0,2 3 0,-2 2 0,2 2 0,1 3 0,4 4 0,0 6 0,3 1 0,2-1 0,5 0 0,0-3 0,7 1 0,-2-3 0,0-5 0,-1-3 0,-2-2 0,2 0 0,0-5 0,0 2 0,-2-3 0,2 1 0,-4-1 0,2 1 0,-5-2 0,0 3 0,-2-1 0,0-1 0,0 1 0,-2-4 0,-3 2 0,-2-2 0,-5-1 0,0 3 0,-6-1 0,2 3 0,-5 2 0,6 1 0,-1 2 0,4 0 0,5 0 0,3 2 0,2 0 0,2 3 0,0-1 0,0 0 0,0 0 0,2 3 0,0-2 0,3 3 0,4-3 0,1 2 0,8-2 0,-5-2 0,7-1 0,-7-2 0,3-4 0,-7 1 0,-4-3 0,-3-1 0,-2 0 0,-3-2 0,1 2 0,-5-2 0,0 2 0,0 2 0,1-1 0,1 5 0,1 1 0,0 7 0,1 6 0,1 1 0,4 6 0,3-7 0,6 5 0,2-5 0,-1-5 0,6-4 0,-5-4 0,5-4 0,-3-7 0,-4 0 0,-1-5 0,-5 4 0,-2 2 0,-1 1 0,-2-2 0,0 3 0,-2-4 0,-1 3 0,0 2 0,-3 0 0,3 3 0,-8-3 0,1 1 0,-5-1 0,0 2 0,-14-6 0,11 4 0,-13-4 0,20 8 0,-1 0 0,8 3 0,1 2 0,2 1 0,-1 1 0,1 2 0,-1 1 0,2 3 0,0 1 0,0-1 0,3 7 0,1-6 0,4 6 0,4-4 0,-1-1 0,1-3 0,-3-3 0,6-6 0,-5 2 0,10-2 0,-9 0 0,1 0 0,-5-2 0,-3 0 0,-2-2 0,2-3 0,-3 2 0,1-3 0,-2-2 0,0 2 0,0-3 0,0 6 0,0-1 0,-4-1 0,1 2 0,-4-1 0,1 1 0,1 1 0,-4-1 0,4 1 0,-1 2 0,2-2 0,-1 3 0,-1-1 0,-1 2 0,0 0 0,0 0 0,3 2 0,-1 1 0,3 1 0,-2-2 0,4 4 0,-2-1 0,0 4 0,1-2 0,-1-2 0,2-3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2:50.4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126 54 24575,'0'6'0,"0"0"0,0-1 0,-2-3 0,1 2 0,-1-2 0,6 6 0,-1-2 0,3 2 0,-2-4 0,3-1 0,-3-2 0,2-1 0,-1 0 0,-1 0 0,0 0 0,-2-1 0,2 0 0,-2-3 0,1 2 0,0-2 0,-2-1 0,3 1 0,-4 0 0,2-3 0,0 2 0,-2-5 0,2 5 0,-2-3 0,-2 3 0,2 1 0,-4 2 0,4-2 0,-4 4 0,3-4 0,-2 3 0,0-1 0,-1 2 0,0 0 0,-1 0 0,1 0 0,2 2 0,-2-1 0,3 2 0,-1 0 0,2 1 0,-1-2 0,0 2 0,-1-2 0,2 3 0,0-1 0,0 0 0,0 0 0,0 0 0,2-1 0,0-1 0,3-2 0,-1 0 0,0 0 0,0-2 0,0-1 0,-1-1 0,-1 0 0,0 1 0,-2 0 0,2-2 0,-2 0 0,0-4 0,0 5 0,0-3 0,0 3 0,-2 1 0,1 0 0,0 0 0,-1 1 0,-1 0 0,-1 0 0,0 2 0,-1-2 0,1 2 0,0 0 0,0 2 0,-1-2 0,3 4 0,-2-4 0,2 4 0,-1-2 0,0 3 0,2-1 0,-3 0 0,4 2 0,-2-1 0,0 4 0,1-4 0,-1 1 0,2-2 0,0 3 0,2 0 0,-1 0 0,5 1 0,-3-3 0,3 2 0,-1-3 0,-1 0 0,0-2 0,2 2 0,-1-3 0,2 1 0,-3-2 0,0 0 0,-2-2 0,2 0 0,-2-3 0,1 1 0,1-2 0,-4-2 0,2-1 0,-2-3 0,0 0 0,-2-1 0,0 2 0,-1 3 0,-1 4 0,2 0 0,-5 1 0,0-1 0,0-1 0,-2 3 0,0-2 0,-1 3 0,-2-1 0,0 2 0,2 0 0,-4 0 0,4 0 0,-5 0 0,5 0 0,-4 2 0,6-1 0,-1 3 0,5-2 0,2 2 0,0 1 0,0-3 0,1 2 0,-1-2 0,2 2 0,0 0 0,0 1 0,2-3 0,-1 0 0,1-2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2:52.6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1 24575,'-5'4'0,"3"0"0,-2 0 0,4 0 0,-4 1 0,4-1 0,-2 0 0,0 0 0,1 0 0,-1 1 0,2-1 0,0 2 0,0-1 0,0 2 0,0-3 0,2 0 0,1 0 0,1 0 0,-2 1 0,4-1 0,-3-2 0,3 2 0,-1-3 0,-1 1 0,0-4 0,0 1 0,1-5 0,-3 3 0,0-3 0,0 3 0,-2 0 0,2 0 0,-2-1 0,0 0 0,0-1 0,0 1 0,0 0 0,-2 1 0,2 0 0,-4 2 0,2-3 0,-7 2 0,3-1 0,-3 1 0,5 0 0,0 2 0,-1-2 0,1 2 0,0 0 0,0 0 0,1 2 0,1 0 0,2 2 0,-2 0 0,2 5 0,-2-3 0,2 5 0,0-4 0,2 2 0,1 3 0,3-4 0,0 1 0,0-5 0,0-1 0,1-2 0,5-3 0,-2 0 0,0-3 0,-4 0 0,-2 1 0,1 0 0,-3 0 0,0-1 0,-2 3 0,0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3:00.1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58 24575,'-2'5'0,"2"0"0,-2-2 0,2 1 0,2-2 0,0 0 0,2-2 0,3 2 0,-2-1 0,3 1 0,-1-2 0,0 0 0,0 0 0,-3 0 0,2-3 0,-3 1 0,1-2 0,-2 1 0,-1-1 0,1 0 0,-2-1 0,0-2 0,0 1 0,0 1 0,0-1 0,-2 1 0,1 1 0,-3 0 0,2 1 0,0 0 0,-2 0 0,1 1 0,-1-2 0,-2 4 0,1-4 0,-4 3 0,4-1 0,-1 2 0,1 0 0,1 0 0,0 0 0,0 0 0,-1 0 0,3 2 0,0 1 0,0-1 0,2 2 0,-2-2 0,2 2 0,0 0 0,0 1 0,0 1 0,0 1 0,2 2 0,-2-2 0,4 0 0,-1-1 0,-1-1 0,2 1 0,-3-5 0,0 0 0,-1-3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06.7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98 12 24575,'-2'5'0,"2"0"0,-2-2 0,2 3 0,0 1 0,0 5 0,0-4 0,0 3 0,2-2 0,1 4 0,2-3 0,-3-1 0,2-5 0,6 1 0,-1-3 0,3-2 0,-3-8 0,-4-3 0,-1 0 0,-1 2 0,-3 4 0,0-1 0,0 1 0,0-4 0,-3 2 0,3 0 0,-4 1 0,1-4 0,-1 7 0,-1-6 0,3 7 0,-2-2 0,2 1 0,-3 0 0,-1 2 0,-3 1 0,1 1 0,0 5 0,3-3 0,1 5 0,1-3 0,1 4 0,2-2 0,0 2 0,0-2 0,0 0 0,2 2 0,1-6 0,1 6 0,3-7 0,0 1 0,2-1 0,3-7 0,-4 0 0,-1-5 0,-5-2 0,-4 3 0,-1-3 0,1 5 0,-5-2 0,4 4 0,-3-2 0,-1 3 0,3 2 0,-3 0 0,3 0 0,0 1 0,1 1 0,-1 2 0,4 3 0,-2 1 0,2 1 0,0 0 0,0 0 0,0-3 0,2 5 0,1-4 0,1 6 0,1-6 0,-1 2 0,2-5 0,-1 0 0,2-2 0,-5-2 0,2 1 0,-4-2 0,2 0 0,-2-3 0,-2-4 0,1 2 0,-5-5 0,3 7 0,-9-5 0,-1 5 0,-3 1 0,-5 3 0,11 2 0,-7 0 0,7 2 0,-1 3 0,4 0 0,5 1 0,2-2 0,0 3 0,2 0 0,0 0 0,3-1 0,-1 1 0,5 0 0,-1 0 0,4 0 0,0-4 0,-3-1 0,3-2 0,-5-2 0,-2 0 0,-1-3 0,-4-1 0,2 1 0,-2-4 0,0 4 0,-2-1 0,2 2 0,-4 1 0,1 1 0,1 4 0,-2 0 0,4 5 0,-2 0 0,2 2 0,0-2 0,0 0 0,0-3 0,2-2 0,0 0 0,2-4 0,0 0 0,1-5 0,2-2 0,0-1 0,0-2 0,-2 5 0,-5 2 0,0 3 0,-2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12.9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123 11 24575,'0'7'0,"0"-1"0,0-2 0,0 1 0,0-1 0,0 2 0,0-1 0,0 4 0,3 0 0,1 1 0,1 0 0,2-4 0,-3-2 0,0-1 0,-1 0 0,0-2 0,0-1 0,-1-3 0,2 1 0,-2-2 0,3 0 0,-3-1 0,2-2 0,-4 1 0,2 1 0,-2-4 0,0 4 0,-2-1 0,0-1 0,-3 0 0,-2-2 0,2 2 0,-3 0 0,3 5 0,-4-2 0,4 3 0,-4-1 0,5 2 0,-1 2 0,1 2 0,4 1 0,-5 4 0,5-2 0,-2 0 0,2 2 0,0-2 0,2 2 0,0 0 0,3 0 0,2 0 0,2 1 0,1-3 0,2 0 0,0-2 0,-2-2 0,4-1 0,-6-2 0,1-2 0,-7 0 0,0-3 0,-2-1 0,0-1 0,0-3 0,-2 1 0,-3-3 0,-3 2 0,-6-2 0,5 5 0,-8-1 0,7 3 0,-5 0 0,0 3 0,5-1 0,-1 3 0,6 0 0,-2 0 0,3 2 0,0 1 0,-1 3 0,-1 1 0,0 2 0,0 0 0,3-2 0,-1 0 0,4-3 0,-2 3 0,2-3 0,0 3 0,2-3 0,0 2 0,5-1 0,-2 2 0,3-2 0,-3-3 0,6 0 0,-5-2 0,3 0 0,-3-2 0,-1-1 0,-1-1 0,-2-3 0,-2 3 0,0-3 0,0-2 0,0 4 0,-4-7 0,1 5 0,-3 0 0,-7-5 0,6 6 0,-7-4 0,7 6 0,-5-1 0,2 2 0,0 1 0,4 2 0,1 0 0,3 2 0,-2 5 0,1 0 0,1 5 0,-1-3 0,8 6 0,-2-4 0,5 3 0,-2-4 0,14 0 0,-3-2 0,14-2 0,-11-4 0,0-2 0,-7-2 0,-4 0 0,-4-3 0,-3 1 0,-2 0 0,0-1 0,0 1 0,0 0 0,-2-1 0,2 1 0,-4 2 0,1-4 0,-1 5 0,-3-8 0,-2 6 0,-10-4 0,7 4 0,-7 5 0,11 3 0,-2 5 0,3-1 0,5-2 0,0 2 0,2-2 0,0 0 0,1-1 0,2 1 0,1-5 0,8 5 0,2-7 0,-2 3 0,-3-3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19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38 24575,'-7'2'0,"3"0"0,2 3 0,2-1 0,2 0 0,-2 0 0,4-1 0,-2 0 0,3-2 0,-1 1 0,0-2 0,0-2 0,0 1 0,-1-3 0,0 2 0,0-2 0,-1-1 0,0 1 0,0 0 0,-2 0 0,2-3 0,-4 4 0,0-3 0,0 4 0,-6-3 0,7 1 0,-7 2 0,6 0 0,-3 2 0,1 0 0,0 0 0,-1 2 0,3 0 0,-2 2 0,4 1 0,-2-1 0,2 0 0,0 0 0,0 0 0,2 1 0,-2-1 0,4 0 0,-2-2 0,3 2 0,-1-2 0,5 5 0,-4-4 0,6 2 0,-6-5 0,2 0 0,-5-2 0,0-1 0,0-1 0,-2 0 0,2-1 0,-2-1 0,0 1 0,-4-6 0,1 5 0,-4-3 0,2 5 0,1 0 0,0 1 0,1 0 0,0 2 0,0-1 0,1 2 0,0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21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24575,'0'6'0,"1"0"0,0-1 0,1-1 0,-2 0 0,0 2 0,0-1 0,4 4 0,-3-4 0,5 1 0,-4-2 0,2 1 0,3 1 0,0-3 0,0 1 0,4-4 0,-5 0 0,3 0 0,-5-2 0,0 2 0,-2-4 0,2-1 0,-3 0 0,1-1 0,-2 2 0,-2-3 0,-1 2 0,-1-1 0,0 1 0,-1 3 0,1-2 0,0 4 0,-3-2 0,0 2 0,0 0 0,1 2 0,3 2 0,1 1 0,2 2 0,0-3 0,2-2 0,-1 2 0,2-4 0,0 2 0,3-2 0,-1 0 0,1 0 0,-3-2 0,-3 0 0,-3-2 0,-1 1 0,0 1 0,-1 2 0,1 0 0,0 0 0,1 2 0,2-1 0,1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22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6 24575,'-19'-3'0,"6"1"0,4 4 0,7 0 0,-2 2 0,4 0 0,-2 1 0,2-1 0,0 0 0,0 5 0,0-4 0,0 9 0,0-6 0,2 1 0,0-2 0,2-3 0,0 0 0,1-1 0,-3-3 0,2-3 0,-4-1 0,2-3 0,0 3 0,-2-3 0,2 3 0,-4-3 0,2 2 0,-4-1 0,3 2 0,-3 1 0,2-1 0,-2 4 0,-1-2 0,11 4 0,-6-3 0,10 2 0,-10-3 0,2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24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58 24575,'0'6'0,"0"0"0,0-2 0,0 1 0,0-1 0,0 0 0,2 3 0,-1-3 0,3 3 0,0-3 0,1-1 0,1-1 0,1-2 0,-4-2 0,3-3 0,-6 0 0,5-6 0,-7 3 0,-1-9 0,-2 6 0,-8-6 0,3 6 0,-6-1 0,1 6 0,5 0 0,1 5 0,5-1 0,1 4 0,0 1 0,2 1 0,-3 0 0,4 2 0,-2-1 0,2 4 0,0-4 0,0 1 0,0-2 0,2-1 0,0 3 0,1-3 0,1 1 0,-4 0 0,2-4 0,-2 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26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11 24575,'0'6'0,"2"0"0,-2-1 0,4-1 0,-1 2 0,1 1 0,0 0 0,3 2 0,0-6 0,2 3 0,-2-5 0,0 1 0,-5-4 0,0-1 0,-2-3 0,0 1 0,-2-4 0,-1 2 0,-3-2 0,1 2 0,-4 0 0,4 3 0,-2-1 0,3 3 0,0 0 0,1 0 0,0 2 0,0-2 0,-1 4 0,0-2 0,1 4 0,-3 0 0,5 1 0,-3 2 0,4-3 0,0 2 0,2 1 0,1 0 0,1-2 0,2-1 0,-1-2 0,4 1 0,-2-1 0,0-4 0,-3-1 0,-2-1 0,0 0 0,-1 1 0,1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27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9 24575,'-7'0'0,"1"0"0,0 0 0,1 2 0,-4 2 0,6 1 0,-3 4 0,5-5 0,-1 5 0,2 1 0,3 2 0,1 0 0,4 0 0,-1-3 0,7 1 0,-6-2 0,12-3 0,-11-3 0,3-2 0,-8-2 0,-2-5 0,0-1 0,-4-9 0,-3 6 0,-6-6 0,-8 0 0,-4 2 0,-3-2 0,1 11 0,4 1 0,-1 5 0,6 0 0,2 2 0,8 1 0,2 1 0,4 0 0,0 1 0,0-1 0,2 0 0,-1 0 0,1-1 0,-2-2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28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24575,'0'6'0,"0"1"0,0-3 0,0 0 0,0 0 0,0 0 0,-2 1 0,1 1 0,-1 1 0,2 2 0,2 1 0,1-1 0,2 0 0,2 3 0,-2-5 0,1 1 0,-1-8 0,-3-3 0,2 1 0,-4-4 0,4 1 0,-1-7 0,-1-1 0,1 1 0,-6 0 0,1 3 0,-3 1 0,1 4 0,0 2 0,-1 2 0,1 2 0,0 2 0,1 1 0,-1 2 0,4-3 0,-2 0 0,2 0 0,0 1 0,2-3 0,-2 0 0,2-2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29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53 24575,'-12'0'0,"2"0"0,2 2 0,5 0 0,-2 3 0,5-1 0,0 0 0,0 0 0,2-1 0,1-2 0,1-1 0,5 0 0,-1 0 0,3-2 0,-4 0 0,-2-2 0,-3-1 0,-2-4 0,-5-1 0,-3-6 0,-2 6 0,-3 0 0,-1 5 0,-2 3 0,0-1 0,-4 5 0,11-1 0,-3 3 0,10-3 0,0 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31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9 24575,'-7'-4'0,"-2"1"0,4 1 0,-1 6 0,3-1 0,1 8 0,2 2 0,2 3 0,3 2 0,1-6 0,0-2 0,4-6 0,-5-2 0,6-2 0,-1-2 0,3-6 0,-1 0 0,-2-4 0,-3-3 0,-4 5 0,-1-5 0,-2 8 0,-2 2 0,2 1 0,-4 4 0,2-2 0,-2 2 0,-1 0 0,1 2 0,0-2 0,1 2 0,1-2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32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24575,'0'17'0,"0"-2"0,0-3 0,2 5 0,4 0 0,2 5 0,-1-9 0,0-4 0,-3-7 0,1 0 0,1-4 0,-1-3 0,4-5 0,-6-5 0,4 2 0,-9-4 0,3 9 0,-5-1 0,0 2 0,-6 2 0,0 0 0,-2 3 0,3 2 0,0 2 0,2-1 0,2 3 0,3-4 0,2 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0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24575,'0'6'0,"0"3"0,0 3 0,0-1 0,0 1 0,0-3 0,2 0 0,1-1 0,4 6 0,-2-11 0,0 2 0,-4-7 0,-1-3 0,0 1 0,0 0 0,-2-3 0,0 2 0,-1 1 0,1 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36 24575,'2'5'0,"2"-3"0,-4 2 0,4 0 0,-1 1 0,1 6 0,1 0 0,2 1 0,-2 2 0,4-1 0,-1-3 0,1-1 0,-2-6 0,-2-3 0,-3-5 0,-2-7 0,0-4 0,-3-6 0,-2 4 0,0 0 0,-11 2 0,5 3 0,-8 2 0,7 6 0,2 3 0,2 4 0,3 0 0,-4 7 0,6-5 0,-2 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2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24575,'0'6'0,"0"0"0,0 1 0,0 0 0,0 5 0,3 3 0,-1-4 0,6 8 0,2-4 0,4 1 0,-5-3 0,-1-8 0,-7-7 0,1-1 0,-2-9 0,0 2 0,0-5 0,0 0 0,-5-3 0,0 5 0,-5-2 0,-2 10 0,-1 1 0,-5 4 0,3 5 0,-1-2 0,4 6 0,5-4 0,3 1 0,2-2 0,2-1 0,0-1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3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24575,'3'6'0,"1"3"0,0-2 0,3 2 0,3-2 0,-1 0 0,3-5 0,0 0 0,3-6 0,-5-1 0,5-8 0,-9-2 0,2-4 0,-6 3 0,-4-2 0,-1 9 0,-2-3 0,1 5 0,-1 2 0,1 3 0,0 2 0,-1 2 0,1 0 0,0 3 0,0-1 0,1 0 0,1-2 0,2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13 129 24575,'2'4'0,"2"1"0,-2-3 0,2 2 0,0-4 0,5 0 0,2-5 0,4-3 0,-3-4 0,-2 2 0,-5-5 0,-6-3 0,-9-2 0,-3-3 0,-3 7 0,2 6 0,6 5 0,-3 3 0,8 4 0,-4 5 0,7 3 0,-5 3 0,5 1 0,-2-6 0,2 3 0,0-6 0,0 1 0,0-4 0,0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6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14 24575,'-2'-7'0,"-1"3"0,-1 4 0,0 2 0,1 5 0,2 0 0,1 7 0,0-3 0,0 3 0,1-7 0,4 2 0,2-6 0,2 1 0,0-8 0,4-4 0,-3-5 0,0-2 0,-3 5 0,-4-2 0,-1 5 0,-2 0 0,-2 4 0,1 2 0,-1 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7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24575,'0'6'0,"0"0"0,0 1 0,2 0 0,0 2 0,5 0 0,0 3 0,6 1 0,2 0 0,-1-3 0,3-4 0,1-7 0,-4-4 0,4-5 0,-12-5 0,-2-1 0,-4-5 0,-2 6 0,-3-3 0,0 8 0,-4-2 0,1 9 0,-1-1 0,2 4 0,-2 2 0,2 1 0,0 4 0,0 2 0,3-1 0,1 3 0,1-8 0,2 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8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57 24575,'-4'6'0,"1"1"0,1 0 0,2 5 0,2-2 0,1 5 0,2-5 0,1-1 0,-1-5 0,6-1 0,-3-1 0,7-9 0,-7 1 0,4-9 0,-4-4 0,-2 5 0,-1-3 0,-8 2 0,-4 1 0,-7-2 0,-5 5 0,-3 6 0,6 3 0,-4 2 0,10 2 0,-3 0 0,9 1 0,2-1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49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24575,'-3'7'0,"-1"2"0,3 1 0,-1 0 0,2 4 0,2-4 0,-1 1 0,3-5 0,-4 0 0,4-6 0,-2 2 0,3-2 0,4-2 0,1 1 0,2-5 0,2 0 0,-6-3 0,-1-1 0,-5 1 0,-2 0 0,0 2 0,-1 2 0,0 1 0,-3 4 0,4 0 0,-4 0 0,-1 4 0,-2 1 0,0-2 0,3 3 0,2-4 0,2 0 0,0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34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24575,'-9'4'0,"0"1"0,3 1 0,3-1 0,-3 3 0,5-3 0,-1 2 0,6-1 0,-1-1 0,4 4 0,-1-7 0,1 5 0,3-7 0,-3 2 0,-1-4 0,-4 0 0,0-2 0,-2-1 0,0 1 0,-2 0 0,0-3 0,-3 0 0,-2-2 0,2 2 0,1 0 0,2 5 0,2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35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24575,'-3'7'0,"1"-1"0,1-2 0,0 0 0,-1 0 0,2 1 0,0-1 0,0 0 0,2 0 0,-1 0 0,4 1 0,-2-1 0,4-1 0,-3-2 0,0-1 0,0-1 0,-1-2 0,-1-1 0,0 2 0,-2-2 0,-2-1 0,-3 0 0,-5-4 0,5 4 0,-1 1 0,4 2 0,-3 2 0,3 2 0,0 0 0,2 0 0,0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36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24575,'0'9'0,"0"-2"0,0 4 0,0-4 0,0 5 0,5 3 0,1 1 0,1-2 0,1-3 0,-2-4 0,-1-4 0,1 1 0,-2-6 0,1 0 0,-3-3 0,4-1 0,-3-1 0,2 0 0,-1-2 0,-4 4 0,0-2 0,-2 5 0,-2 0 0,1 2 0,2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38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24575,'-4'3'0,"2"0"0,-2-2 0,1 7 0,1-4 0,0 5 0,2-5 0,0 0 0,0 1 0,0-1 0,1-2 0,0 2 0,3-4 0,-4 4 0,4-3 0,-2 0 0,2-2 0,3-4 0,-2 0 0,1-4 0,-3 4 0,1-3 0,-4 3 0,0-2 0,-2 5 0,0-2 0,-2 4 0,-3-2 0,-3 2 0,-8 0 0,4 0 0,4 2 0,6-2 0,4 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09:34:39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24575,'0'10'0,"0"-2"0,0-2 0,0 1 0,2 3 0,9 5 0,-3-4 0,11 7 0,-9-10 0,0-2 0,-6-7 0,0-5 0,-3 1 0,1-6 0,-2 3 0,-2-4 0,1 5 0,-3 2 0,4 1 0,-4 4 0,2-2 0,-1 2 0,1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0 24575,'-29'68'0,"12"-25"0,-14 23 0,11-30-8503,-7 10 8503,9-18 1719,-7 13-1719,8-23 0,-14 26 0,11-22 0,-14 19 0,19-26 6784,-6 10-6784,16-18 0,-1 5 0,4-10 0,0 6 0,0-9 0,2 4 0,0-5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24575,'7'9'0,"-1"-2"0,-1 3 0,1-4 0,-1 5 0,4-2 0,-2 0 0,5 6 0,23 32 0,-11-23 0,19 32 0,-26-39 0,8 9 0,-8-7 0,9 7 0,-7-9 0,2 8 0,-10-14 0,6 7 0,-11-8 0,7 1 0,-9-7 0,1 2 0,-4-5 0,-1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1 223 24575,'4'-5'0,"0"1"0,6-4 0,7-6 0,19-7 0,-1 0 0,-2 5 0,-4 5 0,-13 4 0,63-11 0,-39 7 0,21-2 0,0 0 0,-17 3 0,29-2 0,4 0 0,-12 4-567,17 0 0,0 1 567,-15 7 0,-6-2 0,-1 1-645,-1 1 645,8 1 0,3 0 0,10 3 0,-15 2 0,10 1 0,-8 1 0,22 5 0,-1 4 0,-3-1-1090,-27-3 1090,17 7 0,2 2 0,2-3 0,-1 4 0,-2 0 0,-13-4-261,-7-1 0,-2 0 261,-2-3 0,8 7 0,1 2 0,-7-1 0,-4-1 0,-1-1 1001,-3 1-1001,5 3 624,-22-12-624,-4 1 1158,-13-9-1158,2 5 608,-8-7-608,1 3 0,-7-4 0,2-2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24575,'4'11'0,"8"12"0,-4-11 0,5 11 0,-2-10 0,-3-1 0,6 2 0,10 15 0,-8-13 0,28 33 0,-28-35 0,21 23 0,-24-26 0,10 9 0,-15-12 0,10 10 0,-12-12 0,2 11 0,-6-11 0,-2 11 0,0-9 0,-2 9 0,0-8 0,-7 13 0,3-10 0,-5 12 0,3-9 0,-10 20 0,9-13 0,-12 19 0,14-27 0,-5 11 0,7-14 0,-6 15 0,5-14 0,0 7 0,2-4 0,2-6 0,-1 4 0,1-9 0,2-3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0 24575,'-29'68'0,"12"-25"0,-14 23 0,11-30-8503,-7 10 8503,9-18 1719,-7 13-1719,8-23 0,-14 26 0,11-22 0,-14 19 0,19-26 6784,-6 10-6784,16-18 0,-1 5 0,4-10 0,0 6 0,0-9 0,2 4 0,0-5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24575,'7'9'0,"-1"-2"0,-1 3 0,1-4 0,-1 5 0,4-2 0,-2 0 0,5 6 0,23 32 0,-11-23 0,19 32 0,-26-39 0,8 9 0,-8-7 0,9 7 0,-7-9 0,2 8 0,-10-14 0,6 7 0,-11-8 0,7 1 0,-9-7 0,1 2 0,-4-5 0,-1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1 223 24575,'4'-5'0,"0"1"0,6-4 0,7-6 0,19-7 0,-1 0 0,-2 5 0,-4 5 0,-13 4 0,63-11 0,-39 7 0,21-2 0,0 0 0,-17 3 0,29-2 0,4 0 0,-12 4-567,17 0 0,0 1 567,-15 7 0,-6-2 0,-1 1-645,-1 1 645,8 1 0,3 0 0,10 3 0,-15 2 0,10 1 0,-8 1 0,22 5 0,-1 4 0,-3-1-1090,-27-3 1090,17 7 0,2 2 0,2-3 0,-1 4 0,-2 0 0,-13-4-261,-7-1 0,-2 0 261,-2-3 0,8 7 0,1 2 0,-7-1 0,-4-1 0,-1-1 1001,-3 1-1001,5 3 624,-22-12-624,-4 1 1158,-13-9-1158,2 5 608,-8-7-608,1 3 0,-7-4 0,2-2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24575,'4'11'0,"8"12"0,-4-11 0,5 11 0,-2-10 0,-3-1 0,6 2 0,10 15 0,-8-13 0,28 33 0,-28-35 0,21 23 0,-24-26 0,10 9 0,-15-12 0,10 10 0,-12-12 0,2 11 0,-6-11 0,-2 11 0,0-9 0,-2 9 0,0-8 0,-7 13 0,3-10 0,-5 12 0,3-9 0,-10 20 0,9-13 0,-12 19 0,14-27 0,-5 11 0,7-14 0,-6 15 0,5-14 0,0 7 0,2-4 0,2-6 0,-1 4 0,1-9 0,2-3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13.0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293 1 24575,'-2'18'0,"-29"51"0,-22 34 0,10-17 0,8-5 0,-9 6 0,-8 14 0,21-38 0,29-54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13.6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24575,'5'11'0,"0"3"0,2 2 0,0 3 0,4 2 0,-1 0 0,3 3 0,10 5 0,-5-9 0,29 31 0,-26-29 0,24 27 0,-29-35 0,26 18 0,-22-21 0,14 10 0,-23-18 0,-2 3 0,-5-6 0,-2 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13.9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140 0 24575,'-5'9'0,"-1"2"0,0 1 0,-3 3 0,2-1 0,-3 0 0,1 1 0,-1-1 0,-3 4 0,2-2 0,-6 8 0,6-9 0,-2 6 0,6-11 0,3 2 0,3-9 0,1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14.4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52 24575,'11'0'0,"-2"0"0,5 0 0,-2 0 0,5-2 0,4 1-9831,19-1 8341,-6 0 4308,55-2-2818,-40 1 0,30-4 0,1 0 0,-22 4 0,7-3 0,-6-1 1719,-28 7-1719,6-5 0,-22 5 0,-5-2 0,-8 3 6784,-7 3-6784,1 1 0,-2 3 0,4-6 0,-2 2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14.9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70 24575,'13'-5'0,"-2"1"0,6 1 0,-4-1 0,6 1 0,14-2 0,-5-3 0,42 0 0,-28-1 0,57 0 0,-48 6 0,26-3 0,-40 6 0,10-3 0,-22 3 0,1 0 0,-19 0 0,-5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3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159 0 24575,'-11'0'0,"-9"6"0,-9 6 0,2 0 0,-2 7 0,13-5 0,7-2 0,1 9 0,3-10 0,2 26 0,1-13 0,2 23 0,0-20 0,7 33 0,-5-33 0,14 33 0,-9-36 0,11 14 0,-5-21 0,7 9 0,-7-17 0,27 13 0,-25-15 0,40 7 0,-31-12 0,11 1 0,3-3 0,-19-3 0,9 3 0,-9-10 0,-10 8 0,4-7 0,-10 8 0,-2-1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4.2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171 1 24575,'-5'9'0,"-4"7"0,7-10 0,-7 12 0,2-11 0,-1 7 0,0-2 0,0-1 0,-8 13 0,-5 10 0,2-8 0,-2 12 0,13-27 0,0 4 0,5-7 0,-3 5 0,5-5 0,-4 3 0,4-8 0,-1 1 0,2 1 0,-1-1 0,0-2 0,-1-2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4.7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24575,'3'4'0,"2"1"0,-2-1 0,6 2 0,-5-1 0,4 1 0,8 7 0,5 5 0,2-2 0,21 19 0,-24-24 0,39 27 0,-39-25 0,24 13 0,-30-17 0,8 1 0,-15-6 0,1-3 0,-6-2 0,0-3 0,-2 2 0,0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5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178 1 24575,'0'9'0,"-2"1"0,-1-3 0,-1 4 0,-1 4 0,0 5 0,-5 20 0,1-9 0,-4 21 0,2-22 0,-9 28 0,8-29 0,-22 44 0,23-49 0,-10 20 0,16-34 0,1 2 0,2-7 0,-2 1 0,4-2 0,-2-8 0,2 3 0,0-3 0,0 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5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24575,'11'13'0,"-1"1"0,10 7 0,-6-7 0,8 5 0,8 1 0,-14-12 0,25 18 0,5 1 0,-14-13 0,14 12 0,-1 0 0,-14-13 0,33 20 0,-30-19 0,34 18 0,-40-19 0,30 12 0,-38-13 0,17 5 0,-29-10 0,0-3 0,-7-2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7.1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415 1 24575,'-4'8'0,"-3"-3"0,-2 11 0,-1-5 0,-1 5 0,-5 8 0,2-7 0,-21 26 0,12-15 0,-21 19 0,22-17 0,-41 42 0,41-42 0,-14 12 0,2-3 0,21-22 0,-21 20 0,29-30 0,-3 1 0,6-5 0,0-2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8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24575,'-2'14'0,"1"-5"0,-1 8 0,2-5 0,0 2 0,0 1 0,0 17 0,0-10 0,0 29 0,0-26 0,0 19 0,2-24 0,0 11 0,3-16 0,-3 5 0,1-8 0,-2 9 0,0-11 0,2 13 0,-2-16 0,1 10 0,-2-8 0,0 4 0,0-4 0,0 3 0,0-4 0,0 2 0,2-8 0,-2-2 0,2 2 0,-2-2 0,0 6 0,0-1 0,0 3 0,0 1 0,-2 20 0,1-8 0,-1 32 0,0-28 0,1 12 0,-1-15 0,0 22 0,1-14 0,-1 11 0,2-13 0,0-11 0,0 4 0,0-14 0,2-10 0,2-4 0,-1 2 0,1 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8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0 24575,'-2'6'0,"-1"2"0,-3 2 0,1-3 0,-4 5 0,4-7 0,-1 3 0,2-1 0,0-3 0,-4 8 0,2-4 0,-2 4 0,6-7 0,0-2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9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24575,'11'0'0,"-2"0"0,11 0 0,-6 0 0,9 0 0,-2 3 0,0-3 0,33 5 0,-19-4 0,61 3 0,-55-3 0,57 6 0,-71-5 0,25 3 0,-45-5 0,2 0 0,-8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29.7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24575,'6'2'0,"1"0"0,2-2 0,2 0 0,-1 0 0,4 0 0,0 0 0,27 0 0,-12 0 0,31 0 0,-30 0 0,49-2 0,-42 1 0,37 1 0,-53 2 0,3 1 0,-17-1 0,-3-2 0,-2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30.2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194 0 24575,'-11'9'0,"2"0"0,1-1 0,-2 4 0,0-2 0,-4 4 0,-6 6 0,-7 16 0,2-10 0,-4 26 0,19-30 0,-5 18 0,14-18 0,-4 12 0,10-11-6784,9 19 6784,-3-25 0,17 11 0,-14-23 0,24 4 0,-14-6 0,1 0 0,-13-3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31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24575,'0'9'0,"2"1"0,-2 12 0,4-7 0,-3 12 0,5-11 0,-5-1 0,7 5 0,-5-5 0,7 4 0,-6-8 0,8 3 0,-9-9 0,17 2 0,-11-6 0,15-5 0,-11-1 0,24-13 0,-15 4 0,19-12 0,-22 14 0,24-34 0,-28 31 0,19-28 0,-31 39 0,1 1 0,-6 10 0,-3 4 0,0 1 0,-5 55 0,4-34 0,-4 47 0,7-51 0,-2 13 0,4-1 0,1 7 0,1-16 0,6 25-6784,-4-39 6784,2 27 0,0-24 0,-5-2 0,2-3 0,-4-8 0,0-6 0,-6-6 6784,3 1-6784,-6-5 0,6 4 0,-5-2 0,7 2 0,-4 0 0,6 0 0,-3-1 0,4 1 0,0 0 0,2 2 0,0-2 0,2 4 0,-1-4 0,-1 4 0,-2-2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31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1 237 24575,'2'-4'0,"1"2"0,-2-4 0,1 3 0,0-3 0,0 2 0,2-2 0,6-7 0,-6 4 0,20-19 0,-16 15 0,16-12 0,-14 10 0,7 2 0,6-4 0,3-4 0,-2 6 0,-2-4 0,-15 16 0,1-5 0,-6 6 0,0 0 0,-2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32.6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55 24575,'-2'14'0,"0"-3"0,-2 7 0,3-3 0,-6 7 0,7-1 0,-3-1 0,1 10 0,2 3 0,-3 11 0,3-16 0,0 20 0,0-34 0,6 26 0,-2-29 0,7 3 0,-5-10 0,5-4 0,-4-2 0,10-4 0,-7 0-6784,19-16 6784,-12 7 0,45-45 0,-34 31 0,33-38 0,-40 42 0,21-33 0,-13 26 6784,7-19-6784,-17 29 0,3-7 0,-16 22 0,3-4 0,-8 14 0,-5 20 0,3-4 0,-4 30 0,5-15-3392,-5 34 0,0 4 3392,3-11-465,-1 37 0,-1-1 465,4-42 0,0 7 0,0 14 0,0-13 0,0-3-304,0 34 1,0-4 303,0-49 0,-2 36 0,-1-56 6023,-11 2-6023,7-9 1324,-9-2-1324,11-10 974,-4-6-974,2-1 0,-10-10 0,6 5 0,-8-10 0,11 10 0,-15-20 0,15 17 0,-9-28 0,15 26 0,2-15 0,4 20 0,18-17 0,-7 19 0,45-24 0,-32 24 0,52-9 0,-47 14 0,35 1 0,-37 2 0,27 0 0,-33-2 0,14 1 0,-30-1 0,0 2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39.1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633 0 24575,'-7'0'0,"1"2"0,-3 1 0,4 1 0,-6 5 0,4-2 0,-5 7 0,-7 14 0,4-6 0,-10 34 0,13-24 0,0 16 0,1 3 0,-3 7 0,4 20 0,2 3 0,-3-4 0,8 0 0,0-2 0,0-17 0,10 40 0,3-58 0,13 22 0,-6-38 0,9 8 0,-11-23 0,16 8 0,-11-13 0,13 1 0,-22-8 0,1-1 0,-12 0 0,0 0 0,-4 0 0,-9-1 0,2 3 0,-21 9 0,13 2 0,-6 8 0,7-1 0,-24 52 0,15-26-369,-3 19 1,2 2 368,6-9-3270,6 13 0,3 2 3270,2-8-560,3 26 1,1 3 559,3-10-369,1 3 0,2-2 369,5-15 170,0-12 0,1-3-170,1-6 0,1 14 0,0-2 0,0-15 541,-2 14 0,0-3-541,-2-23 831,-1 42-831,-2-45 97,-6 21-97,1-34 6784,-12 9-6784,4-15 0,-22 3 0,17-9 0,-29 1 0,29-3 0,-24 0 0,27 0 0,-36 0 0,32 0 0,-22-2 0,31 1 0,-3-1 0,11 0 0,-2 0 0,4-2 0,2 0 0,-2-3 0,9-5 0,-3 4 0,9-8 0,-10 12 0,1-2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0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172 0 24575,'-11'35'0,"2"-1"0,-3-15 0,3 1 0,-4 1 0,0 9 0,0-4 0,-4 15 0,5-15 0,-6 15 0,11-23 0,-10 18 0,13-24 0,-6 11 0,10-13 0,-2-2 0,0-4 0,2-2 0,-2-2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0.9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24575,'0'7'0,"2"-1"0,1 0 0,1 1 0,0-1 0,0 3 0,2-1 0,1 1 0,9 11 0,0-6 0,5 8 0,-3-8 0,-5-1 0,-1-6 0,2 7 0,-3-8 0,13 14 0,-13-13 0,12 9 0,-16-11 0,5 3 0,-10-4 0,2-2 0,-4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1.2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 1 24575,'-4'14'0,"-3"4"0,1-3 0,-1-2 0,3 1 0,-3-10 0,2 5 0,-5 5 0,7-5 0,-7 10 0,7-11 0,-5 6 0,5-4 0,0-4 0,3-2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2.1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18641,'-4'39'0,"2"-10"0,2-7 2714,0 10-2714,2-10 0,-1 11 1013,3-19-1013,-2 1 528,3 7-528,0-8 0,-1 11 0,0-19 1679,0 3-1679,1-15 0,-1 1 0,0-4 0,5-5 0,-2 3-6784,18-30 6784,-10 23 0,20-34 0,-21 38 0,13-23 0,-16 24 0,2-5 0,-8 12 6784,-3 5-6784,-2 5 0,0 7 0,0-3 0,0 41 0,0-23 0,2 39 0,-1-31 0,6 34 0,-3-20 0,1 9 0,1-1 0,0-7 0,-1 44 0,-2-71 0,-8 26 0,0-27 0,-9 15 0,0-19 0,-13 1 0,10-13 0,-20 1 0,10-3 0,-7-2 0,15-1 0,-3-9 0,18 4 0,-6-8 0,10 8 0,8-14 0,-5 12 0,24-23 0,-14 20 0,20-14 0,-17 14 0,9-4 0,-10 4 0,9-2 0,-14 7 0,2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2.4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1 24575,'-4'4'0,"0"2"0,-1 3 0,1 1 0,-1 3 0,-2 1 0,2 3 0,-6 6 0,6-4 0,-8 9 0,9-14 0,-4 5 0,8-12 0,-4-1 0,1-2 0,1-1 0,0-2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3.9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24575,'-6'4'0,"1"0"0,-1-1 0,4 0 0,-7-2 0,-2 4 0,1-4 0,-13 9 0,12-6 0,-15 7 0,13-8 0,-12 5 0,13-5 0,-8 1 0,15 0 0,-14-1 0,10 1 0,-6-1 0,7 1 0,1-2 0,1 1 0,0 0 0,3 0 0,0 1 0,2 0 0,-1 0 0,2 0 0,-2 14 0,2-6 0,0 36 0,1-27 0,3 42 0,-4-40 0,7 31-6784,-3-24 6784,1 7 0,1 18 0,1-11 0,-1 20 0,0 7 0,1-15 0,-1-1 0,1 10 0,-1 2-444,0 10 0,0-6 444,-2-1 0,1 10 0,-1 1 0,-1-11-208,-1-3 1,0-2 207,1-14 0,-3 3 0,-2-1 0,-1-5 0,-7 43 0,3-51 858,-6 21-858,7-31 0,-9 43 0,10-45 445,-10 56-445,14-67 0,-8 36 0,8-42 0,-3 10 0,2-11 6784,1 0-6784,-1-3 0,4-3 0,4-3 0,4-1 0,1 0 0,7 0 0,-7 0 0,15-2 0,-9 2 0,42-2 0,-31 2 0,27 0 0,-39 0 0,1 0 0,-12 0 0,-2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5.1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37 24575,'16'0'0,"-5"-2"0,5 1 0,-8-2 0,9 2 0,17-5 0,-15 3 0,22-4 0,-23 0 0,0 3 0,-7 2 0,-6 4 0,-5 4 0,0 1 0,0 2 0,0 15 0,0-9 0,3 27 0,-3-18 0,5 40 0,-2-19 0,3 35-6784,0-32 6784,0 10-51,-3 6 0,1 8 51,1 1 0,0 3 0,-1 15 0,1 1-527,-2-2 0,0-9 527,1 3 0,-4 2 0,0-35 0,0-8 0,0 0 0,-1 7 0,-1 4 0,1 17 0,0-5 0,0 0 6211,1-5-6211,2 11 140,-1-37-140,1 13 1589,-2-11-1589,0 16 0,0-15 0,0 9 0,0-32 0,-2 6 0,1-17 0,0 0 0,-1-2 0,0 2 0,-1-2 0,0 2 0,-2 0 0,1-1 0,-2 0 0,-2-2 0,1 0 0,-12 1 0,6-1 0,-11 1 0,11-2 0,-21 0 0,23 0 0,-22 0 0,25 0 0,-1-2 0,8 0 0,3-1 0,0 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5.7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77 24575,'8'-6'0,"-1"1"0,13-4 0,-11 6 0,23-5 0,-12 5 0,3 1 0,5-3 0,-11 4 0,25-3 0,-17 3 0,17-3 0,-22 1 0,15-6 0,-22 6 0,8-6 0,-19 9 0,0-2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6.2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 24575,'13'-2'0,"-1"1"0,10-3 0,-3 3 0,5-1 0,-1 2 0,-4 0 0,48 0 0,-39 0-6784,61 0 6784,-62 0 0,37 0 0,-44 0 0,13 0 0,-28 0 0,-1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8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427 6 24575,'-15'0'0,"1"-3"0,-8 3 0,8-2 0,-5 2 0,7 0 0,-5 0 0,2 0 0,-8 0 0,-17 0 0,13 0 0,-9 0 0,25 0 0,0 0 0,4 0 0,0 2 0,5 2 0,2 5 0,3 18 0,-3-6 0,4 25 0,-3-20 0,4 49 0,-4-28-3392,1 19 0,1 2 3392,-2-3-346,0 12 1,1-1 345,-2-17 0,-2 25 0,-1 2 0,2-11 0,-3 1 0,-1-1 0,4-9 0,-1-13 0,-1-2 0,1-4 0,-1 11 0,0-1 0,-1-6 0,0 3 0,1-1 0,2-8 0,-1 20 0,2-34 6442,-3 45-6442,2-36-2876,-3 13 1,0 0 2875,2-15 0,-4 17 0,-2-2 0,3-22 0,-8 47 0,8-50 0,-3 36 0,4-28 6784,-4 24-6784,8-28 0,-6 40 0,3-29-6784,0 21 6784,-2-34 0,2 0 0,0-4 0,-2 19 0,5-23 0,-2 15 0,2-25 0,-2 19 0,1-19 6784,-1 16-6784,2-17 0,-2 10 0,2-13 0,-2 10 0,0-12 0,2 13 0,-2-13 0,2 5 0,2-9 0,2 0 0,3-2 0,2-2 0,-1 2 0,32-5 0,-18 2 0,27-2 0,-27 2 0,18-2 0,-18 2 0,15 0 0,-27 1 0,1 0 0,-10 1 0,-1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0.5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 61 24575,'11'-2'0,"-1"0"0,-1 2 0,3-2 0,5 1 0,2-3 0,8 1 0,-6 0 0,16-1 0,-13 1 0,19-7 0,-23 6 0,10-7 0,-19 10 0,11-8 0,-18 10 0,7-4 0,-11 7 0,0 0 0,0 3 0,0 4 0,0-2 0,0 26 0,0-15 0,2 48 0,1-37 0,3 55 0,-3-36 0,4 41 0,-3-34 0,1 35 0,-2-42-6784,-3 48 6784,0-55-115,0 12 0,0 1 115,0-13 0,1 11 0,0-1 0,0-12 0,1 27 0,-2-34-4460,0 48 4460,-2-49 4460,-1 63-4460,1-67 230,-3 32-230,4-35 0,-1 25 0,2-19 6784,-2 22-6784,2-28 0,-2 50 0,2-47 0,0 53 0,0-55 0,0 17 0,0-22 0,0 35 0,0-35 0,0 27 0,0-34 0,0 49 0,0-32 0,0 40 0,0-49 0,-3 22 0,3-23 0,-2 36 0,4-30 0,-1 38 0,1-36 0,-2 20 0,0-32 0,0 15 0,0-13 0,0 7 0,0-13 0,0 12 0,0-10 0,0 12 0,0-16 0,0 5 0,0-10 0,-2 7 0,2-10 0,-2 6 0,0-3 0,1 5 0,-1-4 0,1 6 0,-2-9 0,1 5 0,0-6 0,0 8 0,2-7 0,-4 14 0,3-12 0,-2 8 0,2-11 0,-1 2 0,1-3 0,-2-2 0,-1-1 0,-9 0 0,-6 0 0,-23 0 0,7 0 0,-27 0 0,33 3 0,-44 2 0,45-2 0,-36 4 0,40-7 0,-6 2 0,17-2 0,5 0 0,6 0 0,0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1.1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345 1 24575,'-4'6'0,"0"0"0,-1 3 0,-1 3 0,1-3 0,-2 2 0,0 1 0,-15 22 0,3-8 0,-21 29 0,20-27 0,-18 23 0,21-26 0,-15 19 0,18-21-6784,-22 22 6784,22-25 0,-18 21 0,24-30 0,-2 8 0,8-13 0,0-2 0,2-2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1.6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23681,'16'21'0,"-6"-4"0,6-1 442,-8-4-442,4 3 0,0-3 0,-2 2 0,4-2 149,-1 3-149,22 15 75,-20-16-75,19 16 228,-28-24-228,8 6 0,-9-8 0,1 3 0,-4-3 0,-2-2 0,0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2.9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19 24575,'4'6'0,"0"5"0,-2-6 0,1 11 0,-1-8 0,2 4 0,-4-2 0,4-5 0,-2 11 0,2-10 0,1 7 0,-1-8 0,-2-3 0,2-1 0,-2-4 0,4-1 0,-2-3 0,2 1 0,-1-3 0,-1 2 0,1-4 0,1-3 0,-1 2 0,5-7 0,-6 8 0,5-5 0,-8 8 0,2 0 0,-3 12 0,2-1 0,-1 10 0,3 1 0,-4 1 0,5 10 0,-3-6 0,16 45 0,-12-34 0,6 20 0,1 0 0,-5-16 0,6 39 0,-8-47 0,-4 16 0,-4-18 0,-7 19 0,1-25 0,-14 12 0,9-22 0,-18 9 0,11-13 0,-14 2 0,17-6 0,-13-4 0,20 1 0,-11-7 0,16 3 0,-2-4 0,5 2 0,7-13 0,-2 9 0,8-12 0,-3 16 0,14-12 0,-10 14 0,12-11 0,-16 16 0,3-4 0,-6 3 0,1 0 0,-2 0 0,0-1 0,0 2 0,-2 0 0,0 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4.1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460 0 24575,'-8'2'0,"-1"2"0,-1-3 0,-9 3 0,7-3 0,-9 1 0,-5 0 0,6 1 0,-22 2 0,19 0-6784,-47 5 6784,43-5 0,-47 8 0,57-11 0,-15 6 0,25-7 0,0 2 0,6-1 6784,1 5-6784,0-1 0,2 7 0,0 0 0,5 16 0,-2-11 0,2 18 0,-2-16 0,3 55 0,-5-32 0,1 10 0,-1 0 0,-2-10 0,0 9 0,0 0 0,-1-10 0,0 58 0,0-52 0,-2 17 0,-2 1 0,0-5-769,-2 35 0,-1 0 769,0-36 0,2 14 0,-1-3-259,0-23 259,3 4 0,0 3 0,-4 7 0,3 2 0,1 1 0,0-4 0,0 7 0,1-1 0,1-14 0,0 3 0,-1-4 0,2-23 0,-2 49 1517,2-54-1517,-3 38 280,3-48-280,0 26 0,0-29 0,2 24 0,-1-26 0,2 11 0,-2-12 0,1 2 0,-2-6 0,1 0 0,2-2 0,1-2 0,2 0 0,-2-4 0,15 0 0,-4 1 0,21-5 0,-15 4 0,18-3 0,-18 2 0,24 0 0,-21 0 0,16 0 0,-27 1 0,1 1 0,-14 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6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 24575,'12'0'0,"-2"0"0,2 0 0,3 0 0,1 0 0,14-2 0,-10 1 0,37-4 0,-27 5 0,16-5 0,-17 3 0,-9-1 0,13-1 0,-18 3 0,2 1 0,-15 4 0,-2 1 0,0 5 0,0-2 0,0 14 0,0-5 0,0 22 0,0-16 0,0 14 0,0-18 0,0 23 0,2-14 0,-1 38 0,1-33 0,-2 37 0,3-44 0,0 47 0,2-32 0,1 26 0,-1-25 0,1 56 0,-1-56 0,-2 23 0,0 1 0,0-20 0,1 52 0,-1-58 0,0 33 0,0-43 0,-3 30 0,0-33-6784,-3 40 6784,3-34 0,-7 41 0,4-51 0,-5 22 0,4-28 0,-2 20 0,1-14 6784,2 12-6784,-2-15 0,5 0 0,-7 14 0,1 0 0,-2 6 0,1-6 0,5-21 0,-2 8 0,3-9 0,-3 12 0,3-9 0,-1 17 0,2-20 0,-2 17 0,2-20 0,-3 9 0,3-13 0,0 11 0,0-10 0,-2 11 0,2-9 0,-2 4 0,0-3 0,1 1 0,-1-3 0,0 9 0,2-10 0,-2 16 0,2-14 0,-2 9 0,2-9 0,-2 3 0,2-4 0,-2 7 0,2-9 0,-2 11 0,2-11 0,0 11 0,0-11 0,0 5 0,0-6 0,0 0 0,0 0 0,0 0 0,0 0 0,-2-2 0,-2 2 0,-7-3 0,-14 6 0,5-3 0,-14 2 0,15-4 0,-18 0 0,16 0 0,-16 1 0,25-1 0,-10 0 0,16 0 0,-4 1 0,7-2 0,2-1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7.9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106 425 24575,'-7'-4'0,"-1"-2"0,1-1 0,0-2 0,-1 0 0,3 0 0,-2 0 0,-6-14 0,7 8 0,-9-23 0,12 19 0,-6-13 0,6 13 0,-2-15 0,3 14 0,4-18 0,-2 21 0,6-15 0,-5 20 0,9-16 0,-2 17 0,8-8 0,-4 13 0,18-2 0,-17 8 0,25 0 0,-23 2 0,18 5 0,-17 1 0,18 8 0,-18-5 0,13 9 0,-16-8 0,19 29 0,-21-18 0,12 32 0,-20-32 0,-1 20 0,-4-20 0,-8 24 0,3-19-6784,-23 37 6784,18-38 0,-26 37 0,22-41 0,-19 38 0,19-31 0,-13 25 0,19-30 6784,-9 20-6784,13-24 0,-3 35 0,6-27 0,1 24 0,2-30 0,2 18 0,-2-24 0,4 10 0,-1-13 0,7 7 0,-4-9 0,8 10 0,-9-17 0,1 7 0,-4-9 0,-2 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8.7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0 24575,'-4'4'0,"1"0"0,-2 2 0,2 1 0,-3 0 0,1-1 0,3-2 0,-2 6 0,2-2 0,-1 12 0,1-11 0,2 10 0,0-13 0,0 4 0,0-6 0,2-2 0,-2-2 0,4-1 0,-2-4 0,2 2 0,2-7 0,-1 5 0,-1-5 0,2 1 0,-3 0 0,1 0 0,0 1 0,-4-4 0,2 7 0,-4-1 0,0 10 0,-2 0 0,2 0 0,-4 2 0,3 0 0,-2 0 0,2 0 0,1-2 0,2 0 0,0 0 0,2 0 0,2 2 0,1-3 0,1 2 0,-2-4 0,3 0 0,-2-1 0,3 0 0,-4 0 0,0-3 0,-2 0 0,0-5 0,-4 4 0,0-2 0,0 2 0,-2-1 0,2 3 0,-1 0 0,2 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0 24575,'-29'68'0,"12"-25"0,-14 23 0,11-30-8503,-7 10 8503,9-18 1719,-7 13-1719,8-23 0,-14 26 0,11-22 0,-14 19 0,19-26 6784,-6 10-6784,16-18 0,-1 5 0,4-10 0,0 6 0,0-9 0,2 4 0,0-5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24575,'7'9'0,"-1"-2"0,-1 3 0,1-4 0,-1 5 0,4-2 0,-2 0 0,5 6 0,23 32 0,-11-23 0,19 32 0,-26-39 0,8 9 0,-8-7 0,9 7 0,-7-9 0,2 8 0,-10-14 0,6 7 0,-11-8 0,7 1 0,-9-7 0,1 2 0,-4-5 0,-1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1 223 24575,'4'-5'0,"0"1"0,6-4 0,7-6 0,19-7 0,-1 0 0,-2 5 0,-4 5 0,-13 4 0,63-11 0,-39 7 0,21-2 0,0 0 0,-17 3 0,29-2 0,4 0 0,-12 4-567,17 0 0,0 1 567,-15 7 0,-6-2 0,-1 1-645,-1 1 645,8 1 0,3 0 0,10 3 0,-15 2 0,10 1 0,-8 1 0,22 5 0,-1 4 0,-3-1-1090,-27-3 1090,17 7 0,2 2 0,2-3 0,-1 4 0,-2 0 0,-13-4-261,-7-1 0,-2 0 261,-2-3 0,8 7 0,1 2 0,-7-1 0,-4-1 0,-1-1 1001,-3 1-1001,5 3 624,-22-12-624,-4 1 1158,-13-9-1158,2 5 608,-8-7-608,1 3 0,-7-4 0,2-2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6:18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24575,'4'11'0,"8"12"0,-4-11 0,5 11 0,-2-10 0,-3-1 0,6 2 0,10 15 0,-8-13 0,28 33 0,-28-35 0,21 23 0,-24-26 0,10 9 0,-15-12 0,10 10 0,-12-12 0,2 11 0,-6-11 0,-2 11 0,0-9 0,-2 9 0,0-8 0,-7 13 0,3-10 0,-5 12 0,3-9 0,-10 20 0,9-13 0,-12 19 0,14-27 0,-5 11 0,7-14 0,-6 15 0,5-14 0,0 7 0,2-4 0,2-6 0,-1 4 0,1-9 0,2-3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0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172 0 24575,'-11'35'0,"2"-1"0,-3-15 0,3 1 0,-4 1 0,0 9 0,0-4 0,-4 15 0,5-15 0,-6 15 0,11-23 0,-10 18 0,13-24 0,-6 11 0,10-13 0,-2-2 0,0-4 0,2-2 0,-2-2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0.9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24575,'0'7'0,"2"-1"0,1 0 0,1 1 0,0-1 0,0 3 0,2-1 0,1 1 0,9 11 0,0-6 0,5 8 0,-3-8 0,-5-1 0,-1-6 0,2 7 0,-3-8 0,13 14 0,-13-13 0,12 9 0,-16-11 0,5 3 0,-10-4 0,2-2 0,-4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1.2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 1 24575,'-4'14'0,"-3"4"0,1-3 0,-1-2 0,3 1 0,-3-10 0,2 5 0,-5 5 0,7-5 0,-7 10 0,7-11 0,-5 6 0,5-4 0,0-4 0,3-2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2.1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18641,'-4'39'0,"2"-10"0,2-7 2714,0 10-2714,2-10 0,-1 11 1013,3-19-1013,-2 1 528,3 7-528,0-8 0,-1 11 0,0-19 1679,0 3-1679,1-15 0,-1 1 0,0-4 0,5-5 0,-2 3-6784,18-30 6784,-10 23 0,20-34 0,-21 38 0,13-23 0,-16 24 0,2-5 0,-8 12 6784,-3 5-6784,-2 5 0,0 7 0,0-3 0,0 41 0,0-23 0,2 39 0,-1-31 0,6 34 0,-3-20 0,1 9 0,1-1 0,0-7 0,-1 44 0,-2-71 0,-8 26 0,0-27 0,-9 15 0,0-19 0,-13 1 0,10-13 0,-20 1 0,10-3 0,-7-2 0,15-1 0,-3-9 0,18 4 0,-6-8 0,10 8 0,8-14 0,-5 12 0,24-23 0,-14 20 0,20-14 0,-17 14 0,9-4 0,-10 4 0,9-2 0,-14 7 0,2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2.4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1 24575,'-4'4'0,"0"2"0,-1 3 0,1 1 0,-1 3 0,-2 1 0,2 3 0,-6 6 0,6-4 0,-8 9 0,9-14 0,-4 5 0,8-12 0,-4-1 0,1-2 0,1-1 0,0-2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3.9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24575,'-6'4'0,"1"0"0,-1-1 0,4 0 0,-7-2 0,-2 4 0,1-4 0,-13 9 0,12-6 0,-15 7 0,13-8 0,-12 5 0,13-5 0,-8 1 0,15 0 0,-14-1 0,10 1 0,-6-1 0,7 1 0,1-2 0,1 1 0,0 0 0,3 0 0,0 1 0,2 0 0,-1 0 0,2 0 0,-2 14 0,2-6 0,0 36 0,1-27 0,3 42 0,-4-40 0,7 31-6784,-3-24 6784,1 7 0,1 18 0,1-11 0,-1 20 0,0 7 0,1-15 0,-1-1 0,1 10 0,-1 2-444,0 10 0,0-6 444,-2-1 0,1 10 0,-1 1 0,-1-11-208,-1-3 1,0-2 207,1-14 0,-3 3 0,-2-1 0,-1-5 0,-7 43 0,3-51 858,-6 21-858,7-31 0,-9 43 0,10-45 445,-10 56-445,14-67 0,-8 36 0,8-42 0,-3 10 0,2-11 6784,1 0-6784,-1-3 0,4-3 0,4-3 0,4-1 0,1 0 0,7 0 0,-7 0 0,15-2 0,-9 2 0,42-2 0,-31 2 0,27 0 0,-39 0 0,1 0 0,-12 0 0,-2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5.1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37 24575,'16'0'0,"-5"-2"0,5 1 0,-8-2 0,9 2 0,17-5 0,-15 3 0,22-4 0,-23 0 0,0 3 0,-7 2 0,-6 4 0,-5 4 0,0 1 0,0 2 0,0 15 0,0-9 0,3 27 0,-3-18 0,5 40 0,-2-19 0,3 35-6784,0-32 6784,0 10-51,-3 6 0,1 8 51,1 1 0,0 3 0,-1 15 0,1 1-527,-2-2 0,0-9 527,1 3 0,-4 2 0,0-35 0,0-8 0,0 0 0,-1 7 0,-1 4 0,1 17 0,0-5 0,0 0 6211,1-5-6211,2 11 140,-1-37-140,1 13 1589,-2-11-1589,0 16 0,0-15 0,0 9 0,0-32 0,-2 6 0,1-17 0,0 0 0,-1-2 0,0 2 0,-1-2 0,0 2 0,-2 0 0,1-1 0,-2 0 0,-2-2 0,1 0 0,-12 1 0,6-1 0,-11 1 0,11-2 0,-21 0 0,23 0 0,-22 0 0,25 0 0,-1-2 0,8 0 0,3-1 0,0 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5.7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77 24575,'8'-6'0,"-1"1"0,13-4 0,-11 6 0,23-5 0,-12 5 0,3 1 0,5-3 0,-11 4 0,25-3 0,-17 3 0,17-3 0,-22 1 0,15-6 0,-22 6 0,8-6 0,-19 9 0,0-2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6.2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 24575,'13'-2'0,"-1"1"0,10-3 0,-3 3 0,5-1 0,-1 2 0,-4 0 0,48 0 0,-39 0-6784,61 0 6784,-62 0 0,37 0 0,-44 0 0,13 0 0,-28 0 0,-1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48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427 6 24575,'-15'0'0,"1"-3"0,-8 3 0,8-2 0,-5 2 0,7 0 0,-5 0 0,2 0 0,-8 0 0,-17 0 0,13 0 0,-9 0 0,25 0 0,0 0 0,4 0 0,0 2 0,5 2 0,2 5 0,3 18 0,-3-6 0,4 25 0,-3-20 0,4 49 0,-4-28-3392,1 19 0,1 2 3392,-2-3-346,0 12 1,1-1 345,-2-17 0,-2 25 0,-1 2 0,2-11 0,-3 1 0,-1-1 0,4-9 0,-1-13 0,-1-2 0,1-4 0,-1 11 0,0-1 0,-1-6 0,0 3 0,1-1 0,2-8 0,-1 20 0,2-34 6442,-3 45-6442,2-36-2876,-3 13 1,0 0 2875,2-15 0,-4 17 0,-2-2 0,3-22 0,-8 47 0,8-50 0,-3 36 0,4-28 6784,-4 24-6784,8-28 0,-6 40 0,3-29-6784,0 21 6784,-2-34 0,2 0 0,0-4 0,-2 19 0,5-23 0,-2 15 0,2-25 0,-2 19 0,1-19 6784,-1 16-6784,2-17 0,-2 10 0,2-13 0,-2 10 0,0-12 0,2 13 0,-2-13 0,2 5 0,2-9 0,2 0 0,3-2 0,2-2 0,-1 2 0,32-5 0,-18 2 0,27-2 0,-27 2 0,18-2 0,-18 2 0,15 0 0,-27 1 0,1 0 0,-10 1 0,-1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0.5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 61 24575,'11'-2'0,"-1"0"0,-1 2 0,3-2 0,5 1 0,2-3 0,8 1 0,-6 0 0,16-1 0,-13 1 0,19-7 0,-23 6 0,10-7 0,-19 10 0,11-8 0,-18 10 0,7-4 0,-11 7 0,0 0 0,0 3 0,0 4 0,0-2 0,0 26 0,0-15 0,2 48 0,1-37 0,3 55 0,-3-36 0,4 41 0,-3-34 0,1 35 0,-2-42-6784,-3 48 6784,0-55-115,0 12 0,0 1 115,0-13 0,1 11 0,0-1 0,0-12 0,1 27 0,-2-34-4460,0 48 4460,-2-49 4460,-1 63-4460,1-67 230,-3 32-230,4-35 0,-1 25 0,2-19 6784,-2 22-6784,2-28 0,-2 50 0,2-47 0,0 53 0,0-55 0,0 17 0,0-22 0,0 35 0,0-35 0,0 27 0,0-34 0,0 49 0,0-32 0,0 40 0,0-49 0,-3 22 0,3-23 0,-2 36 0,4-30 0,-1 38 0,1-36 0,-2 20 0,0-32 0,0 15 0,0-13 0,0 7 0,0-13 0,0 12 0,0-10 0,0 12 0,0-16 0,0 5 0,0-10 0,-2 7 0,2-10 0,-2 6 0,0-3 0,1 5 0,-1-4 0,1 6 0,-2-9 0,1 5 0,0-6 0,0 8 0,2-7 0,-4 14 0,3-12 0,-2 8 0,2-11 0,-1 2 0,1-3 0,-2-2 0,-1-1 0,-9 0 0,-6 0 0,-23 0 0,7 0 0,-27 0 0,33 3 0,-44 2 0,45-2 0,-36 4 0,40-7 0,-6 2 0,17-2 0,5 0 0,6 0 0,0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1.1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345 1 24575,'-4'6'0,"0"0"0,-1 3 0,-1 3 0,1-3 0,-2 2 0,0 1 0,-15 22 0,3-8 0,-21 29 0,20-27 0,-18 23 0,21-26 0,-15 19 0,18-21-6784,-22 22 6784,22-25 0,-18 21 0,24-30 0,-2 8 0,8-13 0,0-2 0,2-2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1.6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23681,'16'21'0,"-6"-4"0,6-1 442,-8-4-442,4 3 0,0-3 0,-2 2 0,4-2 149,-1 3-149,22 15 75,-20-16-75,19 16 228,-28-24-228,8 6 0,-9-8 0,1 3 0,-4-3 0,-2-2 0,0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2.9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19 24575,'4'6'0,"0"5"0,-2-6 0,1 11 0,-1-8 0,2 4 0,-4-2 0,4-5 0,-2 11 0,2-10 0,1 7 0,-1-8 0,-2-3 0,2-1 0,-2-4 0,4-1 0,-2-3 0,2 1 0,-1-3 0,-1 2 0,1-4 0,1-3 0,-1 2 0,5-7 0,-6 8 0,5-5 0,-8 8 0,2 0 0,-3 12 0,2-1 0,-1 10 0,3 1 0,-4 1 0,5 10 0,-3-6 0,16 45 0,-12-34 0,6 20 0,1 0 0,-5-16 0,6 39 0,-8-47 0,-4 16 0,-4-18 0,-7 19 0,1-25 0,-14 12 0,9-22 0,-18 9 0,11-13 0,-14 2 0,17-6 0,-13-4 0,20 1 0,-11-7 0,16 3 0,-2-4 0,5 2 0,7-13 0,-2 9 0,8-12 0,-3 16 0,14-12 0,-10 14 0,12-11 0,-16 16 0,3-4 0,-6 3 0,1 0 0,-2 0 0,0-1 0,0 2 0,-2 0 0,0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4.1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460 0 24575,'-8'2'0,"-1"2"0,-1-3 0,-9 3 0,7-3 0,-9 1 0,-5 0 0,6 1 0,-22 2 0,19 0-6784,-47 5 6784,43-5 0,-47 8 0,57-11 0,-15 6 0,25-7 0,0 2 0,6-1 6784,1 5-6784,0-1 0,2 7 0,0 0 0,5 16 0,-2-11 0,2 18 0,-2-16 0,3 55 0,-5-32 0,1 10 0,-1 0 0,-2-10 0,0 9 0,0 0 0,-1-10 0,0 58 0,0-52 0,-2 17 0,-2 1 0,0-5-769,-2 35 0,-1 0 769,0-36 0,2 14 0,-1-3-259,0-23 259,3 4 0,0 3 0,-4 7 0,3 2 0,1 1 0,0-4 0,0 7 0,1-1 0,1-14 0,0 3 0,-1-4 0,2-23 0,-2 49 1517,2-54-1517,-3 38 280,3-48-280,0 26 0,0-29 0,2 24 0,-1-26 0,2 11 0,-2-12 0,1 2 0,-2-6 0,1 0 0,2-2 0,1-2 0,2 0 0,-2-4 0,15 0 0,-4 1 0,21-5 0,-15 4 0,18-3 0,-18 2 0,24 0 0,-21 0 0,16 0 0,-27 1 0,1 1 0,-14 1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7:56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 24575,'12'0'0,"-2"0"0,2 0 0,3 0 0,1 0 0,14-2 0,-10 1 0,37-4 0,-27 5 0,16-5 0,-17 3 0,-9-1 0,13-1 0,-18 3 0,2 1 0,-15 4 0,-2 1 0,0 5 0,0-2 0,0 14 0,0-5 0,0 22 0,0-16 0,0 14 0,0-18 0,0 23 0,2-14 0,-1 38 0,1-33 0,-2 37 0,3-44 0,0 47 0,2-32 0,1 26 0,-1-25 0,1 56 0,-1-56 0,-2 23 0,0 1 0,0-20 0,1 52 0,-1-58 0,0 33 0,0-43 0,-3 30 0,0-33-6784,-3 40 6784,3-34 0,-7 41 0,4-51 0,-5 22 0,4-28 0,-2 20 0,1-14 6784,2 12-6784,-2-15 0,5 0 0,-7 14 0,1 0 0,-2 6 0,1-6 0,5-21 0,-2 8 0,3-9 0,-3 12 0,3-9 0,-1 17 0,2-20 0,-2 17 0,2-20 0,-3 9 0,3-13 0,0 11 0,0-10 0,-2 11 0,2-9 0,-2 4 0,0-3 0,1 1 0,-1-3 0,0 9 0,2-10 0,-2 16 0,2-14 0,-2 9 0,2-9 0,-2 3 0,2-4 0,-2 7 0,2-9 0,-2 11 0,2-11 0,0 11 0,0-11 0,0 5 0,0-6 0,0 0 0,0 0 0,0 0 0,0 0 0,-2-2 0,-2 2 0,-7-3 0,-14 6 0,5-3 0,-14 2 0,15-4 0,-18 0 0,16 0 0,-16 1 0,25-1 0,-10 0 0,16 0 0,-4 1 0,7-2 0,2-1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30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5 24575,'-16'-2'0,"5"2"0,-3-2 0,7 2 0,3 0 0,-2 0 0,1 0 0,-5 0 0,0 2 0,-5 2 0,1-1 0,4 3 0,0-6 0,7 4 0,-3-2 0,0 2 0,1 2 0,-5 5 0,7-4 0,-5 3 0,8-6 0,-4 8 0,2-6 0,-1 8 0,2-7 0,1 15 0,0-10 0,0 13 0,0-16 0,0 6 0,0-7 0,9 24 0,-4-18 0,9 17 0,-3-15 0,-4-7 0,3 1 0,-3-6 0,-3-1 0,2-1 0,0-1 0,-1 0 0,1 1 0,-2-2 0,0 0 0,0 0 0,2-2 0,0 1 0,0-1 0,0 2 0,0 0 0,-1 0 0,3 0 0,-4 0 0,0-1 0,0 0 0,-2-2 0,2 0 0,0 1 0,0 0 0,0 2 0,-1-2 0,0 2 0,-1-2 0,4 2 0,-3-2 0,2 0 0,-4 0 0,1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31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24575,'2'-5'0,"-2"0"0,4 4 0,0-1 0,-1 1 0,5-2 0,-3 1 0,7 0 0,-2 0 0,5 2 0,-6-2 0,11 4 0,-11 0 0,11 6 0,-15-5 0,1 6 0,-4-4 0,-2 1 0,0 3 0,0 3 0,0-4 0,-4 7 0,3-8 0,-4 10 0,2-9 0,1 4 0,-2-8 0,2 4 0,0-3 0,-2 2 0,3-3 0,-2 2 0,1-3 0,-3 4 0,3-4 0,-1 3 0,2-2 0,-1 0 0,0-2 0,2 2 0,-2-2 0,0 0 0,2 2 0,-2-2 0,0 0 0,7-6 0,-5 3 0,5-4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32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24575,'-4'4'0,"2"0"0,-2 0 0,3 0 0,-2-1 0,2 0 0,-2-1 0,2 2 0,-2 0 0,0 1 0,1-1 0,0 0 0,0-2 0,2 1 0,-2 0 0,2 1 0,0 0 0,0 0 0,-2 0 0,2 0 0,-2 0 0,2 0 0,0 0 0,0 2 0,0-2 0,0 2 0,0-2 0,0 0 0,2 0 0,-2 0 0,2 1 0,0-1 0,-2 0 0,4 0 0,-4 0 0,4 2 0,-2-4 0,0 4 0,2-6 0,-4 4 0,4-4 0,-2 4 0,2-4 0,2 2 0,-1 0 0,0-2 0,0 2 0,-1-2 0,0 0 0,0-2 0,0 2 0,0-2 0,-2 4 0,2-2 0,-2 2 0,0-4 0,2 0 0,-4 0 0,2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34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5 24575,'-7'-2'0,"1"1"0,2 0 0,-9 1 0,7 0 0,-9 0 0,7 0 0,-2 2 0,-2 0 0,2 0 0,-10 8 0,11-8 0,-10 9 0,14-9 0,-5 6 0,5-4 0,-4 6 0,3-3 0,-3 11 0,4-9 0,-1 10 0,3-11 0,0 1 0,0 1 0,-1-4 0,1 3 0,-3 3 0,5-4 0,-3 7 0,4-5 0,-2 14 0,2-14 0,-2 16 0,2-21 0,0 11 0,0-11 0,0 9 0,1-9 0,3 14 0,-1-12 0,2 12 0,-2-14 0,-1 5 0,2-6 0,-2 6 0,0-5 0,2 2 0,-2-3 0,4 6 0,-3-4 0,4 5 0,-4-6 0,3-1 0,-4-1 0,1 0 0,0-1 0,1 1 0,0-2 0,2 1 0,-2-2 0,4 1 0,-4 0 0,4 1 0,1-2 0,6 0 0,-2 0 0,11 0 0,-13 0 0,7 0 0,-12 0 0,2-2 0,-4 1 0,0-2 0,0 0 0,-3-2 0,2 2 0,1-5 0,1 8 0,1-8 0,-2 6 0,0-4 0,-2 1 0,3 0 0,-2 0 0,5-3 0,-6 4 0,6-2 0,-8 2 0,6-1 0,-6 1 0,6-2 0,-5 2 0,4-6 0,-5 5 0,4-9 0,-4 9 0,4-9 0,-4 9 0,4-9 0,-2 9 0,1-9 0,-2 9 0,-1-12 0,0 9 0,0-7 0,0 8 0,0 1 0,0 2 0,0-2 0,0 1 0,0-2 0,0 2 0,0-1 0,0 0 0,-1 1 0,0 0 0,-7-8 0,6 7 0,-8-11 0,9 12 0,-6-5 0,4 5 0,-5-1 0,6 2 0,-8-2 0,7 2 0,-6-2 0,4 2 0,-11-2 0,9 1 0,-13-1 0,15 2 0,-5 1 0,6 3 0,2 2 0,-2 1 0,2-2 0,-1-1 0,2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36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0 24575,'-4'4'0,"2"0"0,-4 2 0,3 1 0,-5 0 0,5 1 0,-3-3 0,-5 14 0,-1-4 0,-10 16 0,10-8 0,-3 4 0,4-3 0,1 9 0,2-7 0,1 14 0,7-20 0,-2 10 0,4-15 0,3 20 0,1-14 0,1 14 0,-3-19 0,3 3 0,1-1 0,4 7 0,-3-5 0,9 8 0,-9-18 0,8 8 0,-8-13 0,8 2 0,-4-3 0,11-1 0,-2-1 0,11-8 0,-12 2 0,6-6 0,-19 7 0,8-9 0,-13 8 0,9-9 0,-11 5 0,4-8 0,-4 8 0,1-11 0,-2 8 0,0-13 0,2 11 0,-2-11 0,2 14 0,0-23 0,-2 22 0,2-25 0,-2 27 0,-2-24 0,2 20 0,-4-11 0,1 15 0,-3-8 0,1 6 0,-5-14 0,6 16 0,-4-9 0,6 13 0,-4-7 0,3 7 0,-6-11 0,8 11 0,-9-7 0,8 7 0,-6-1 0,5 2 0,-9-2 0,10 2 0,-11-3 0,11 3 0,-13 0 0,9 0 0,-9 1 0,8 1 0,1 2 0,2 0 0,0 2 0,2 0 0,-2 2 0,4 0 0,-2 0 0,0 0 0,0 2 0,-1-3 0,1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37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26 24575,'-2'-7'0,"0"3"0,-3 0 0,1 2 0,0 0 0,0 0 0,-2 2 0,-3-2 0,0 2 0,-10-2 0,9 2 0,-11 3 0,11 0 0,-6 5 0,8-1 0,-7 3 0,7-2 0,-5 6 0,2-8 0,-11 14 0,10-9 0,-10 10 0,16-9 0,-2 0 0,4-5 0,0 4 0,1-3 0,2 14 0,1-13 0,0 10 0,0-12 0,3 8 0,0-6 0,5 7 0,-3-8 0,4 5 0,-4-8 0,6 5 0,-4-7 0,3 0 0,-3-3 0,3 0 0,-3 0 0,3 2 0,-2-2 0,15 0 0,-10 0 0,18-4 0,-22 3 0,7-2 0,-12 2 0,2-4 0,-3 2 0,0-1 0,-2 2 0,0 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38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24575,'0'7'0,"0"-1"0,0 2 0,0-1 0,0 5 0,0-2 0,0 0 0,2 3 0,0-5 0,2 8 0,0-9 0,-1 4 0,2-2 0,0-2 0,1-1 0,2-2 0,-4-6 0,6-4 0,-5 1 0,4-13 0,-2 11 0,6-22 0,-5 19 0,4-13 0,-7 14 0,3-2 0,-4 3 0,2-1 0,-3 3 0,-1 3 0,-2 4 0,0 5 0,0 0 0,1 1 0,0 5 0,1-2 0,7 29 0,-2-16 0,3 12 0,-1-19 0,-2 9 0,4 2 0,6 18 0,-9-22 0,4 15 0,-12-28 0,3 15 0,-3-18 0,0 7 0,-5-5 0,0 5 0,-4-5 0,-5 5 0,6-10 0,-6 7 0,7-10 0,-5 3 0,5-4 0,-7 0 0,6 0 0,-2 0 0,3 0 0,1-4 0,4 1 0,0-3 0,4 0 0,-2 0 0,4-5 0,-2 2 0,14-12 0,-6 9 0,17-7 0,-14 12 0,11 0 0,-9 5 0,12-2 0,-8 3 0,11-1 0,-14 2 0,13 0 0,-19 0 0,12 0 0,-19-2 0,2 1 0,-5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44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1321 0 24575,'7'5'0,"-1"-1"0,-4 0 0,0 0 0,-2 2 0,0-1 0,-2 3 0,-1-3 0,-4 8 0,0-5 0,-2 6 0,-11 8 0,6-9 0,-13 12 0,2-5 0,-2 2 0,-20 7 0,11-8 0,-7 1 0,-15-2 0,0 1 0,-32 4 0,25-6 0,4-3 0,1 0 0,4-1 0,-4 2 0,3-2 0,22-5 0,-46 7 0,53-11 0,-57 5 0,56-7 0,-47-1 0,59-4 0,-33-3 0,40 4 0,-11-2 0,14 2 0,-3 0 0,-2 14 0,2-4 0,-2 8 0,8-6 0,1-5 0,0 4 0,0-1 0,1 2 0,0 7 0,-1-3 0,3 17 0,-2-18 0,4 25 0,0-28 0,10 31 0,-4-32 0,3 16 0,-7-24 0,-2 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45.3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24575,'6'8'0,"-1"-1"0,9 9 0,-8-8 0,14 10 0,-1-2 0,2 1 0,20 11 0,-18-11 0,42 16 0,-33-17 0,25 7 0,-32-14 0,34 4 0,-31-9 0,31 6 0,-36-9 0,27 3 0,-29-3 0,21 1 0,-34-4 0,8 2 0,-10-2 0,8 2 0,-9 0 0,14 3 0,-10 0 0,16 6 0,-12-4 0,20 10 0,-9-5 0,17 8 0,-16-6 0,44 17 0,-38-15 0,24 8 0,3 1 0,-11-4 0,45 16 0,-53-19 0,33 13 0,-43-17 0,19 9 0,-30-14 0,-9-3 0,0 1 0,-6-3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46.1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25 24575,'22'0'0,"-5"0"0,0 0 0,-2 0 0,6 0 0,2 0-9831,17 0 8341,-5 0 2721,15-2 1,3 1-1232,3 0 0,5 0 0,-1-1 0,-10-1 1768,18 3-1768,-35-3 0,7 1 0,-9-1 6633,-8-2-6633,-6 4 0,-15 1 114,-5 2 0,1 0 0,0-2 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46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24575,'0'9'0,"0"0"0,0 2 0,0 1 0,0 5 0,0-1 0,0 6 0,0 30 0,6 33 0,-4 0-426,5-21 1,-1-4 425,-4 0 0,6 34 0,-5-42 0,0 26 0,2-33 0,0 6 0,-2-32 0,2 3 212,-5-14 1,3 4 0,-3-10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48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 24575,'17'3'0,"1"-1"0,34 1 0,-21 2 0,24-5 0,-8 3 0,-4-3 0,42 0 0,-31 0 0,10-4 0,0-1 0,-14 1 0,6-2 0,-5 1 0,-28 2 0,28-5 0,-43 8 0,14-5 0,-23 7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8:49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1 24575,'-2'9'0,"1"3"0,0-4 0,1 6 0,0-2 0,-3 5 0,3-2 0,-3 20 0,3-11 0,-3 75 0,2-50-809,0 17 1,-1 2 808,-1-6 0,2-4 0,1-1 0,-3-1-7525,0 41 7525,0-55 1806,0 37-1806,2-50 0,3 12 0,1-31 138,1 1 0,-4-8 0,2 1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30.4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5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6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7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7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8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8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9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0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1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24575,'1'6'0,"0"2"0,1-4 0,-2 2 0,0-2 0,0 0 0,0 0 0,2 0 0,-2-2 0,2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4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24575,'2'2'0,"0"0"0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4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24575,'2'4'0,"0"0"0,-2 0 0,0 0 0,2 0 0,-2 0 0,2 0 0,-2 0 0,0-1 0,0-2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5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2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24575,'-2'6'0,"-2"0"0,4-2 0,-2 0 0,2 0 0,-2 4 0,1-3 0,-3 1 0,4 0 0,-2-3 0,2 5 0,0-4 0,0 0 0,0-2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3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24575,'-2'4'0,"0"0"0,2 0 0,0-2 0,0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3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24575,'0'6'0,"0"-2"0,0-2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5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6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6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2.0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0 24575,'-29'68'0,"12"-25"0,-14 23 0,11-30-8503,-7 10 8503,9-18 1719,-7 13-1719,8-23 0,-14 26 0,11-22 0,-14 19 0,19-26 6784,-6 10-6784,16-18 0,-1 5 0,4-10 0,0 6 0,0-9 0,2 4 0,0-5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2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24575,'7'9'0,"-1"-2"0,-1 3 0,1-4 0,-1 5 0,4-2 0,-2 0 0,5 6 0,23 32 0,-11-23 0,19 32 0,-26-39 0,8 9 0,-8-7 0,9 7 0,-7-9 0,2 8 0,-10-14 0,6 7 0,-11-8 0,7 1 0,-9-7 0,1 2 0,-4-5 0,-1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4.9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1 223 24575,'4'-5'0,"0"1"0,6-4 0,7-6 0,19-7 0,-1 0 0,-2 5 0,-4 5 0,-13 4 0,63-11 0,-39 7 0,21-2 0,0 0 0,-17 3 0,29-2 0,4 0 0,-12 4-567,17 0 0,0 1 567,-15 7 0,-6-2 0,-1 1-645,-1 1 645,8 1 0,3 0 0,10 3 0,-15 2 0,10 1 0,-8 1 0,22 5 0,-1 4 0,-3-1-1090,-27-3 1090,17 7 0,2 2 0,2-3 0,-1 4 0,-2 0 0,-13-4-261,-7-1 0,-2 0 261,-2-3 0,8 7 0,1 2 0,-7-1 0,-4-1 0,-1-1 1001,-3 1-1001,5 3 624,-22-12-624,-4 1 1158,-13-9-1158,2 5 608,-8-7-608,1 3 0,-7-4 0,2-2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5.5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24575,'4'11'0,"8"12"0,-4-11 0,5 11 0,-2-10 0,-3-1 0,6 2 0,10 15 0,-8-13 0,28 33 0,-28-35 0,21 23 0,-24-26 0,10 9 0,-15-12 0,10 10 0,-12-12 0,2 11 0,-6-11 0,-2 11 0,0-9 0,-2 9 0,0-8 0,-7 13 0,3-10 0,-5 12 0,3-9 0,-10 20 0,9-13 0,-12 19 0,14-27 0,-5 11 0,7-14 0,-6 15 0,5-14 0,0 7 0,2-4 0,2-6 0,-1 4 0,1-9 0,2-3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30.4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5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6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7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7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8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8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9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0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1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24575,'1'6'0,"0"2"0,1-4 0,-2 2 0,0-2 0,0 0 0,0 0 0,2 0 0,-2-2 0,2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4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24575,'2'2'0,"0"0"0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4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24575,'2'4'0,"0"0"0,-2 0 0,0 0 0,2 0 0,-2 0 0,2 0 0,-2 0 0,0-1 0,0-2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5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2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24575,'-2'6'0,"-2"0"0,4-2 0,-2 0 0,2 0 0,-2 4 0,1-3 0,-3 1 0,4 0 0,-2-3 0,2 5 0,0-4 0,0 0 0,0-2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3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24575,'-2'4'0,"0"0"0,2 0 0,0-2 0,0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3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24575,'0'6'0,"0"-2"0,0-2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5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6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6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26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24575,'11'11'0,"0"0"0,1 1 0,-3-3 0,6 6 0,7 5 0,-5-6 0,46 32 0,-36-27 0,39 24 0,-46-29 0,11 2 0,-18-11 0,4 1 0,-11-5 0,0 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27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293 1 24575,'-4'6'0,"0"3"0,0-5 0,-3 5 0,1-3 0,-2 6 0,0-3 0,-6 15 0,-11 7 0,2 3 0,-15 12 0,21-16 0,-31 26 0,32-29 0,-24 25 0,29-38 0,-2 8 0,8-13 0,3-4 0,2-2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8.7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1 162 24575,'9'-16'0,"3"4"0,11-11 0,12 3-9831,-3 4 8341,0 2-665,-2 9 2155,-11-3 2155,26-1-2155,-10 1 0,16 0 0,4 2 0,5 1-301,13-1 0,1 1 301,-2 5 0,-2-1 0,1 2 0,0 6 1932,-9-2 1,-2 3-1933,-1 9 0,20 4 0,-1 1 0,-20 0-196,23 8 0,-4 1 196,-42-12 0,52 29 0,-29-16 0,3 13 0,-7-10 0,18 31 0,-41-36 847,41 37-847,-50-50 386,12 13-386,-24-24 0,-2 2 0,-6-6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9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0 24575,'8'17'0,"-3"-3"0,4 6 0,-3-3 0,3 1 0,1 11 0,1-6 0,11 25 0,-10-23 0,14 21 0,-17-26 0,10 11 0,-13-18 0,6 5 0,-9-10 0,1 4 0,-4-7 0,-2 4 0,0-4 0,-4 5 0,-6-3 0,-7 15 0,-3-7 0,-17 26 0,14-23 0,-20 31 0,27-33 0,-17 28 0,22-20 0,-10 10 0,15-16 0,-5 11 0,9-17 0,-2 15 0,8-19 0,-2 2 0,2-8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1.3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317 1 24575,'-7'11'0,"-6"9"0,4-7 0,-9 18 0,7-15 0,-11 25 0,8-23 0,-9 20 0,-3-5 0,4-2 0,-19 30 0,21-36 0,-18 32 0,22-41 0,-3 14 0,9-20 0,4-2 0,4-10 0,2 1 0,0-10 0,2 8 0,-2-4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1.9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24575,'6'10'0,"-1"1"0,10 14 0,-5-8 0,6 7 0,0-5 0,-5-4 0,25 22 0,-18-18 0,25 24 0,-22-24 0,7 4 0,-12-12 0,3 6 0,-11-12 0,4 11 0,-9-14 0,0 5 0,-2-5 0,1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2.3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1 24575,'-2'6'0,"-2"3"0,1 1 0,-5 16 0,1-11 0,0 10 0,1-11 0,-1 3 0,1-4 0,-4 8 0,7-11 0,-3 9 0,3-12 0,-3 13 0,1-16 0,-3 15 0,5-10 0,-2 7 0,4-11 0,-1 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2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24575,'7'-1'0,"-1"0"0,6-3 0,-1 4 0,7-2 0,6-1 0,-7 3 0,21-5 0,-17 5 0,33-5 0,-21 4 0,8-2 0,0 1 0,-28 2 0,12-3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3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43 24575,'8'0'0,"1"0"0,2 0 0,1 0 0,2 0 0,1 0 0,-1-2 0,12-1 0,8-5 0,16 2 0,-11-3 0,5 4 0,-26 2 0,3 1 0,-14 0 0,-3 1 0,-2-1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4.6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213 0 24575,'-2'9'0,"2"-1"0,-4 4 0,-1-7 0,0 8 0,-2-7 0,0 7 0,0-3 0,-11 14 0,0 3 0,-1 2 0,-12 15 0,18-28 0,-16 25 0,20-31 0,-10 14 0,16-16 0,-7 4 0,8-7 0,-1 1 0,2-8 0,1 2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5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24575,'5'10'0,"-1"-3"0,2 9 0,2-4 0,-1 2 0,2 0 0,3 10 0,-1-4 0,25 34 0,-18-32 0,35 45 0,-39-52 0,20 27 0,-20-28 0,10 11 0,-5-11 0,3 7 0,-12-15 0,0 2 0,-6-8 0,-2-2 0,2 0 0,-4-1 0,2 2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5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43 24575,'11'0'0,"2"0"-9831,16-3 8341,-5 3 4308,30-3-2818,-11 3 1719,3 0-1719,22-3 0,-26 0 0,51-1 0,-43-1 0,18 3 0,0 0 0,-22-4 0,24 3 0,-6 0 0,-39 0 6784,27 0-6784,-43 3 0,-6 0 0,-2 4 0,-5-1 0,2 2 0,0-2 0,-2-1 0,4 1 0,-2-2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6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24575,'2'14'0,"-1"0"0,3 0 0,-3 3 0,3 1 0,-3 5 0,4 9 0,0 16-8503,1-6 8503,2 2 1719,0 1-1719,0-2 0,-3-3 0,1-6 0,-5-30 0,1-2 6784,-2-9-6784,2-3 0,-2 3 0,3 0 0,-3 6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7.2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24575,'0'22'0,"3"30"0,-3-17 0,3 24 0,0-21 0,1 42 0,0-27 0,-1 23 0,0-34 0,0 30 0,0-23 0,-1 44 0,3-60 0,-2 16 0,2-34 0,4 13 0,-6-21 0,6 8 0,-7-11 0,2-3 0,0 0 0,8-6 0,-4 1 0,10-12 0,-6 1 0,7-9 0,1 4 0,-7 1 0,2 4 0,-4-6 0,0 5 0,-2 1 0,-4 9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7.7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45 21385,'25'-3'0,"-1"1"0,0-1 0,-3 0 0,6 3 1528,8 0-1528,17-4 538,-8 0-538,18-1 275,-35 1-275,15 1 849,-16 0-849,-2-3 0,-9 5 0,-9-3 0,-4 4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48.7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 24575,'11'0'0,"-2"0"0,-1 0 0,-1 0 0,2 2 0,-1 0 0,-1 3 0,4-1 0,6 10 0,-5-5 0,2 11 0,-12-10 0,-2 11 0,0-10 0,-5 24 0,-1-17 0,-10 31 0,5-30 0,-5 14 0,9-23 0,-1 3 0,5-7 0,-1-4 0,4-8 0,2 0 0,1-6 0,1 5 0,0 0 0,3-1 0,-1 1 0,3-4 0,0 1 0,3-4 0,7 4 0,-2-5 0,32-15 0,-17 3 0,13-5 0,-16 4 0,-19 17 0,6-12 0,-12 15 0,1-8 0,-5 11 0,0-3 0,-2 8 0,0 0 0,-4 2 0,1 4 0,-32 21 0,20-10 0,-28 19 0,32-23 0,-7 9 0,7-2 0,-4 19 0,8-17 0,3 11 0,6-25 0,4 9 0,11 8 0,5 0 0,4 0 0,11-9 0,-20-14 0,32 3 0,-28-7 0,30 1 0,-25-6 0,12 2 0,-20-3 0,0 4 0,-11 0 0,-3 2 0,-3 0 0,-1 2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0.0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1 24575,'0'16'0,"0"3"0,2 8 0,-1-1 0,1 1 0,-2 3 0,0-11 0,0 17 0,0-7-6784,3 18 6784,-1-19-2795,1 4 2795,1-20 0,-1 1 0,3-4 0,-2-2 0,2-2 0,15-7 0,-11 2 0,22-11 5399,-21 6-5399,68-49 4180,-49 33-4180,14-10 0,-3 1 0,-17 12 0,11-16 0,-15 18 0,-3-5 0,-11 13 0,-4 3 0,-2-1 0,0 3 0,-4 7 0,-1 4 0,1 3 0,-5 10 0,3-5 0,-9 33 0,6-23 0,-6 38 0,11-36 0,-11 61 0,13-50 0,-8 56 0,7-59 0,0 25 0,-2-27 0,-3 24 0,2-29 0,-17 32 0,13-41 0,-20 18 0,8-24 0,-16-3 0,13-4 0,-39-15 0,41 3-6784,-41-15 6784,43 13 0,-10-19 0,23 17 0,-2-14 0,12 11 0,6-12 0,1 10 6784,12-8-6784,-7 16-6784,38-16 6784,-27 16 0,54-25 0,-48 23 0,30-11 0,-38 15 0,17-7 0,-23 9 6784,10-6-6784,-19 6 0,-1 0 0,-6-2 0,1 3 0,-2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0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185 0 19181,'-15'21'0,"0"0"0,6-9 0,-1 5 0,0 1 2491,-10 13-2491,6-5 919,-12 18-919,12-22 477,-5 14-477,7-25 1507,0 14-1507,7-14 0,1 6 0,4-10 0,4 4 0,-3-8 0,2 3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0.8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 24575,'9'0'0,"15"0"0,-3 0 0,17 0 0,-16 0 0,11 0 0,-14 0 0,41 0 0,6 0 0,3 0 0,17 0 0,-46 0 0,14-2 0,-32 1 0,-4-1 0,-13 2 0,-1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1.5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24575,'8'0'0,"1"0"0,2 0 0,13 0 0,-4 0 0,25 0 0,-21 0 0,47 0 0,-28 0 0,13 0 0,-6 0 0,-26 0 0,22 2 0,-20-1 0,11 3 0,-22-3 0,2 1 0,-15-2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3.1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169 1 24575,'3'11'0,"-1"3"0,0-1 0,-1 0 0,3-1 0,-4-4 0,2 4 0,0 0 0,-1 0 0,1-1 0,2 17 0,-1-17 0,3 18 0,-3-24 0,-2 3 0,1-6 0,1 0 0,3-2 0,2-4 0,7-2 0,1-3 0,-1 2 0,14-9 0,-14 7 0,15-4 0,-20 6 0,6 0 0,-8 3 0,1-3 0,-5 3 0,-3 2 0,0-2 0,2 2 0,-2-2 0,1-4 0,-1 3 0,4-10 0,-2 9 0,4-12 0,-6 10 0,5-7 0,-5 8 0,4-6 0,-4 13 0,3-3 0,-4 14 0,0 1 0,0 3 0,0 18 0,0-5 0,0 35 0,3-27 0,2 32 0,-1-33 0,9 44 0,-9-38 0,10 37-6784,-11-50 6784,2 13 0,-2-1 0,-8-14 0,4 12 0,-18-20 0,8-11 0,-16 8 6784,11-12-6784,-55 7 0,38-8 0,-23-4 0,-2-1 0,20-3 0,-36-12 0,54 11 0,-3-4 0,14 4 0,-6-10 0,9 8 0,1-15 0,10 15 0,12-16 0,-2 16 0,19-11 0,-11 13 0,38-8 0,-11 8 0,22-3 0,-26 4 0,11-1 0,0 0 0,-17 0 0,57-4 0,-86 7 0,2 3 0,-13-1 0,-1 2 0,-3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3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 24575,'9'-2'0,"4"0"0,-6 2 0,10 0 0,-5 0 0,17 0 0,-6 0 0,47 0 0,-18 0 0,35-2 0,-37 1 0,-9-1 0,-12-1 0,5 3 0,-9-5 0,3 3 0,-21-1 0,-5 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4.0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24575,'2'14'0,"1"21"0,2-17 0,1 23 0,-3-25 0,-1 6 0,1-7 0,0 15 0,2 1 0,-2-4 0,-1 10 0,0-22 0,-1 13 0,1-18 0,-2 8 0,0-13 0,0 5 0,0-6 0,0 2 0,0-1 0,0-1 0,0-2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4.6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0 24575,'0'9'0,"-2"14"0,1 1 0,-4 23-8503,5-10 8503,-3 6 1719,0 9-1719,3-10 0,-5 29 0,4-28 0,-4 25 0,5-30 6784,0 11-6784,2-24 0,3-1 0,-1-14 0,0 0 0,-2-6 0,2 0 0,-4 0 0,6-2 0,-1 2 0,2-4 0,1 4 0,-4-3 0,8 0 0,-7-1 0,11-9 0,-13 6 0,4-6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5.1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52 24575,'23'-2'0,"-5"-1"0,9 3 0,0-2 0,2 2 0,20-5 0,-15 2 0,10-3 0,3 0 0,-13 3 0,26-4 0,-31 6 0,8-6 0,-27 7 0,-2-4 0,-6 3 0,-2-1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56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184 0 24575,'0'9'0,"2"2"0,-2-1 0,2 3 0,1 8 0,-3-4 0,2 9 0,-2-4 0,3 3 0,-3 7 0,5-9 0,-5 3 0,2-13 0,0-3 0,3-9 0,0-7 0,1-3 0,4-7 0,-1 1 0,15-8 0,-11 2 0,17-12 0,-17 16 0,14-15 0,-18 23 0,5-7 0,-12 17 0,0 3 0,-2 4 0,0 17 0,0-7 0,2 31 0,1-21 0,2 26 0,-2-23 0,2 36 0,-4-30 0,1 27 0,-5-21 0,-2 7 0,1-16 0,-8 8 0,10-26 0,-14 8 0,10-14 0,-24 5 0,15-12 0,-39 1 0,25-5 0,-28-5 0,20 2 0,-8-7 0,18 5 0,-2-5 0,19 3 0,-1-6 0,8 5 0,10-19 0,-1 17 0,19-17 0,-9 17-6784,59-9 6784,-43 8 0,62-2 0,-57 6 0,22 2 0,19-1 0,3 2 0,0-1 0,-16 3 0,-46-2 1696,-9 5 0,-11-2 0,0 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04.0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808 3 24575,'-24'-2'0,"3"3"0,-4-2 0,7 3 0,1 0 0,-10 5 0,6 2 0,-22 31 0,24-18 0,-9 34 0,23-26 0,-5 45 0,8-19 0,-2-3 0,0 1 0,4 9 0,-1-6 0,2 0 0,5 4 0,2 6 0,2 2 0,5-5 0,-1-1 0,0-3 0,0-10 0,10 38 0,-14-51 0,8 30 0,-11-36 0,7 24-6784,-10-27 6784,5 6 0,-4-5 0,2-11 0,0 4 0,-1-13 0,-4-10 0,0-4 0,0 0 6784,0-14-6784,2 10 0,-2-15 0,0 16 0,-2-2 0,-1 8 0,-4 0 0,1 4 0,-13 15 0,2-1 0,-21 29 0,14-19 0,-19 31 0,20-21 0,-8 15 0,-2 2-495,2 0 495,-3 10 0,1-1 0,9-18 0,4 16 0,2 7 0,4-10 0,3 2 0,-2 20 0,0 4 0,1-3 0,2-1-555,4-8 0,2-5 555,-2 25 0,4 1 0,0-53 0,-5 32 467,2-44-467,-8 23 0,5-31 0,-9 6 1138,9-10-1138,-10-3 0,2-3 0,-1-4 0,-12 6 0,-3-7 0,5 3 0,-12-5 0,23-2 0,-10 0 0,12 0 0,-5 0 0,9-2 0,-5 2 0,10-4 0,-3 2 0,6-5 0,0 1 0,0-1 0,0-2 0,3-11 0,1 7 0,0-6 0,-1 15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05.5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1 24575,'-7'6'0,"2"1"0,-8 10 0,5-3 0,-8 7 0,5-4 0,-4-1 0,-9 22 0,7-15 0,-17 24 0,21-30 0,-14 21 0,19-26 0,-11 16 0,15-18 0,-6 6 0,9-8 0,-1 0 0,2-6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05.9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24575,'2'9'0,"5"9"0,3-4 0,3 7 0,2-3 0,-5-5 0,5 9 0,-2-8 0,6 7 0,-3-2 0,2-5 0,37 36 0,-27-28 0,32 28 0,-45-39 0,-1 1 0,-10-9 0,-1 0 0,-2-3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06.3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0 24575,'-4'9'0,"-1"0"0,0 6 0,-3 12 0,-7 6 0,1 4 0,-3-9 0,5-2 0,4-12 0,-3 10 0,6-11 0,-6 23 0,5-22 0,0 22 0,4-29 0,2 3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07.2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0 24575,'0'19'0,"0"-6"0,0 3 0,0-8 0,0 8 0,0-6 0,0 3 0,2-3 0,1 23 0,-1-18 0,2 19 0,-1-24 0,3 2 0,1-7 0,1-1 0,1-4 0,19-17 0,-9 5 0,25-20 0,-24 14 0,10-7 0,-14 9 0,1-7 0,-8 10 0,-4-13 0,-3 16 0,-5-5 0,0 13 0,-5 8 0,3-1 0,-7 16 0,5-4 0,-8 24 0,6-7-6784,-1 16 6784,5-14 0,0 35 0,5-32 0,2 42 0,-1-46 0,6 17 0,-6-27 6784,1 20-6784,-2-20 0,0 6 0,-6-5 0,-1-12 0,-5 8 0,-7-16 0,8-2 0,-28-6 0,23-1 0,-35-12 0,33 8 0,-15-14 0,23 15 0,0-8 0,8 9 0,4-11 0,0 10 0,4-6 0,1 8 0,10-7 0,-3 5 0,7-5 0,-14 8 0,-3 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07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156 1 22315,'-12'16'0,"0"2"1097,3-6-1097,-1 2 0,0 4 380,-6 4-380,4-4 193,-10 12-193,11-16 590,-8 14-590,13-17 0,-5 5 0,10-10 0,-3-2 0,4-2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09.0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466 16 24575,'-16'3'0,"5"-2"0,-2-1 0,4 0 0,0 0 0,-2 0 0,1 0 0,-4 0 0,5-2 0,-30-1 0,23 1 0,-45-5 0,44 6 0,-19-4 0,24 5 0,-10 0 0,13 0 0,-8 0 0,13 0 0,2 2 0,0 0 0,2 4 0,0 1 0,0 2 0,0 2 0,0 1 0,-2 14 0,4 13-6784,-1-4 6784,4 4-4054,-3-18 4054,1-1 0,0 24 0,0 19 0,1 4 0,0 9 0,-2 15 0,-1-4 0,-2-33 1903,-1 21 0,-2 4-1903,-3-3 0,2 7 0,-1-2 0,-4-16 0,2-1 0,0 14 0,1-12 5654,1 6-5654,0 1 0,-1 14 0,2-17 0,5-9 0,-4 7 0,-1-5 0,4-32 0,-10 57 0,10-61 0,-6 36 0,4-44 0,-4 16 0,4-20 1378,-5 21-1378,7-27 0,-5 14 0,6-14 0,-4 7 0,3-7 0,-4 14 0,4-12 0,-3 13 0,4-16 0,0 2 0,0-6 0,0 0 0,0 0 0,0 0 0,0 0 0,1-4 0,2 0 0,3-4 0,9-3 0,-4 4 0,18-5 0,-11 5 0,13-4 0,-12 4 0,15-4 0,-16 6 0,4-3 0,-9 1 0,-8 0 0,1-3 0,-4 0 0,0 3 0,-2 0 0,2 3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10.5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56 24575,'5'-4'0,"3"-1"0,-1 1 0,3 1 0,0-1 0,-2 2 0,6-1 0,-1-3 0,8 3 0,-6-4 0,14 2 0,-13 0 0,4 2 0,-8 1 0,-7 10 0,1-2 0,-2 10 0,-1-4 0,1 5 0,5 20 0,0 8 0,3 41 0,-2-32 0,-5-1 0,-1-2 0,5-7 0,-3 9 0,-1 2 0,2 1 0,-1-4 0,0 0 0,0-6 0,0 5 0,0 0 0,-3-9 0,2 8 0,0 2 0,-1-3 0,4 44 0,-2-40 0,0 47 0,-2-50 0,1 43 0,-2-48-3392,0 11 0,1 1 3392,1-15-16,-3 19 1,0-3 15,0-31 0,-2 36 0,0-46 0,2 19 0,-1-19 6769,1 25-6769,-2-26 46,0 13-46,0-19 0,0 7 0,0-8 0,-2 8 0,2-10 0,-4 5 0,3-8 0,0 6 0,-1-7 0,-1 2 0,-3-5 0,-1 0 0,-2 0 0,-3 0 0,2 0 0,-18-2 0,13 1 0,-33-6 0,25 3 0,-30-6 0,29 4 0,-23-1 0,17 5 0,-7 0 0,15 2 0,3-2 0,13 1 0,-1-1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11.2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53 24575,'5'-6'0,"1"0"0,3 3 0,-2 1 0,6 0 0,8-4 0,-4 1 0,18-1 0,-19 2 0,41-1 0,-31 2 0,31-1 0,-41 4 0,1 0 0,-11 0 0,-2 0 0,0 0 0,1 1 0,-1 0 0,0 1 0,1-2 0,-2 0 0,1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11.7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77 24575,'6'-2'0,"1"0"0,2 2 0,11-3 0,-6 3 0,20-6 0,-12 3 0,52-2 0,-36 0 0,38 2 0,-48-2 0,0 4 0,-2-4 0,-5 3 0,-2-1 0,-4-1 0,-9 2 0,0-3 0,-1 1 0,1 2 0,0-2 0,-1 4 0,1-2 0,-4 0 0,2-1 0,-4 1 0,2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48.3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746 1 24575,'-11'2'0,"-1"2"0,-3-3 0,1 1 0,-3-2 0,-13 2 0,3-1 0,-38 1 0,28-4 0,-47 1 0,43-1 0,-28 2 0,35 0 0,-17 0-6784,23 0 6784,-11 0 0,-5-5 0,18 4 0,-8-1 0,28 4 0,6 2 0,0 2 0,2 1 0,-1 6 6784,3-3-6784,6 21 0,-3-13 0,16 58 0,-18-42 0,15 53 0,-19-54 0,9 31-6784,-7-30 6784,3 17-88,3-15 88,-6 29 0,-1 22 0,-1-12 0,5 15-320,-4-11 1,-1 13-1,-1-19 320,-3-18 0,0 43-351,-1-28 351,1-13 0,0 0 0,3 6 0,-9 34 0,8-52 0,-12 54 0,6-55 6092,-6 37-6092,7-50 119,-3 18-119,5-25 1402,-3 13-1402,2-19-6215,-2 34 6215,4-32 0,-9 49 0,11-51 0,-8 31 0,6-30 0,-4 21 0,4-13 0,-4 26 0,7-27 0,-7 26 0,6-31 0,-6 22 0,7-20 0,-3 11 0,3-17 6784,-2 25-6784,2-24 0,-4 30 0,3-31 0,-3 9 0,4-17 0,-2 2 0,2-6 0,0 3 0,0-4 0,0 2 0,0-2 0,-2 2 0,2-2 0,-2 0 0,2 0 0,0 0 0,0 0 0,0 0 0,2-1 0,0-3 0,6-1 0,-1-3 0,6 4 0,3-2 0,-3 0 0,14 1 0,-13-1 0,23 2 0,-16 0 0,21 0 0,-26 0 0,6 0 0,-20-1 0,4-4 0,-5 2 0,3-1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50.1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24575,'5'4'0,"1"2"0,-2-6 0,9 2 0,-5-2 0,3 0 0,3 0 0,-5 0 0,15 0 0,-11 0 0,18 0 0,-11 0 0,15 2 0,-20-2 0,1 0 0,-13 0 0,-2 0 0,2 0 0,0 6 0,1-5 0,2 5 0,-1-6 0,3 8 0,-4-7 0,2 8 0,-2-6 0,8 23 0,-5-12 0,10 31 0,-11-24 0,3 19 0,-4-18 0,0 23 0,1-13-6784,1 26 6784,0-12 0,0 18 0,-1-22 0,1 25 0,-3-34 0,8 37 0,-11-38 6784,11 23-6784,-11-26 0,12 58 0,-11-47 0,3 12 0,0-1 0,-4-15 0,2 30 0,-3-31 0,0 16 0,0-21-6784,0 37 6784,0-40 0,2 54 0,-1-62 0,1 38 0,-2-40 0,0 25 0,0-18 6784,0 17-6784,0-21 0,0 6 0,0 12 0,0-12 0,0 15 0,0 57 0,0-61 0,0 27 0,0-3 0,0-33 0,-5 56 0,4-55 0,-6 51 0,6-48 0,-4 28 0,5-32 0,-7 14 0,6-23 0,-8 22 0,8-22 0,-5 29 0,5-29 0,-1 19 0,0-20 0,-1 21 0,0-17 0,-3 24 0,5-25 0,-5 16 0,0-17 0,1 13 0,-2-14 0,2 9 0,3-12 0,-4 6 0,5-7 0,-7-2 0,5-2 0,-1-5 0,2-3 0,0-8 0,-1-3 0,-3-1 0,-1 0 0,-2 2 0,-9-8 0,-3 4 0,-2-2 0,-6 8 0,14 3 0,-14 4 0,15-1 0,-17 1 0,19-2 0,-9 0 0,16 0 0,1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56.1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204 1 24575,'-5'11'0,"-3"4"0,2-3 0,-2 0 0,3-2 0,1-5 0,-10 13 0,5-6 0,-17 19 0,11-14 0,-13 15 0,14-15 0,-9 9 0,12-15 0,-6 5 0,12-9 0,0 1 0,5-3 0,0-3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56.6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24575,'4'13'0,"1"1"0,2 3 0,0-4 0,4 6 0,-2-6 0,1 4 0,0 0 0,13 14 0,-12-10 0,16 13 0,-19-21 0,7 6 0,-5-6 0,1 6 0,-4-10 0,-3 4 0,0-12 0,-4 3 0,2-4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57.8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0 24575,'0'22'0,"0"-7"0,0 1 0,0-8 0,0 6 0,0-3 0,0-1 0,0 1 0,0 1 0,3 11 0,-3-10 0,6 15 0,-5-19 0,4 3 0,-2-6 0,3-4 0,-2-2 0,12-10 0,-5-1 0,14-12 0,-11 6 0,8-7 0,-14 9 0,9-12 0,-13 11 0,8-10 0,-11 15 0,3-1 0,-4 12 0,0 0 0,-2 4 0,-5 18 0,1-9 0,-6 18 0,7-13 0,-5 37 0,7-26 0,-2 36 0,7-38 0,-1 21 0,7 3 0,-6-1 0,4-4 0,-3 34 0,-2-49 0,2 41 0,-5-59 0,-2 6 0,-1-9 0,-2 1 0,3-5 0,-18-1 0,11-3 0,-29 1 0,26-5 0,-16-3 0,17 2 0,-1-3 0,7 4 0,1-2 0,4 0 0,0 0 0,2-2 0,2-1 0,0-2 0,6-1 0,3-8 0,15-5 0,-10 3 0,19-4 0,-23 16 0,15-7 0,-19 9 0,6-2 0,-11 6 0,1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4:59.6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414 5 24575,'-6'0'0,"-4"0"0,4-2 0,-5 1 0,5-1 0,-3 2 0,0 0 0,-11 0 0,4 0 0,-13 0 0,13 0 0,-8 0 0,16 0 0,-9 0 0,12 0 0,-3 2 0,4-1 0,1 2 0,0 0 0,1 1 0,-3 0 0,1 0 0,-2 3 0,2 0 0,-4 8 0,5-7 0,-5 11 0,7-11 0,-5 27 0,5-22 0,-1 29 0,2-28 0,-3 33 0,3-25 0,-3 24 0,3-24 0,0 17 0,0-18 0,0 61 0,0-49 0,0 39 0,0 3 0,0-26 0,-1 17 0,-1 1 0,-1-22 0,-3 51 0,3-46 0,0 12 0,1 0 0,-1-9 0,-2 12 0,1-1 0,0-12 0,-2-1 0,1-1 0,4-4 0,-6 31 0,4-45-6784,-6 58 6784,5-58 0,-8 63 0,10-67 0,-4 27 0,3-30 0,3 8 0,-5 0 6784,2 6-6784,0-8 0,0-6 0,1-5 0,-2 22 0,2-11 0,-4 21 0,6-31 0,-4 13 0,3-17 0,-1 17 0,2-19 0,0 29 0,0-22 0,-2 23 0,1-25 0,-1 11 0,2-15 0,0 18 0,0-14 0,0 25 0,0-23 0,0 15 0,-2-12 0,1 9 0,-1-8 0,2 6 0,0-18 0,-2 21 0,1-22 0,-1 16 0,2-19 0,0 9 0,-1-11 0,0 6 0,-1-7 0,2 1 0,0-1 0,0-1 0,2-2 0,0 0 0,5-2 0,-3 0 0,8 0 0,-6-2 0,6 2 0,-4-2 0,-1 0 0,3 0 0,-1 0 0,0 0 0,6 0 0,-8 0 0,3 2 0,-6-1 0,0 0 0,0-1 0,2 0 0,-3-2 0,7 2 0,-7-4 0,11 0 0,-11 1 0,5-1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5:01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44 24575,'6'-8'0,"-1"1"0,1 2 0,0 1 0,1-1 0,2 1 0,-3 2 0,4-2 0,-5 2 0,2 0 0,-2 6 0,-1 1 0,0 4 0,1 2 0,-3-2 0,9 21 0,-9-15 0,15 41 0,-13-32 0,12 48 0,-9-35 0,6 40 0,-9-38 0,6 57 0,-6-54 0,0 12 0,0 1 0,-1-5 0,2 39 0,-5-45 0,3 33 0,-3-44 0,0 40 0,0-43 0,-3 52 0,3-49 0,-5 50 0,4-53 0,-2 30 0,3-32 0,0 33 0,0-28 0,-2 53 0,1-53 0,-1 39 0,0-51 0,1 31 0,-3-27 0,3 34 0,-1-31 0,2 24 0,0-29 0,0 63 0,0-37 0,0 38 0,0-49 0,0 7 0,0-21 0,-3 19 0,3-21 0,-2 29 0,2-24 0,0 27 0,0-33 0,0 8 0,0-11 0,0 32 0,0-19 0,2 26 0,-2-34 0,5 29 0,-4-32 0,2 27 0,-3-37 0,2 19 0,-2-14 0,2 11 0,-2-11 0,0 17 0,0-18 0,0 28 0,0-31 0,0 17 0,0-20 0,0 8 0,0-6 0,0 9 0,0-6 0,0 9 0,0-11 0,0 4 0,0-7 0,0 1 0,0-2 0,0 0 0,0-3 0,0 6 0,-1-6 0,-2 3 0,-1-7 0,0 0 0,0 0 0,-2 0 0,1 2 0,-2-1 0,0 2 0,-5-2 0,4 1 0,-6-2 0,7 0 0,-5 0 0,5 0 0,-3 0 0,7 2 0,-2-2 0,2 2 0,-1-2 0,0 0 0,-6 2 0,2 0 0,-12 2 0,9-1 0,-7 1 0,11-2 0,-7 2 0,8-2 0,-6 0 0,8-2 0,0-2 0,2 2 0,2-2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5:53.3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55 425 24575,'-6'-11'0,"0"4"0,2-3 0,0 5 0,1-1 0,-1 0 0,2 3 0,-1-3 0,-2-4 0,4 4 0,-3-10 0,4 8 0,-3-6 0,2 4 0,-3-4 0,2 5 0,1-16 0,-1 12 0,4-18 0,1 20 0,1-7 0,1 8 0,1-6 0,-1 5 0,7-10 0,-6 11 0,12-15 0,-9 15 0,5-8 0,-7 13 0,17-10 0,-13 8 0,20-8 0,-14 10 0,19-3 0,-14 6 0,15-3 0,-24 5 0,23-3 0,-20 3 0,14 4 0,-18-1 0,10 7 0,-12-4 0,18 12 0,-21-10 0,13 11 0,-14-10 0,10 10 0,-8-3 0,12 19 0,-11-16 0,11 31 0,-16-33 0,6 29 0,-9-27 0,4 30 0,-5-20 0,1 26 0,-4-28 0,-13 57 0,8-51 0,-13 51 0,14-63 0,-17 32 0,15-33 0,-17 23 0,17-29-6784,-17 31 6784,16-30 0,-20 43 0,23-38 0,-15 23 0,15-18 0,-11 11 0,11-5 6784,-4 0-6784,5-6 0,-4 33 0,6-34 0,-5 43 0,8-24 0,1 17 0,3-11 0,7 20 0,-6-42-6784,10 30 6784,-10-36 0,11 22 0,-10-30 0,11 14 0,-13-20 0,6 2 0,-8-6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5:54.3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45 24575,'-4'4'0,"0"0"0,2 0 0,0 0 0,-2 2 0,4 1 0,-6-1 0,6 3 0,-4-7 0,1 10 0,1-8 0,0 5 0,2-4 0,0 0 0,2 0 0,0-1 0,2-2 0,-2-1 0,6 0 0,-3 1 0,26-5 0,-17-1 0,21-1 0,-26-4 0,13 2 0,-15-2 0,9-2 0,-13 4 0,1-7 0,-4 7 0,-2-7 0,0 6 0,-4-5 0,1 9 0,-7-8 0,6 11 0,-6-4 0,5 2 0,-7 1 0,-2 0 0,-10 4 0,12 0 0,-4 4 0,11-4 0,-1 7 0,3-5 0,0 5 0,4-5 0,-1 10 0,2-8 0,0 5 0,2-8 0,-1-2 0,1-1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30.4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14 24575,'-6'2'0,"1"0"0,4 2 0,-1 0 0,1 0 0,0 0 0,1 0 0,0 0 0,0 0 0,0 0 0,0 0 0,0 0 0,1-1 0,2-3 0,1-3 0,0 1 0,0 0 0,-2 0 0,0 0 0,0 0 0,-2-2 0,4 4 0,-4-4 0,4 4 0,-4-4 0,2 2 0,-2-2 0,0 0 0,0-1 0,0 1 0,0 0 0,0 0 0,-2 2 0,2-2 0,-4 4 0,2-2 0,-2 2 0,-1 0 0,-1 0 0,4 2 0,-4-2 0,6 4 0,-2-2 0,0 0 0,2 2 0,-2-2 0,2 2 0,0 0 0,0 0 0,0 2 0,0-1 0,2 0 0,-2-1 0,4-1 0,-2-2 0,0-2 0,0-2 0,0 1 0,2-2 0,-1 2 0,3-2 0,-2 1 0,-2 0 0,4 2 0,-6-2 0,2 0 0,-2-1 0,0 0 0,-2 2 0,2-2 0,-2 2 0,0 0 0,0 2 0,0 2 0,-2 0 0,2 2 0,-2-4 0,1 4 0,1-2 0,1 0 0,0 2 0,-2-4 0,2 4 0,-3-4 0,4 4 0,-2-4 0,2 2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5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6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7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7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8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8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39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0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1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2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24575,'1'6'0,"0"2"0,1-4 0,-2 2 0,0-2 0,0 0 0,0 0 0,2 0 0,-2-2 0,2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4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24575,'2'2'0,"0"0"0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4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24575,'2'4'0,"0"0"0,-2 0 0,0 0 0,2 0 0,-2 0 0,2 0 0,-2 0 0,0-1 0,0-2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45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2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24575,'-2'6'0,"-2"0"0,4-2 0,-2 0 0,2 0 0,-2 4 0,1-3 0,-3 1 0,4 0 0,-2-3 0,2 5 0,0-4 0,0 0 0,0-2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3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24575,'-2'4'0,"0"0"0,2 0 0,0-2 0,0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3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24575,'0'6'0,"0"-2"0,0-2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5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6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2:56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2.0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0 24575,'-29'68'0,"12"-25"0,-14 23 0,11-30-8503,-7 10 8503,9-18 1719,-7 13-1719,8-23 0,-14 26 0,11-22 0,-14 19 0,19-26 6784,-6 10-6784,16-18 0,-1 5 0,4-10 0,0 6 0,0-9 0,2 4 0,0-5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2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24575,'7'9'0,"-1"-2"0,-1 3 0,1-4 0,-1 5 0,4-2 0,-2 0 0,5 6 0,23 32 0,-11-23 0,19 32 0,-26-39 0,8 9 0,-8-7 0,9 7 0,-7-9 0,2 8 0,-10-14 0,6 7 0,-11-8 0,7 1 0,-9-7 0,1 2 0,-4-5 0,-1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4.9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1 223 24575,'4'-5'0,"0"1"0,6-4 0,7-6 0,19-7 0,-1 0 0,-2 5 0,-4 5 0,-13 4 0,63-11 0,-39 7 0,21-2 0,0 0 0,-17 3 0,29-2 0,4 0 0,-12 4-567,17 0 0,0 1 567,-15 7 0,-6-2 0,-1 1-645,-1 1 645,8 1 0,3 0 0,10 3 0,-15 2 0,10 1 0,-8 1 0,22 5 0,-1 4 0,-3-1-1090,-27-3 1090,17 7 0,2 2 0,2-3 0,-1 4 0,-2 0 0,-13-4-261,-7-1 0,-2 0 261,-2-3 0,8 7 0,1 2 0,-7-1 0,-4-1 0,-1-1 1001,-3 1-1001,5 3 624,-22-12-624,-4 1 1158,-13-9-1158,2 5 608,-8-7-608,1 3 0,-7-4 0,2-2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5.5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24575,'4'11'0,"8"12"0,-4-11 0,5 11 0,-2-10 0,-3-1 0,6 2 0,10 15 0,-8-13 0,28 33 0,-28-35 0,21 23 0,-24-26 0,10 9 0,-15-12 0,10 10 0,-12-12 0,2 11 0,-6-11 0,-2 11 0,0-9 0,-2 9 0,0-8 0,-7 13 0,3-10 0,-5 12 0,3-9 0,-10 20 0,9-13 0,-12 19 0,14-27 0,-5 11 0,7-14 0,-6 15 0,5-14 0,0 7 0,2-4 0,2-6 0,-1 4 0,1-9 0,2-3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0 24575,'0'13'0,"-2"-4"0,-2 8 0,-1-5 0,-5 10 0,5-6 0,-7 4 0,-2 8 0,0-7 0,-6 16 0,9-18 0,-3 5 0,-14 16 0,0 4 0,-3 0 0,1 0 0,22-32 0,-7 9 0,10-14 0,-1 4 0,4-9 0,0 1 0,2-7 0,0 0 0,0 0 0,0 1 0,0 1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24575,'11'18'0,"-1"-5"0,5 6 0,-2-6 0,0 3 0,5 2 0,27 30 0,-18-19 0,32 35 0,-41-42 0,18 23 0,-24-32 0,13 23 0,-19-27 0,4 6 0,-8-12 0,-2-5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24575,'-2'10'0,"-2"0"0,2 3 0,-3-4 0,0 5 0,3-2 0,-9 14 0,9-11 0,-10 17 0,11-21 0,-8 18 0,6-19 0,-4 15 0,4-17 0,1 6 0,0 3 0,1-8 0,-1 4 0,2-12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24575,'2'4'0,"0"0"0,-2 5 0,0-2 0,0 7 0,0-7 0,0 6 0,0 9 0,0-5 0,0 20 0,0-23 0,0 16 0,0-19 0,2 10 0,0-11 0,4 3 0,-3-5 0,8-1 0,-7-4 0,14-1 0,-10-4 0,11-3 0,-10-2 0,15-9 0,-6 2 0,18-23 0,-19 17 0,8-18 0,-19 23 0,5-13 0,-8 11 0,2-11 0,-7 16 0,0-3 0,-1 14 0,-1 0 0,4 10 0,-4-5 0,4 5 0,-2 2 0,2 4 0,0 36 0,5-19 0,3 42 0,1-42 0,5 19 0,-5-18 0,9 23 0,-8-20 0,5 42 0,-11-47 0,-2 25 0,-4-42 0,-7 10 0,4-18 0,-22 17 0,16-19 0,-25 7 0,24-11 0,-17-2 0,20 2 0,-9-6 0,13 1 0,1-2 0,2 1 0,2 2 0,0-3 0,0-5 0,0 1 0,2-1 0,6-9 0,-4 16 0,4-11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24575,'-3'9'0,"1"1"0,2-3 0,0 6 0,0-3 0,0 3 0,-2-4 0,2 0 0,-2 0 0,0 2 0,-2 19 0,1-17 0,0 12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1:20.0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24575,'0'6'0,"-2"0"0,1-2 0,-1 2 0,2 1 0,0 0 0,0 1 0,0 1 0,0 9 0,0 8 0,3-1 0,-1 11 0,1-16 0,6 20 0,-8-24 0,14 30 0,-10-30 0,8 14 0,-6-20 0,1-2 0,-1-5 0,5-2 0,-7-5 0,8-1 0,6-19 0,6-8 0,0-2 0,2-5 0,-14 20 0,8-17 0,-9 14 0,8-18 0,-16 23 0,6-12 0,-9 20 0,0-7 0,-2 13 0,-2 1 0,1 4 0,-2 5 0,4-3 0,-4 4 0,-1 10 0,0-7 0,-3 39 0,6-29 0,-1 31 0,3-30 0,5 36 0,-4-32 0,11 53 0,-8-54 0,5 27 0,-6-34 0,1 16 0,-1-16 0,0 15 0,-1-18 0,-6 8 0,1-14 0,-4 4 0,2-12 0,-3 2 0,4-3 0,-4-1 0,3 0 0,-1-1 0,4 0 0,-2 2 0,0-5 0,0 0 0,-2-1 0,4 0 0,0 1 0,2-3 0,0 3 0,8-15 0,-4 11 0,8-10 0,-7 7 0,23-4 0,-11 2 0,28-7 0,-25 10 0,30-3 0,-30 9 0,26-2 0,-29 6 0,9-1 0,-16 2 0,-2 0 0,-6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26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24575,'11'11'0,"0"0"0,1 1 0,-3-3 0,6 6 0,7 5 0,-5-6 0,46 32 0,-36-27 0,39 24 0,-46-29 0,11 2 0,-18-11 0,4 1 0,-11-5 0,0 1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27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293 1 24575,'-4'6'0,"0"3"0,0-5 0,-3 5 0,1-3 0,-2 6 0,0-3 0,-6 15 0,-11 7 0,2 3 0,-15 12 0,21-16 0,-31 26 0,32-29 0,-24 25 0,29-38 0,-2 8 0,8-13 0,3-4 0,2-2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8.7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1 162 24575,'9'-16'0,"3"4"0,11-11 0,12 3-9831,-3 4 8341,0 2-665,-2 9 2155,-11-3 2155,26-1-2155,-10 1 0,16 0 0,4 2 0,5 1-301,13-1 0,1 1 301,-2 5 0,-2-1 0,1 2 0,0 6 1932,-9-2 1,-2 3-1933,-1 9 0,20 4 0,-1 1 0,-20 0-196,23 8 0,-4 1 196,-42-12 0,52 29 0,-29-16 0,3 13 0,-7-10 0,18 31 0,-41-36 847,41 37-847,-50-50 386,12 13-386,-24-24 0,-2 2 0,-6-6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2:03:39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0 24575,'8'17'0,"-3"-3"0,4 6 0,-3-3 0,3 1 0,1 11 0,1-6 0,11 25 0,-10-23 0,14 21 0,-17-26 0,10 11 0,-13-18 0,6 5 0,-9-10 0,1 4 0,-4-7 0,-2 4 0,0-4 0,-4 5 0,-6-3 0,-7 15 0,-3-7 0,-17 26 0,14-23 0,-20 31 0,27-33 0,-17 28 0,22-20 0,-10 10 0,15-16 0,-5 11 0,9-17 0,-2 15 0,8-19 0,-2 2 0,2-8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03.7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203 0 24575,'-5'12'0,"-1"1"0,1-6 0,-2 4 0,-3 1 0,0 5 0,-3 2 0,-2 5 0,4-8 0,-14 21 0,12-15-6784,-13 19 6784,13-12 0,-4 6 0,8-12 0,-2 0 0,9-16 0,-2 3 0,4-9 0,0-2 0,0-3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04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24575,'6'15'0,"-3"-5"0,11 17 0,-6-13 0,6 9 0,-2-8 0,5 7 0,2-2 0,6 10 0,-8-11 0,30 24 0,-28-25 0,33 27 0,-38-34 0,3 7 0,-13-15 0,-4-2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07.3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260 1 24575,'-7'8'0,"-2"1"0,6 0 0,-3 0 0,2-1 0,-3-1 0,-2 4 0,-6 7 0,3 1 0,-15 15 0,12-10 0,-13 9 0,13-14 0,-11 16 0,15-20 0,-17 22 0,18-28 0,-7 11 0,14-16 0,-2 0 0,4-2 0,-1-2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07.8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24575,'4'4'0,"4"2"0,-2 1 0,10 8 0,-5-4 0,4 1 0,-3-3 0,5 0 0,-3 1 0,19 7 0,-16-7 0,14 7 0,-18-10 0,27 20 0,-25-17 0,16 11 0,-27-17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08.1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1 24575,'-4'13'0,"-1"1"0,-1-2 0,0 2 0,-2-5 0,5 5 0,-9 7 0,6 0 0,-5 3 0,-7 10 0,10-18 0,-14 26 0,14-30 0,-7 22 0,4-21 0,1 5 0,4-12 0,4-4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09.9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37 24575,'-3'7'0,"1"-3"0,2 2 0,0-2 0,0 1 0,0 1 0,0-2 0,2 10 0,-1-8 0,3 8 0,-2-9 0,4 4 0,-3-4 0,4 1 0,-5-4 0,8-2 0,-5 0 0,3-2 0,4-4 0,0-5 0,1 1 0,-1-6 0,-6 9 0,5-10 0,-4 10 0,3-11 0,-5 10 0,1-7 0,-4 8 0,2 1 0,-4 2 0,2 6 0,-2-1 0,0 11 0,0-2 0,0 4 0,0 6 0,0-6 0,5 9 0,-2-5 0,13 42 0,-4-17 0,12 50 0,-12-48-6784,2 1 6784,-11-23 0,-1-8 0,-2 0 0,-4-1 0,2-7 0,-6 3 0,3-6 0,-4 0 0,4-2 6784,-3 0-6784,4-2 0,0 2 0,1-8 0,0-1 0,2-2 0,-3-1 0,4 7 0,-2-1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0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0 24575,'0'13'0,"-2"1"0,1-3 0,-3 4 0,4 1 0,-2-4 0,0 5 0,-1-4 0,-1 13 0,1-11 0,1 9 0,2-20 0,0 4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1.9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2.2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2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24575,'8'-4'0,"-3"2"0,-1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2.7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 24575,'6'-3'0,"-1"1"0,3 0 0,1 2 0,3-2 0,-4 2 0,-1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2.9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3.2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7.8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 0 24575,'-3'5'0,"0"1"0,2 0 0,-3 1 0,4 1 0,-4-1 0,3 0 0,-4 12 0,4-7 0,-8 20 0,8-15 0,-3 24 0,4-19 0,-6 72 0,2-53 0,0 19 0,1 5 0,1 30-917,1-23 1,2 1 916,-1-14 0,0-1 0,0 19 0,0-5-653,0-1 653,0-7 0,0-1 0,0-4-2981,2 8 1,2 5 2980,0-16 0,2 3 0,3 36 0,1 0-363,-3-35 1,1-1 362,1 15 0,-1-7 911,-1-10-911,2-2 0,0-1 0,-3 0 0,4 8 0,2 1 0,-3-6 0,4 20 0,2 2 0,1-6 0,-3-7 0,0-3 0,0-12 0,8 40 0,-8-40 0,1-1 0,1 0 0,-1-1 443,17 36-443,-17-45 6273,23 39-6273,-23-49 1214,12 20-1214,-16-35 331,-2-4-331,-1-5 0,-3-8 0,-2-1 0,-10-10 0,4 1 0,-17-14 0,7 11 0,-25-19 0,7 15 0,-22-2 0,19 9-6784,-21 23 6784,30-1 0,-26 34 0,30-8 0,-8 14 0,15-16 0,3 11 0,-1 7 0,1 42 0,5-30 0,5 8 0,3-2 0,2-18 0,2 12 0,1-1 0,1-22 6784,6 27-6784,-5-41 0,3 27 0,-3-29 0,-1 12 0,-4-22 0,-2 1 0,-1-3 0,0 1 0,-1-5 0,0-2 0,-1-4 0,1 1 0,-2-2 0,1-2 0,-2-2 0,4-5 0,-2-10 0,2 3 0,0-8 0,0 14 0,0 1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18.9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24575,'0'24'0,"0"-5"0,2-1 0,-1 0 0,1-2 0,0 9 0,-1-12 0,4 17 0,-3-16 0,4 12 0,7 10 0,-4-16 0,10 18 0,-9-29 0,11 9 0,-8-12 0,15 3 0,-9-7 0,18-14 0,-16 4 0,19-25 0,-22 11 0,12-21 0,-17 20 0,9-15 0,-18 23 0,9-11 0,-10 16 0,-1-7 0,0 14 0,-4 3 0,1 9 0,-3 11 0,3 0 0,-3 35 0,3-21 0,-4 30 0,5-10 0,-3 1 0,3 0 0,-5 24 0,3-42 0,-8 40 0,9-51 0,-12 32 0,9-36 0,-14 22 0,9-36 0,-12 1 0,10-5 0,-5-3 0,9 1 0,-7-2 0,8 0 0,-4 0 0,8-2 0,0 0 0,2-2 0,0-4 0,0 2 0,8-14 0,-4 10 0,21-17 0,10-6 0,13 0 0,1-4 0,13 6 0,-22 12 0,44-11 0,-45 14 0,12 1 0,-1 2 0,-9 1 0,37-12 0,-53 18 0,8-5 0,-25 8 0,3 1 0,-10 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24.8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24575,'4'4'0,"0"-1"0,0-2 0,2 1 0,-1-1 0,0 0 0,1 1 0,1 1 0,1 1 0,-1-2 0,3 2 0,-3-2 0,7 4 0,-7-3 0,4 4 0,-6-6 0,3 4 0,-4-2 0,4 4 0,-4-2 0,6 9 0,-7-6 0,5 2 0,-4 3 0,1-6 0,5 16 0,-5-4 0,2 0 0,-4-4 0,-2-10 0,0 8 0,-1-7 0,2 12 0,-1-13 0,0 5 0,-1-6 0,0 2 0,0-2 0,-1 5 0,0-4 0,-1 11 0,2-10 0,0 5 0,0-7 0,-2 2 0,2-2 0,-2 4 0,2-3 0,-2 4 0,2-4 0,-2 3 0,0-4 0,2-2 0,-2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26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 24575,'-6'2'0,"0"4"0,3-4 0,0 5 0,0-1 0,-1-3 0,-2 6 0,1-3 0,-2 9 0,3-8 0,-8 27 0,6-17 0,-8 20 0,9-18 0,-8 27 0,9-27 0,-6 36 0,10-40 0,-3 23 0,3-21 0,4 12 0,-1-16 0,2 1 0,1-8 0,-4 0 0,6-3 0,-3 1 0,1 0 0,1-3 0,1 3 0,-1-4 0,9-4 0,-8 1 0,15-7 0,-12 2 0,17-7 0,-16 7 0,19-13 0,-21 11 0,10-12 0,-16 14 0,7-10 0,-6 10 0,3-19 0,-5 17 0,1-13 0,-4 17 0,2-8 0,-2 9 0,-2-11 0,0 10 0,-2-12 0,0 10 0,-1-7 0,3 9 0,-3-2 0,2 3 0,-3-2 0,2 2 0,0-1 0,0 2 0,-2-2 0,1 1 0,-3 0 0,5 0 0,-2 3 0,5-2 0,-4 4 0,3-4 0,-2 2 0,1-2 0,-3 2 0,1 0 0,0 2 0,2-2 0,-2 2 0,4-4 0,-4 3 0,2-2 0,-2 2 0,1-2 0,0 4 0,0-2 0,-1 2 0,0-1 0,2 0 0,0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4:27.4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48 24575,'8'-6'0,"1"3"0,2-3 0,-4 6 0,6-5 0,-7 3 0,10-2 0,-8-1 0,12 1 0,-12 0 0,2 0 0,-8 1 0,-2 2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0.9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 1 24575,'-19'68'0,"1"-1"0,3-12 0,0-1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1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24575,'2'4'0,"5"4"0,-1-1 0,4 4 0,7 3 0,-1 0 0,2 0 0,9 4 0,-4-6 0,22 10 0,-17-10 0,21 9 0,-28-12 0,14 6 0,-21-10 0,-2-1 0,-10-4 0,0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40.3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24575,'4'9'0,"-1"-1"0,1-2 0,-2-1 0,2 1 0,2 7 0,1-5 0,4 18 0,2-9 0,-1 10 0,-1-12 0,5 24 0,-9-24 0,11 30 0,-12-29 0,5 20 0,-8-21 0,3 14 0,-5-20 0,0 8 0,-1-9 0,-2 8 0,0-10 0,-2 13 0,-1-12 0,3 6 0,0-9 0,0 0 0,2 0 0,-2 1 0,0-3 0,2 1 0,-2-2 0,2 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41.1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 36 24575,'-8'11'0,"4"-2"0,-4-1 0,6-4 0,-2 5 0,-1-5 0,1 5 0,0-3 0,-1 3 0,-8 21 0,7-15 0,-7 25 0,11-26 0,0 15 0,2-13 0,4 24 0,-1-25 0,10 30 0,-7-35 0,8 15 0,-8-15 0,8 4 0,-6-6 0,7 4 0,-8-9 0,14 5 0,-14-7 0,20 3 0,-19-4 0,15-1 0,-12-2 0,5-3 0,-7 1 0,12-10 0,-9 7 0,16-21 0,-16 14 0,8-22 0,-12 20 0,3-17 0,-7 18 0,2-24 0,-5 19 0,-4-39 0,-2 36 0,-5-26 0,3 37 0,-4-11 0,4 15 0,-6-3 0,6 10 0,-1 0 0,4 2 0,0 2 0,0 0 0,-2 2 0,1 0 0,-1 0 0,2 0 0,0-2 0,2 2 0,-4-2 0,6 0 0,-4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42.0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24575,'6'0'0,"2"0"0,-3 0 0,3 0 0,-1 0 0,3 0 0,0 0 0,4 0 0,-4 0 0,11-2 0,-10 1 0,9-1 0,-12 0 0,5 2 0,-8-2 0,5 2 0,-6 0 0,4 0 0,-4 0 0,2 0 0,-2 0 0,-2 0 0,0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47.2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24575,'4'9'0,"-1"-3"0,1 7 0,-2-3 0,1 1 0,3 9 0,-4-11 0,6 15 0,-7-14 0,10 31 0,-7-20 0,8 19 0,-9-26 0,2 1 0,-4-8 0,1 1 0,-1-8 0,2 0 0,5-6 0,-3 1 0,3 1 0,0-2 0,1 5 0,11-6 0,-7 4 0,21-6 0,-19 4 0,19 0 0,-20 1 0,8 4 0,-14-2 0,6 2 0,-9 0 0,-1-2 0,-3 1 0,-1-1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50.4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293 3 24575,'-4'-3'0,"0"3"0,-2 3 0,1-1 0,-1 2 0,0-2 0,1 0 0,-5 2 0,5 1 0,-14 2 0,13-1 0,-17 1 0,17-3 0,-10 0 0,11 0 0,-9 2 0,9-2 0,-5 0 0,6 0 0,0-2 0,0 0 0,-2 2 0,1-2 0,-6 4 0,5-3 0,-6 3 0,-1 0 0,-7 3 0,3 0 0,-3-1 0,13-5 0,1 0 0,4 0 0,4 1 0,-2 0 0,2 0 0,0 0 0,-2 2 0,4-2 0,2 12 0,0-4 0,2 3 0,-5-6 0,0 1 0,0-5 0,1 6 0,0-2 0,0 2 0,-2 0 0,2 1 0,-4-8 0,2 2 0,-2-4 0,0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58.8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1 127 24575,'4'-4'0,"0"0"0,0-1 0,2-3 0,-2 3 0,0-3 0,4 2 0,-7-1 0,13-3 0,-10 0 0,9 0 0,-7 3 0,7-3 0,-8 7 0,8-6 0,-8 6 0,3-1 0,-4 2 0,2 1 0,-2 0 0,4-2 0,-3 2 0,2-1 0,-2 0 0,2 2 0,-2-2 0,2 2 0,-2 0 0,1 0 0,-2 0 0,2 0 0,-2 0 0,6 0 0,-5 2 0,4-2 0,-4 2 0,2 0 0,0-2 0,1 4 0,-1-2 0,-2 1 0,0-2 0,-3 1 0,1-1 0,0 2 0,-1-1 0,1 1 0,0 0 0,1-1 0,0 1 0,-2 0 0,2 0 0,-4 1 0,4 0 0,-4 0 0,4-2 0,-4 2 0,4-4 0,-2 4 0,0-2 0,2 2 0,-4 0 0,2-2 0,-2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01.4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193 0 24575,'-3'14'0,"3"-3"0,-4 3 0,3-2 0,-5 2 0,2 3 0,-1-4 0,-4 16 0,5-12 0,-24 45 0,17-36 0,-24 36 0,23-44 0,-7 15 0,11-20 0,-5 10 0,8-15 0,-3 10 0,1-12 0,4 5 0,-2-8 0,4 1 0,-1-4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01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24575,'13'11'0,"2"2"0,0 2 0,6 4 0,-8-8 0,6 5 0,0-4 0,-1 1 0,18 11 0,-12-11 0,12 10 0,-21-16 0,9 4 0,-17-6 0,7 2 0,-14-10 0,6 2 0,-5-3 0,3 4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03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1 24575,'-33'86'0,"6"-18"0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03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0 24575,'-17'53'0,"-1"0"0,-11 31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04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24575,'32'0'0,"-6"0"0,10 0 0,-5 0 0,5 0 0,16 2-6784,-22 2 6784,17-1 0,-1-1 0,-18-2-4537,27 2 4537,-36-1 0,11 1 0,-26-2 0,0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05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24575,'69'3'0,"0"-1"0,0 1 0,14 0 0,0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2.9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1 24575,'-2'8'0,"-1"-2"0,2 11 0,-3-9 0,2 10 0,-1-9 0,-1 8 0,-3 6 0,-2-1 0,-5 23 0,6-24 0,-1 12 0,2-18 0,4-2 0,-3-4 0,6 1 0,-4-7 0,3 0 0,0-3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3.3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24575,'12'9'0,"-2"-2"0,5 3 0,-1 0 0,2-2 0,2 7 0,-5-9 0,15 14 0,-14-12 0,6 4 0,-13-7 0,-1-3 0,-4 1 0,0-2 0,-2 1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4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0 24575,'-19'62'0,"0"-1"0,4-11 0,0-1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5.7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0 24575,'-7'60'0,"1"-1"0,1-11 0,-5 36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6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1 161 24575,'74'-2'0,"1"-1"0,-4 2 0,-22-1 0,-45 1 0,0-1 0,-2-3 0,1 2 0,2-1 0,5 1 0,-2 2 0,3-6 0,-6 6 0,9-7 0,-6 5 0,12-4 0,-12 3 0,14-2 0,-16 1 0,10-2 0,-9 2 0,4-3 0,-4 3 0,3-3 0,-6 6 0,4-6 0,-3 5 0,-1-3 0,-2 2 0,-2 0 0,1 2 0,0-2 0,2 2 0,-2-2 0,3 0 0,-4-1 0,2 1 0,0 2 0,-2-2 0,2 4 0,-2-2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8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33 24575,'-5'4'0,"0"-2"0,2 2 0,-1 0 0,-2 3 0,1 2 0,-3 1 0,3-1 0,-2 14 0,3-9 0,1 8 0,1-8 0,0-5 0,1 5 0,-1 17 0,2-12 0,0 25 0,2-27 0,1 14 0,3-16 0,1 8 0,0-12 0,2 9 0,-3-12 0,8 7 0,-7-9 0,3-1 0,-6-5 0,2 0 0,-3-2 0,5 2 0,6-10 0,-5 6 0,16-8 0,-19 7 0,12-5 0,-10 7 0,6-13 0,-7 12 0,6-18 0,-10 11 0,7-21 0,-9 14 0,3-16 0,-4 18 0,0-15 0,0 15 0,0-8 0,-2 12 0,-5-19 0,1 18 0,-4-15 0,5 23 0,-1-5 0,3 7 0,0-3 0,1 2 0,-3 0 0,3 0 0,-3-2 0,4 2 0,-7-4 0,6 3 0,-4 1 0,3 0 0,0 4 0,2-2 0,-1 2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7:39.0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24575,'7'5'0,"1"-1"0,-1-2 0,4-2 0,11 4 0,-5-3 0,4 1 0,-5-2 0,-6 0 0,6 0 0,-8 0 0,4 0 0,-9-2 0,0-1 0,-1 1 0,0 0 0,1 0 0,-2 2 0,-1-2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16.2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16.7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20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20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24575,'95'7'0,"0"0"0,0 0 0,0-1 0,0 1 0,1 0 0,-1 0 0,0 0 0,0 0 0,0 0 0,0 0 0,0 0 0,0 0 0,0 0 0,0 0 0,0 0 0,0 0 0,5 0 0,-1 1 0,0-1 0,1 0 0,-1 0 0,1 1 0,-1-1 0,1 0 0,-1 1 0,0-1 0,1 0 0,-1 0 0,1 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23.0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435 0 24575,'-12'0'0,"2"0"0,3 0 0,1 0 0,-1 0 0,-6 0 0,7 0 0,-10 2 0,8 0 0,-11 5 0,11-2 0,-4 3 0,8-2 0,-7 20 0,5-11 0,-5 18 0,6-15 0,0 10 0,0 1 0,2-3 0,-2 0 0,5-2 0,-3-2 0,1 5 0,1-9 0,-1 79 0,2-53 0,0 19 0,0-2 0,0-25 0,0 24 0,0-29 0,3 40 0,1-32-6784,2 45 6784,-1-47 0,1 33 0,-1-29-4537,0 4 4537,0-10-20,14 41 20,-7-32 0,0 8 0,0 0 0,0-12 0,9 49 0,-7-38 0,6 32 4528,-8-38-4528,1 18 0,-4-31 0,1 25 6769,-4-33-6769,3 31 0,-5-35 44,0 21-44,-4-32 0,0 5 0,-1-12 0,0 1 0,-3-2 0,2 2 0,-2 2 0,0-1 0,-22 24 0,14-14 0,-24 27 0,18-17 0,-25 50 0,15-35 0,-1 13 0,1 1 0,6-13 0,-15 45 0,28-46 0,-7 23 0,15-32 0,-4 31 0,5-28 0,2 45 0,1-46 0,1 22 0,-1-38 0,2 21 0,-3-13 0,3 28 0,1-26 0,1 33 0,-1-17 0,0 16 0,-1-13 0,1 32 0,0-27 0,5 33 0,-7-40-6784,3 21 6784,-7-31 0,3 53 0,-3-50 0,0 59 0,0-51-4537,0 16 4537,0-27 4537,0 0-4537,0-9-4537,-2 28 4537,-1-29 0,0 23 0,1-29 4537,2 16-4537,-2-19 0,2 8 0,-4-13 6784,3 0-6784,-1-1 0,2 8 0,0-5 0,-4 20 0,1-17 0,-4 16 0,5-18 0,-2 5 0,4-7 0,-4 2 0,2-7 0,-2 2 0,1-4 0,-2 1 0,4 0 0,-9 2 0,5-1 0,-10 3 0,7-1 0,-7 4 0,9-4 0,-6-1 0,8-2 0,-2-4 0,2 2 0,-4 0 0,3-2 0,-7 4 0,5-2 0,-7 2 0,8 0 0,-5-1 0,8-2 0,-5-1 0,3 0 0,-1 0 0,2 0 0,0 0 0,2 0 0,0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24.7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24575,'0'8'0,"0"1"0,0 3 0,0-3 0,0 5 0,4 17 0,-1-9 0,5 23 0,-3-23 0,-1 8 0,1-16 0,1 9 0,-3-16 0,2 7 0,-4-10 0,5 3 0,-4-5 0,8 4 0,-5-8 0,5 0 0,-4-5 0,11-12 0,-3 4 0,22-34 0,-19 27 0,14-26 0,-22 32 0,4-5 0,-6 2 0,1 4 0,-4-1 0,2 3 0,-3 6 0,2-5 0,-4 10 0,-1-1 0,0 13 0,0 1 0,0 2 0,0 1 0,0 0 0,0 4 0,5 38 0,-4-3 0,7 11 0,-3-3 0,2-15 0,5 15 0,-7-11 0,6 7-6784,-10-29 6784,6 2 0,-6-10 0,1-2 0,-4 2 0,-1-5 0,-1-6 0,0-5 0,-4 4 0,-5-3 6784,4 3-6784,-7-2 0,11-4 0,-4 0 0,4-2 0,-3 0 0,4 0 0,-2-2 0,2 2 0,1-6 0,0 1 0,0-4 0,-3-1 0,1 0 0,-5-15 0,4 12 0,-1-16 0,4 21 0,0-10 0,1 12 0,0-5 0,2 6 0,0-1 0,0 2 0,0 0 0,0 0 0,2 2 0,-2-2 0,6 1 0,3-9 0,1 3 0,19-12 0,-16 13 0,18-7 0,-18 8 0,18-7 0,-10 3 0,16-2 0,-18 4 0,36-4 0,-31 4 0,55-9 0,-52 11 0,31-3 0,-38 7 0,6-1 0,-16 4 0,4-2 0,-11 0 0,3 1 0,-6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29.8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0 24575,'-2'9'0,"0"-3"0,0-2 0,0 5 0,-3-6 0,3 13 0,-6-2 0,3 0 0,-14 9 0,10-12 0,-13 16 0,14-13 0,-17 17 0,13-19 0,-23 23 0,24-23 0,-20 15 0,22-19 0,-10 10 0,12-10 0,-5 6 0,9-7 0,-7 7 0,8-8 0,-8 10 0,6-11 0,-5 8 0,6-9 0,-1 3 0,1-7 0,2 2 0,-1-2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30.6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24575,'5'4'0,"-2"0"0,-1 0 0,-2 0 0,4 0 0,-2-2 0,1 2 0,0-2 0,-1 2 0,4 4 0,1-3 0,1 6 0,-1-3 0,13 14 0,-8-3 0,22 16 0,-19-16 0,24 17 0,-26-24 0,17 17 0,-20-20 0,18 17 0,-18-18 0,17 18 0,-24-22 0,5 6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32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300 5 24575,'-6'-2'0,"0"0"0,2 2 0,-2 0 0,1 0 0,0 0 0,-1 1 0,-1 0 0,-7 4 0,3-4 0,-7 7 0,6-5 0,-7 5 0,6-3 0,-5 1 0,10-2 0,-16 7 0,17-7 0,-18 11 0,19-11 0,-10 9 0,11-8 0,-7 14 0,4-11 0,-5 19 0,5-10 0,0 1 0,3 13 0,3-13 0,-1 10 0,5-7 0,-1-14 0,9 14 0,-4-12 0,8 9 0,-7-10 0,1 0 0,-4-6 0,2 0 0,-2-2 0,4 0 0,-3 0 0,1 0 0,-2 0 0,11 0 0,-7 0 0,16 2 0,-14-2 0,17 2 0,-10-2 0,11 3 0,-10-3 0,-5 2 0,4-2 0,-11 0 0,7 2 0,-10-2 0,1 2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34.5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156 17 24575,'-2'-4'0,"0"0"0,0 1 0,2 0 0,-6 2 0,4-1 0,-4 2 0,0 0 0,1 2 0,-4 0 0,4 2 0,-12 8 0,11-4 0,-11 9 0,12-8 0,-7 5 0,9-6 0,-7 3 0,5-6 0,-5 13 0,5-11 0,-5 25 0,9-22 0,-6 15 0,7-15 0,-2 13 0,2-9 0,0 9 0,2-9 0,2 5 0,1-9 0,3 6 0,-3-9 0,2 5 0,-2-5 0,5 2 0,-5-6 0,6 3 0,-3-6 0,4 2 0,-5-2 0,14 0 0,-12 0 0,9-2 0,-10 2 0,12-4 0,-10 1 0,9-1 0,-7-4 0,-4 1 0,4-1 0,-6-2 0,-2 6 0,3-16 0,-3 15 0,1-16 0,-1 5 0,-2-16 0,1 7 0,-5-11 0,1 22 0,-7-10 0,7 15 0,-9-11 0,9 12 0,-9-4 0,9 5 0,-6 1 0,6 2 0,-4 2 0,2-2 0,-1 2 0,0-2 0,-2 1 0,-1 0 0,-1 0 0,0 1 0,1 0 0,1 2 0,2 0 0,2 2 0,-2-1 0,4 2 0,-2-1 0,0 4 0,2-3 0,-2 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2.9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477 39 24575,'-47'-22'0,"2"6"0,30 18 0,-5-2 0,7 2 0,-8 1 0,10-3 0,-6 5 0,8-5 0,-2 6 0,4-5 0,-7 4 0,8-2 0,-4 1 0,6-2 0,0 3 0,2-2 0,-2 5 0,4-2 0,-4 3 0,2-5 0,-2 8 0,2-9 0,-2 9 0,2-8 0,-3 8 0,3-7 0,-1 8 0,2-8 0,-1 4 0,2-2 0,0 5 0,2-2 0,6 12 0,-4-11 0,10 10 0,-9-14 0,12 9 0,-4-9 0,12 11 0,-6-9 0,8 4 0,-11-3 0,20 4 0,-24-6 0,23 8 0,-30-11 0,5 3 0,-10-4 0,-2 0 0,0 0 0,-9 6 0,6-4 0,-12 10 0,7-10 0,-14 11 0,5-9 0,-8 8 0,9-10 0,-38 9 0,29-10 0,-44 7 0,47-9 0,-20 2 0,26-5 0,-10 2 0,19-2 0,-5 0 0,9 0 0,3 0 0,10 2 0,0-2 0,4 2 0,-4-2 0,-3 0 0,7-2 0,-8 2 0,4-2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3.9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0 24575,'-14'2'0,"-1"1"0,3 1 0,0 1 0,-2 0 0,-13 8 0,7-4 0,-17 4 0,18-1 0,-19 10 0,19-4 0,-17 15 0,20-19 0,-22 34 0,20-23 0,-18 34 0,24-22 0,-3 11 0,5 0 0,5 6 0,2-12 0,3 11 0,2-23 0,7 23 0,1-25 0,8 23 0,-7-31 0,6 11 0,-7-18 0,7 3 0,-7-8 0,16 4 0,-6-6 0,4 3 0,14-4 0,13-5 0,-7 2 0,22-18 0,-42 3 0,20-20 0,-22 9 0,19-37 0,-24 29 0,10-51 0,-20 42 0,1-38 0,-11 35 0,-9-31 0,1 39 0,-14-25 0,10 37 0,-29-31 0,26 36 0,-39-27 0,42 38 0,-24-8 0,27 13 0,-22-1 0,23 1 0,-27 3 0,29 1 0,-12 4 0,12-4 0,-4 8 0,6-5 0,-7 7 0,9-6 0,-7 5 0,7-6 0,-4 4 0,6-5 0,-1 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4.4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24575,'6'9'0,"1"-5"0,4 2 0,1-3 0,2 0 0,4-1 0,-1 0 0,13-1 0,-1 1 0,25-2 0,-16 0 0,31 0 0,-33 2-6784,30-1 6784,-37 1 0,28 1 0,-40-3 0,9 3 0,-23-3 0,-1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5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24575,'97'0'0,"0"0"0,-1 0 0,1 0 0,-20 0 0,0 0 0,1 0 0,-1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5.4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24575,'2'95'0,"1"-1"0,0 1 0,-1-19 0,0-1 0,0 1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7.2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 24575,'53'74'0,"0"0"0,-4-2 0,-9-30 0,-23-62 0,-5 6 0,2-5 0,-4 9 0,1-3 0,8-5 0,-8 10 0,10-22 0,-11 20 0,6-18 0,-7 15 0,-1-6 0,-1 7 0,-5-3 0,2 8 0,-4-13 0,2 13 0,-2-10 0,2 13 0,-2 4 0,0 4 0,0 10 0,-2 3 0,2 0 0,-5 14 0,4-10 0,-6 31 0,6-21 0,-4 19 0,0 6 0,1 6 0,0 2 0,1 1 0,-2 10 0,1 0-348,2-2 0,1-9 348,1-10 0,0 21 0,0-41-6554,0 29 6554,0-35-3314,0 19 3314,0-36 349,0 8-349,0-10 0,-4 8 0,1-10 0,-3 1 5084,-2-4-5084,-1 1 5131,-11-3-5131,4 0 0,-4-2 0,-5 0 0,-9 2 0,8-1 0,-11-3 0,26-1 0,-10-3 0,13 2 0,-10-7 0,13 3 0,-11-17 0,14 13 0,-6-18 0,8 17 0,0-12 0,2 10 0,3-1 0,2-5 0,0 4-6784,11-14 6784,1 2 0,17-13 0,-10 12 0,26-17 0,-22 24 0,46-30 0,-42 26 0,7-4 0,-1 1 0,-9 6 0,33-25 6784,-29 26-6784,15-15 0,-23 21 0,12-12 0,-27 20 0,15-12 0,-21 13 0,6 0 0,-10 6 0,0 2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8.1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167 40 24575,'-8'-7'0,"-6"-2"0,10 4 0,-6 1 0,5-2 0,-1 5 0,1-3 0,-3 2 0,4 2 0,-6-2 0,2 2 0,0 0 0,-6 6 0,0 7 0,2 2 0,-4 2 0,15-8 0,-11 5 0,11-6 0,-5 17 0,6-14 0,4 13 0,-1-13 0,9 10 0,0-5 0,14 11 0,-1-5 0,43 19 0,-33-21 0,37 13 0,-49-24 0,26 7 0,-25-6 0,16 4 0,-26-7 0,-2 1 0,-10-2 0,-6 1 0,1-1 0,-3-2 0,-4 5 0,-7 5 0,0-1 0,-11 1 0,-17 4 0,-16-3 0,4 4 0,-4-7 0,38-9 0,-10-1 0,22 0 0,-6-4 0,12 2 0,1-4 0,2 0 0,2-2 0,2 1 0,1-5 0,1 4 0,0-4 0,-1 7 0,-1-1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8.6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24575,'19'85'0,"0"0"0,-1-1 0,-1-2 0,-1-3 0,-3-42 0,-6-45 0,0-3 0,0 0 0,2-1 0,-4 3 0,10-15 0,-10 16 0,6-9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49.5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9 24575,'-2'-5'0,"0"2"0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54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24575,'2'14'0,"6"24"0,-4-23 0,7 35 0,-6-29 0,8 40 0,1 5-8503,-5-27 8503,5 24 0,-1-6 1719,-10-46-1719,2 10 0,-3-9 0,1-4 0,-1 3 0,1-8 6784,-2 4-6784,1-4 0,-2 7 0,0-3 0,2 10 0,-2-4 0,4 14 0,-3-13 0,1 10 0,0-14 0,-2 4 0,2-6 0,-2-6 0,0-7 0,0-5 0,0 2 0,0-3 0,0-5 0,3-2 0,-3-23 0,2 17 0,-2-32 0,0 34 0,3-35 0,-3 35 0,7-31 0,-6 30 0,12-25 0,-11 26 0,12-15 0,-10 21 0,7-3 0,-7 7 0,5 2 0,-7 3 0,4 0 0,-2 2 0,0-1 0,0 4 0,2 0 0,-3 0 0,5 4 0,-7-2 0,4 3 0,0 2 0,-1-2 0,22 21 0,-11-8 0,14 17 0,-15-12 0,7 23 0,-10-21 0,8 25 0,-16-34 0,2 29 0,-5-27 0,0 34 0,0-31 0,0 19 0,0-24 0,0 7 0,0-12 0,0 1 0,0-3 0,0-1 0,1-4 0,4-2 0,-2-1 0,0-1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55.4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 0 24575,'-9'0'0,"-2"0"0,7 2 0,-3-2 0,1 6 0,1-3 0,-3 7 0,3-3 0,-7 14 0,5-4 0,-10 19 0,10-15 0,-6 15 0,7-16 0,-6 39 0,7-28 0,-2 55 0,7-51 0,2 25 0,1-35 0,4 6 0,5 4 0,8 4-6784,-3-2 6784,-1-13 0,16 14 0,-6-17 0,11 14 0,-2-13 0,-18-12 0,16 4 0,-17-7 0,4 0 6784,0-5-6784,-4-2 0,-1-2 0,2-12 0,-13 7 0,9-18 0,-6 16 0,12-35 0,-6 21 0,7-27 0,-9 25 0,-2-17 0,-3 21 0,-2-18 0,-4 20 0,-9-27 0,2 18 0,-35-47 0,22 42 0,-32-33 0,34 44 0,-17-12 0,21 20 0,-14-10 0,17 16 0,-12-11 0,11 13 0,-10-12 0,12 13 0,-8-12 0,12 15 0,-4-8 0,6 8 0,0-2 0,0 1 0,1 0 0,0 2 0,-3 1 0,1 2 0,-3 2 0,4 1 0,-2-3 0,3 0 0,-1-2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56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 24575,'4'2'0,"0"0"0,2-2 0,-1 0 0,1 0 0,8 0 0,-5-2 0,14 0 0,-10-1 0,6 1 0,-5 2 0,10-2 0,-7 2 0,17 0 0,-19 0 0,9 2 0,-16-2 0,2 0 0,-2 0 0,-1 0 0,-3 0 0,0 0 0,-1 2 0,0-1 0,-1 1 0,2-2 0,0 0 0,0 0 0,8 2 0,-6-2 0,14 4 0,-12-4 0,9 4 0,-8-3 0,7 1 0,-9-2 0,2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58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24575,'5'11'0,"0"-4"0,-2 6 0,4 2 0,-2-1 0,5 14 0,-5-11 0,13 22 0,-9-19 0,11 13 0,-4-14 0,0-1 0,0-3 0,5-2 0,-10-7 0,14-2 0,-16-6 0,9-5 0,-5 0 0,5-11 0,0 6 0,2-15 0,-8 15 0,10-18 0,-11 16 0,12-18 0,-14 18 0,9-15 0,-13 20 0,6-7 0,-7 11 0,2-3 0,-2 5 0,2-1 0,-2 8 0,-1 1 0,1 8 0,-2 2 0,3 0 0,0 4 0,-3-4 0,15 63 0,-8-33 0,1 20 0,-1 7 0,1 22-819,-7-22 0,-2 0 819,1-20 0,0-1 0,0 5 0,-1-4 0,-1-7 0,-1 13 0,-5-37 0,-7 4 0,3-15 0,-9-6 0,9-4 1638,-9-7-1638,4-6 0,-13-6 0,5 1 0,-20-15 0,24 19 0,-10-12 0,23 16 0,-1-6 0,5 6 0,2-9 0,1 8 0,21-20 0,-15 15 0,31-27 0,-14 10 0,23-16 0,-16 12 0,12-6 0,-22 22 0,18-10 0,-9 7-6784,14-10 6784,-20 13 0,-1-4 0,-19 22 0,-1-2 0,-2 5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59.0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0 24575,'0'13'0,"-2"1"0,1-5 0,-3 11 0,2-9 0,-3 10 0,0 3 0,0-7 0,-2 12 0,2-15 0,-2 6 0,0 2 0,4-9 0,-3 15 0,5-18 0,-1 7 0,4-9 0,0-1 0,1-3 0,-2-2 0,-1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8:59.7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61 24575,'65'-13'0,"-8"2"0,-4 2 0,-27 3 0,24 0 0,-29 2 0,-7 3 0,17-5 0,-21 5 0,10-2 0,-18 5 0,0 0 0,0 2 0,-2-2 0,2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9:00.5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24575,'88'1'0,"0"0"0,0-1 0,-1 1 0,7 0 0,0 0 0,-1-1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9:14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0 24575,'-43'55'0,"9"-11"0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9:21.6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53 24575,'-6'5'0,"1"-3"0,-1 2 0,2-4 0,-3 4 0,3-4 0,-3 4 0,1-2 0,2 2 0,-4 2 0,5-1 0,-4 3 0,6-4 0,-5 9 0,3 1 0,-4 19 0,4-13 0,-4 26 0,7-30 0,-5 26 0,5-25 0,-3 29 0,1-21 0,1 40 0,-1-37 0,2 24 0,0-34 0,2 20 0,0-14 0,9 22 0,-4-22 0,9 13 0,-8-16 0,15 23 0,-12-21 0,13 15 0,-19-28 0,9 2 0,-6-7 0,6 3 0,-4-5 0,15 1 0,-13-4 0,31-19 0,-23 10 0,22-22 0,-23 17 0,15-23 0,-15 12 0,15-27 0,-14 18 0,2-19 0,-11 25 0,-5-14 0,-6 26 0,-2-30 0,-1 26 0,-3-25 0,0 31 0,-9-26 0,0 23 0,-7-28 0,6 29 0,-1-14 0,8 17 0,-10-14 0,13 11 0,-17-10 0,18 15 0,-17-11 0,18 16 0,-11-12 0,11 13 0,-13-12 0,6 6 0,-22-13 0,15 10 0,-13-6 0,18 14 0,1 2 0,7 6 0,2 2 0,2 0 0,-1 0 0,1 4 0,0-3 0,-2 5 0,2-6 0,-1 2 0,2-2 0,0 4 0,0-5 0,0 3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9:22.2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24 24575,'9'2'0,"-2"0"0,4-2 0,1 0 0,5 0 0,-1 0 0,13 0 0,-6-2 0,33-4 0,-28 1 0,22-1 0,-37 2 0,8 2 0,-13 0 0,4 1 0,-10 4 0,2 1 0,0 2 0,3-1 0,10 3 0,-6-3 0,6-1 0,-12-2 0,-1-2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9:46.4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2970 91 24575,'-4'2'0,"0"2"0,-6-1 0,2-1 0,-5 0 0,-5-2 0,5 0 0,-8 0 0,4 2 0,-1-1 0,-43 1 0,27-2 0,-43 2 0,50-1 0,-37 1 0,31-2 0,-62 2 0,47-1 0,-11 0 0,1 0 0,12-1 0,-36 0 0,55 0 0,-33-5 0,27 1 0,-30-4 0,33 2 0,-31 1 0,33 2 0,-48-1 0,44 3 0,-14-1 0,26 2 0,5 0 0,1 0 0,-6 0 0,4 2 0,-11-1 0,11 3 0,-14-1 0,4 2 0,-16 0 0,12-2 0,-17 0 0,26-3 0,-36 0 0,36 0 0,-42-3 0,34 3 0,-24-5 0,23 4 0,-21-6 0,-1-1 0,11 3 0,-22-3 0,2 0 0,29 5 0,-67 0 0,37 6 0,-11-3 0,18 2 0,37-2 0,-3 0 0,2 0 0,3 0 0,-14-2 0,15 2 0,-12-2 0,15 2 0,-10-2 0,11 1 0,-8-1 0,14 2 0,-11 0 0,9 0 0,-13 0 0,13 0 0,-13 0 0,14 0 0,-12 0 0,13 0 0,-9 0 0,9-2 0,-3 2 0,4-4 0,0 4 0,0-4 0,-4 4 0,1-4 0,-7 1 0,6 1 0,-6-2 0,9 4 0,-7-2 0,2 0 0,-4 1 0,4-1 0,0 0 0,6 2 0,0-2 0,0 2 0,-3-2 0,1 1 0,-7-3 0,5 2 0,-2 0 0,4 0 0,2 2 0,0-2 0,2 2 0,2-2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2:05.4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3398 90 24575,'-6'0'0,"-2"0"0,1-1 0,-4 0 0,4-1 0,-4 2 0,2-2 0,-14-1 0,0 1 0,-16-1 0,11 3 0,-3 0 0,3 0 0,-1 0 0,1 0 0,-57-19 0,40 9 0,-17-6 0,1 2 0,16 6 0,-40 0 0,57 11 0,-22 2 0,27 0 0,-26 7 0,26-6 0,-22 12 0,23-9 0,-8 4 0,11-5 0,-18 10 0,21-11 0,-18 12 0,23-14 0,-15 7 0,14-1 0,-25 13 0,19-12 0,-13 11 0,19-17 0,-15 9 0,7-11 0,-20 4 0,16-8 0,-43-3 0,40 2 0,-49-6 0,48 6 0,-20 1 0,13 1 0,-5 1 0,10-2 0,-14-2 0,25-1 0,-40-4 0,33 1 0,-25-4 0,23 2 0,-43-13 0,30 10 0,-36-10 0,40 14 0,-44-4 0,39 7 0,-48-2 0,47 3 0,-12 3 0,19-3 0,-20 3 0,29 0 0,-24 0 0,33 0 0,-32 0 0,23 2 0,-31 3 0,34-1 0,-14 6 0,21-6 0,-12 7 0,11-6-6784,-32 5 6784,28-7 0,-44 2 0,46-5 0,-38 0 0,33 0 0,-31 0 0,29 0 0,-27 0 0,32 0 0,-22 0 0,29 0 0,-13 2 0,13-1 0,0 1 0,8-2 0,3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13.0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45 24575,'0'14'0,"0"-5"0,0 4 0,0 3 0,0 0 0,2 6 0,1 6 0,0-7 0,1 8 0,1-9 0,3 10 0,0-7 0,-3 1 0,-1-13 0,-4-4 0,10 14 0,-8-13 0,8 11 0,-7-17 0,-1 1 0,3-9 0,-4 2 0,7-7 0,-2 1 0,16-6 0,-6 3 0,9 2 0,-11 5 0,1 0 0,-3-1 0,6-9 0,-7 3 0,4-3 0,1-9 0,-5 10 0,9-22 0,-3 11 0,2-13 0,-3 5 0,-5 15 0,-4-6 0,-5 18 0,0-11 0,-2 17 0,0 3 0,0 12 0,0-4 0,0 12 0,-2 3 0,-2 36 0,-1 7 0,-2-2-3392,2 2 0,1 0 3392,1-12-2269,3-2 1,0 1 2268,0 13-149,0 4 0,0-4 149,0-23-16,1 7 0,1-1 16,-1-12 4374,2 32-4374,-3-44 6539,-3 8-6539,2-16 0,-9 5 0,7-13 665,-11 14-665,6-20 73,-10 7-73,7-12 0,-7 2 0,5-1 0,-13-2 0,6-4 0,-26-4 0,26 0 0,-19-4 0,28 6 0,-10-13 0,12 1 0,-4-13 0,10 6 0,10-24 0,0 23 0,27-33 0,-16 33 0,40-25 0,-31 26 0,43-18 0,-33 21 0,20-6 0,-27 7 0,0 10 0,4-11 0,-10 9 0,2-1 0,-14 8 0,-10 5 0,2-1 0,-2-1 0,0 0 0,4 0 0,-3 0 0,2 2 0,-1-2 0,3 2 0,-5-1 0,2 1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13.7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252 1 24575,'-18'2'0,"4"1"0,-4 1 0,0 5 0,5-1 0,-3 3 0,-4 3 0,9-4 0,-14 10 0,12-9 0,-19 29 0,18-22 0,-12 32 0,22-33 0,-5 17 0,9-18 0,0 18 0,3-14 0,12 27 0,-3-27 0,10 14 0,-7-24 0,16 8 0,-7-7 0,20-1 0,-19-5 0,52-6 0,-41-2 0,56-8 0,-59 2 0,45-20 0,-49 16 0,14-6 0,-37 14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14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173 47 20354,'-25'13'0,"-3"7"1989,14-5-1989,-6 5 0,8-6 716,-2 0-716,0 1 0,3 1 0,-4 4 368,8 7-368,-1 12 1148,3 0-1148,5 11 0,3-26 0,8 13 0,-5-20 0,19 13 0,-10-18 0,15 5 0,-14-12 0,30 0 0,-24-6 0,21-1 0,-26-6 0,30-24 0,-27 14 0,30-30 0,-41 31 0,7-23 0,-13 19 0,-1-19 0,-4 23 0,-10-34 0,3 32 0,-16-43 0,13 45 0,-15-21 0,14 28 0,-10-12 0,13 15 0,-6-9 0,11 15 0,-2-7 0,4 8 0,2 0 0,0 0 0,1 2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15.4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175 14 24575,'-4'-2'0,"-4"-2"0,3 3 0,-5-1 0,3 0 0,-2 2 0,0-2 0,-4 2 0,3 0 0,-7 0 0,9 0 0,-14 2 0,15 0 0,-11 2 0,14 0 0,-4 0 0,5 1 0,-5 2 0,7 0 0,-2 10 0,3-4 0,0 14 0,0-13 0,0 13 0,4-11 0,3 8 0,1-5 0,9 2 0,-9-6 0,26 4 0,-17-5 0,30 4 0,-26-10 0,25 3 0,-22-5 0,16 3 0,-21-5 0,13 4 0,-19-5 0,8 5 0,-16-3 0,1 1 0,-4-2 0,-2 6 0,2-2 0,-2 11 0,-2-9 0,-4 15 0,0-14 0,-10 14 0,10-15 0,-17 9 0,14-9 0,-21 3 0,18-6 0,-23 2 0,23-6 0,-29 1 0,27-4 0,-27 0 0,29 0 0,-14-2 0,16 1 0,-11-5 0,10 3 0,-9-3 0,12 4 0,0 0 0,7 2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16.6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24575,'6'2'0,"1"2"0,0-4 0,3 2 0,-2 0 0,7-1 0,-5 1 0,9 0 0,-9-2 0,17 2 0,-13-2 0,17 0 0,-6 0 0,16 0 0,-12 0 0,13-2 0,-30 1 0,8-1 0,-16 2 0,2 0 0,0-1 0,-2 0 0,6-1 0,-5 2 0,8 0 0,-2 0 0,4 0 0,9 0 0,-7 2 0,27 1 0,-20 0-6784,13-1 6784,-21-2 0,-1 0 0,-7 2 0,1-2 0,-8 2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9:37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197 92 24575,'-50'-41'0,"12"11"0,34 30 0,2 5 0,-2-4 0,0 3 0,-1-2 0,3 0 0,-2 2 0,2 2 0,0-1 0,-2 5 0,1-3 0,-3 10 0,-1-1 0,-7 16 0,5-3 0,-10 38 0,14-31 0,-6 28 0,10-41 0,1 16 0,3-6 0,4 7 0,-1-11 0,1 4 0,-3-19 0,1 5 0,4 3 0,7 12 0,-4-4 0,10 17 0,-16-32 0,10 21 0,-11-24 0,11 19 0,-10-17 0,10 20 0,-7-22 0,3 15 0,-5-22 0,1 11 0,-3-8 0,5 6 0,-3-3 0,9 5 0,-8-3 0,10 1 0,-10-5 0,21 7 0,-14-8 0,24 10 0,-25-14 0,23 2 0,-24-6 0,27-2 0,-29-3 0,20-4 0,-24 0 0,9-6 0,-13 3 0,9-15 0,-8 5 0,3-2 0,0-33 0,-6 12 0,3-18 0,-8-7 0,0 30 0,-9-28 0,6 36 0,-5-17 0,6 28 0,-5-23 0,3 26 0,-11-28 0,10 29 0,-13-25 0,13 26 0,-12-17 0,7 18 0,-4-11 0,3 13 0,-2-7 0,7 9 0,-2-3 0,10 9 0,-4-6 0,1 5 0,-3-10 0,1 6 0,-8-13 0,6 11 0,-11-15 0,12 18 0,-9-7 0,10 9 0,-1 5 0,4 2 0,0 4 0,2-2 0,0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29:38.1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24575,'0'6'0,"4"0"0,1-2 0,3 2 0,1-1 0,-1 1 0,8-2 0,0-1 0,23 1 0,-14-4 0,36 3 0,-31-3 0,43-3 0,-37 0 0,33 0 0,-38-2 0,22 0 0,-36 2 0,9-3 0,-24 6 0,0-2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26.9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308 1 24575,'-5'9'0,"-1"4"0,1-4 0,0 4 0,-3 8 0,4-4 0,-5 11 0,1-8 0,0 1-6784,-29 46 6784,20-31-2269,-12 15 1,1-1 2268,12-18 0,-30 50 0,34-54 0,-16 24 0,20-36 4537,-3 12-4537,4-19 6784,1 11-6784,3-18 0,1-1 0,2-4 0,0-1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27.4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24575,'4'4'0,"0"-2"0,3 4 0,2-1 0,-2 4 0,17 9 0,-14-7 0,39 31 0,-28-21 0,33 30 0,-29-29 0,25 24 0,-27-26 0,19 19 0,-26-24 0,17 19 0,-19-23 0,11 17 0,-20-22 0,3 6 0,-6-10 0,0 4 0,0-6 0,-2 2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28.7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213 42 24575,'-7'-4'0,"4"0"0,-2-1 0,2 3 0,-3-3 0,2 4 0,-2-5 0,2 6 0,0-2 0,-2 0 0,1 2 0,-4-4 0,4 4 0,-5-4 0,5 3 0,-4 0 0,1 1 0,-6 1 0,4 0 0,-8 3 0,9-4 0,-13 6 0,16-5 0,-10 6 0,12-6 0,-2 4 0,3-3 0,2 2 0,-1 0 0,1 0 0,-1 1 0,2 4 0,0-4 0,0 7 0,0-6 0,4 6 0,1-2 0,7 8 0,-2-8 0,11 11 0,-10-15 0,21 17 0,-17-18 0,25 17 0,-19-13 0,17 5 0,-18-2 0,19 6 0,-25-8 0,15 12 0,-24-18 0,5 12 0,-7-11 0,-2 4 0,-1-4 0,0 5 0,-1-7 0,0 4 0,-6-1 0,-3 5 0,-1-1 0,-8 2 0,8-7 0,-11 5 0,8-7 0,-16 5 0,13-7 0,-16 3 0,17-4 0,-16 0 0,18 0 0,-20-5 0,24 3 0,-11-5 0,14 4 0,1-4 0,1 3 0,4-1 0,1 1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29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24575,'0'9'0,"0"-3"0,0 3 0,0-3 0,0 8 0,0-4 0,0 7 0,3 7 0,-3-4 0,5 21 0,-2-3 0,0 4 0,0-5 0,2 18 0,-1-27 0,6 33 0,-7-40 0,8 28 0,-9-30 0,8 19 0,-7-27 0,5 8 0,-5-12 0,2 0 0,-5-7 0,4-1 0,-2-5 0,2 5 0,1-4 0,-1 2 0,10-14 0,-5 10 0,4-5 0,-9 10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29.9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31.0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 24575,'5'10'0,"-1"0"0,-1 4 0,3 7 0,-2-5 0,3 8 0,-2-3 0,0-1 0,5 16 0,0 11 0,7 45 0,-7-33 0,0 30 0,-7-63 0,2 13 0,-5-24 0,2 5 0,-2-8 0,0-1 0,0-8 0,0-4 0,0-5 0,2-9 0,1 2 0,2-14 0,0 11 0,6-26 0,-2 20 0,21-63 0,-16 50 0,18-45 0,-22 53 0,12-19 0,-5 9 0,6-8 0,-4 11 0,5 5 0,-17 18 0,8-1 0,-14 8 0,4 2 0,-2 0 0,1 2 0,0 2 0,0-2 0,7 7 0,3-2 0,0 2 0,5 3 0,-11 0 0,11 14 0,-8-10 0,6 16 0,-5-9 0,5 27 0,4 13 0,-5-10 0,-1 6 0,-10-37 0,-2 16 0,1-15 0,-3 11 0,1-17 0,0 17 0,1-19 0,0 17 0,0-22 0,0 6 0,-1-9 0,0 1 0,-2-2 0,2 0 0,-2 0 0,2 0 0,-2 0 0,0 0 0,0 0 0,0 0 0,0 0 0,0-2 0,0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4:53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64 649 24575,'4'-2'0,"0"-2"0,0 4 0,8-7 0,-2 2 0,13-7 0,-8 6 0,11-6 0,-12 9 0,13-8 0,-13 8 0,10-5 0,-10 5 0,23-10 0,-17 6 0,22-8 0,-25 9 0,9-6 0,-13 8 0,12-8 0,-11 8 0,14-7 0,-15 6 0,21-5 0,-18 4 0,21-7 0,-20 7 0,16-7 0,-16 9 0,11-6 0,-15 7 0,27-10 0,-22 6 0,27-4 0,-29 6 0,12-1 0,-15 0 0,8-2 0,-11 3 0,11-4 0,-12 2 0,21-2 0,-20 2 0,16 1 0,-16 3 0,9-1 0,-6 2 0,8-3 0,-8 1 0,13-5 0,-14 4 0,18-6 0,-19 8 0,20-8 0,-17 9 0,13-6 0,-15 5 0,17-4 0,-16 4 0,20-5 0,-22 5 0,10-4 0,-13 3 0,8-3 0,-3 2 0,3-5 0,-4 6 0,14-10 0,-15 10 0,14-7 0,-19 9 0,6-4 0,-5 3 0,4-1 0,-5 0 0,4 0 0,-5-1 0,11-3 0,-13 3 0,15-1 0,-14 2 0,12-1 0,-11 1 0,10 0 0,-10 0 0,15-4 0,-14 3 0,13-5 0,-13 6 0,3-3 0,-5 3 0,4 0 0,0-2 0,6-3 0,-7 2 0,5-1 0,-7 4 0,0-2 0,-1 4 0,0-4 0,-1 4 0,-3-1 0,-4 5 0,-1-1 0,-1 5 0,0-2 0,-10 4 0,4-2 0,-8 1 0,11-5 0,-4 2 0,-2 1 0,-2 0 0,1-3 0,-1 4 0,2-3 0,-14 12 0,7-8 0,-12 10 0,18-11 0,-33 11 0,27-8 0,-32 6 0,33-7 0,-36 6 0,32-7 0,-45 12 0,50-13 0,-29 8 0,33-9 0,-14 4 0,14-1 0,-25 6 0,22-3 0,-25 8 0,21-8 0,-7 2 0,11-5 0,-13 3 0,19-5 0,-18 6 0,21-6 0,-19 6 0,16-6 0,-22 8 0,20-9 0,-15 6 0,14-6 0,-8 2 0,9-3 0,-12 3 0,8-2 0,-20 6 0,20-7 0,-12 6 0,18-7 0,-11 5 0,10-3 0,-13 3 0,16-3 0,-6 2 0,-1 1 0,-5 5 0,3-2 0,-6 5 0,17-9 0,-11 4 0,14-6 0,-13 4 0,12-3 0,-10 6 0,10-7 0,-11 7 0,9-9 0,-3 3 0,5 0 0,-2 1 0,3-2 0,-10 5 0,10-7 0,-6 4 0,8-4 0,-2 4 0,2-6 0,-2 5 0,3-4 0,-4 2 0,4 0 0,-5 2 0,4-2 0,-2 2 0,3-2 0,0 0 0,2 0 0,-2-2 0,0 2 0,1-2 0,-2 1 0,6-7 0,-2 0 0,5-4 0,0 2 0,2-3 0,10-2 0,-3-1 0,26-8 0,-21 8 0,42-19 0,-27 15 0,39-18 0,-27 14 0,38-20 0,-39 20 0,37-15 0,-42 22 0,12-3 0,1-2 0,-12 3 0,16-1 0,-2-1 0,-23 5 0,42-9 0,-27-2 0,9 2 0,-13-2 0,25-7 0,-44 15 0,40-15 0,-51 21 0,19-3 0,-21 5 0,13-1 0,-15 3 0,13-1 0,-14 3 0,5 0 0,-1-2 0,11-6 0,-7 3 0,16-5 0,-21 8 0,10-1 0,-12 3 0,10-1 0,-7 2 0,13-2 0,-14 1 0,9 1 0,-15 1 0,7 0 0,-7-1 0,7 2 0,-9-1 0,10-4 0,-9 3 0,6-4 0,-8 4 0,1 0 0,0 0 0,1 2 0,0 0 0,0 0 0,0 0 0,0 0 0,0 0 0,0 0 0,2 0 0,1 0 0,1 0 0,-2 0 0,2 0 0,-3 0 0,0 0 0,-1 2 0,6 0 0,-4 0 0,11 2 0,-11-4 0,14 2 0,-12-2 0,15 0 0,-15 0 0,9 0 0,-12 0 0,7-1 0,-7 0 0,2-1 0,-4 0 0,2 0 0,-4 0 0,2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5:00.8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3459 1 24575,'-5'1'0,"0"0"0,4 3 0,-3-4 0,2 4 0,-4-4 0,1 4 0,-1 0 0,2-1 0,-5 3 0,4-4 0,-9 4 0,9-3 0,-11 5 0,10-6 0,-4 3 0,2 1 0,1-3 0,-2 3 0,-2-4 0,0 6 0,-1-7 0,-3 6 0,4-4 0,-3 1 0,-2 3 0,-8 2 0,3 1 0,-38 7 0,31-6 0,-26 2 0,37-8 0,1-1 0,5-2 0,2 1 0,-3 1 0,-9-3 0,-1 6 0,-1-5 0,0 7 0,15-8 0,-20 9 0,17-8 0,-22 7 0,22-6 0,-13 6 0,16-5 0,-15 5 0,14-4 0,-14 3 0,13-5 0,-11 3 0,11-6 0,-15 4 0,0 2 0,1-1 0,1 4 0,10-5 0,6 0 0,-3 0 0,-7 2 0,8-3 0,-15 3 0,16-3 0,-9 1 0,8-1 0,-8 2 0,7-4 0,-14 7 0,13-5 0,-16 3 0,16-1 0,-16-1 0,16-2 0,-9 4 0,10-5 0,-4 4 0,4-4 0,-13 7 0,13-5 0,-29 12 0,28-9 0,-23 6 0,23-10 0,-17 4 0,13-3 0,-16 4 0,17-3 0,-31 5 0,29-3 0,-24 3 0,30-7 0,-3 2 0,1-1 0,-12 4 0,3-2 0,-12 6 0,17-7 0,-9 8 0,14-11 0,-17 11 0,17-8 0,-15 4 0,13-3 0,-19 6 0,17-7 0,-21 13 0,21-13 0,-10 8 0,10-9 0,-7 9 0,6-8 0,-15 12 0,17-11 0,-20 13 0,21-14 0,-12 10 0,15-9 0,-11 4 0,10-2 0,-10-1 0,13-2 0,-8 1 0,5-1 0,0 1 0,-3 3 0,-6 5 0,4-3 0,-9 4 0,15-9 0,-13 7 0,7-2 0,-19 10 0,19-10 0,-14 7 0,20-12 0,-16 8 0,12-5 0,-4-1 0,7 1 0,-19 8 0,15-8 0,-21 14 0,20-13 0,-6 2 0,5 0 0,-2-1 0,8-5 0,-17 8 0,13-6 0,-23 7 0,28-7 0,-30 8 0,26-9 0,-18 9 0,17-11 0,-9 8 0,8-6 0,-16 7 0,15-5 0,-15 4 0,18-6 0,-18 6 0,18-6 0,-17 3 0,15-5 0,-6 1 0,10 0 0,-19-1 0,15 1 0,-13-1 0,17 1 0,0-1 0,5-2 0,-2 2 0,4-2 0,-4 2 0,4 0 0,-7 0 0,7 0 0,-5-2 0,7 2 0,-4-4 0,2 4 0,-5 2 0,1-1 0,-5 7 0,4-7 0,-6 5 0,6-3 0,-4 1 0,5-1 0,-2-1 0,5-2 0,-8 4 0,7-3 0,-13 7 0,14-7 0,-8 5 0,9-5 0,-1 1 0,2-4 0,0 5 0,0-5 0,-1 7 0,3-6 0,-2 1 0,4-1 0,-5 2 0,2-1 0,-5 5 0,3-5 0,-2 6 0,4-10 0,1 3 0,7-9 0,4-1 0,76-32 0,-16 19 0,-17-1 0,-1 1 0,1 10 0,-25 0 0,-8 5 0,15-7 0,-11 6 0,11-7 0,-9 5 0,18-14 0,-17 10 0,20-13 0,-30 16 0,16-6 0,-17 7 0,19-6 0,-16 3 0,38-14 0,-32 13 0,25-11 0,-27 12 0,6-3 0,-7 6 0,22-13 0,-17 13 0,17-11 0,-24 11 0,20-9 0,-20 6 0,33-12 0,-35 14 0,27-7 0,-29 9 0,7 1 0,-8 2 0,30-4 0,-22 3 0,35-8 0,-40 10 0,14-6 0,-12 6 0,15-9 0,-11 6 0,16-5 0,-16 5 0,13-3 0,-15 6 0,16-6 0,-17 8 0,15-8 0,-16 6 0,14-8 0,-16 5 0,25-14 0,-21 15 0,13-13 0,-17 15 0,18-8 0,-16 5 0,21-3 0,-24 4 0,19-1 0,-14 1 0,28-6 0,-24 4 0,15-8 0,-24 9 0,14-9 0,-14 9 0,22-8 0,-21 8 0,27-7 0,-25 8 0,31-9 0,-26 10 0,22-8 0,-20 8 0,24-18 0,-28 16 0,15-14 0,-20 14 0,-2-1 0,22-4 0,1-2 0,1 0 0,-2 0 0,-21 8 0,15-7 0,-13 6 0,27-11 0,-28 10 0,17-7 0,-22 9 0,12-6 0,-7 7 0,8-8 0,-12 9 0,5-6 0,-8 5 0,23-5 0,-17 3 0,14-5 0,-18 8 0,9-7 0,-9 9 0,5-7 0,-9 5 0,11-7 0,-10 4 0,11-5 0,-13 7 0,8-2 0,-4 1 0,10-4 0,-10 4 0,11-5 0,-14 7 0,7-5 0,-12 6 0,4-2 0,-4 2 0,3-2 0,0 2 0,1-1 0,1-2 0,6 0 0,-4-2 0,4 1 0,-7 4 0,0-2 0,-2 2 0,1-1 0,-4 0 0,2 2 0,-2 0 0,2-1 0,0-1 0,0 1 0,0-2 0,0 2 0,0 0 0,-2 0 0,0 2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5:16.7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3187 81 24575,'-2'-9'0,"-2"3"0,-18-6 0,7 6-8503,-32-8 8503,18 11 1719,-25-6-1719,20 8 0,-32-2 0,-5 0-4537,12 2 4537,-13 1 0,1 1 0,22-1-3034,-12 3 3034,8-3 2735,-30 6-2735,5-4 0,17 1 0,0 0-2935,-24-3 2935,1 0 0,30 0 2935,-6 0-2935,9 0 4388,-23 0-4388,31-3 448,-7 2-448,-3-1 6784,-14-3-6784,16 4 0,-1-1 0,-21-5 0,-4 4 0,42 1 0,7 2 0,-2-3 0,11 3 0,-16-3 0,8 3 0,-44 0 0,34 0 0,-29 0 0,40 0 0,-23 2 0,21-1 0,-22 1 0,26-2 0,-24 0 0,26 0 0,-22 0 0,22 0 0,-18 0 0,17 0 0,-18 0 0,24 0 0,-17 0 0,18 0 0,-34 4 0,28-3 0,-19 3 0,23-4 0,8 0 0,-4 2 0,1-1 0,5 1 0,-3-2 0,6 2 0,-1-2 0,2 2 0,0-2 0,-2 0 0,1 0 0,-1 0 0,-2 2 0,1-2 0,-6 2 0,4-2 0,-20 0 0,13 0 0,-17 2 0,21-2 0,-5 2 0,2-2 0,-1 0 0,4 0 0,0 2 0,7-1 0,-5 0 0,6-1 0,-2 0 0,2 0 0,-2 0 0,1 0 0,-3 0 0,4 2 0,-2-1 0,2 0 0,0-1 0,3 2 0,10-1 0,1 0 0,8-1 0,9 0 0,0 0 0,30-2 0,-17 1 0,55-4 0,-42 4 0,22-1 0,5-1 0,8-1-382,-13 2 0,-3 0 382,-4-4 0,11 5 0,0 1 0,-17-3 0,6 3 0,-3 0-6531,-22 0 6531,-3 0 0,8 1 0,4-2 0,26-1 0,17 1 0,-35-1 0,-40 2 511,17 0-511,-14 0 0,27 0 0,-28 0 0,33 2 0,-33-1 0,32 1 0,-26 0 0,27-1 0,-27 1 6784,17-2-6784,-22 0 0,6 0 0,20-2 0,1 1 0,4-1 0,-9 0 0,-27 1 0,15-1 0,-10 2 0,24 0 0,-24 2 0,17-1 0,-23 1 0,16-2 0,0 0 0,9 0 0,-7 0 0,48 2 0,-50 1 0,45 2 0,-53-2 0,18 2 0,-18-5 0,19 5 0,-24-5 0,15 3 0,-20-3 0,10 0 0,-18 0 0,7 2 0,-7-2 0,8 6 0,-5-5 0,5 5 0,4-3 0,-1 2 0,20 1 0,-14 0 0,10-1 0,-1-1 0,5-1 0,-8-1 0,0 1 0,-25-3 0,1 1 0,-2 0 0,0 2 0,0-2 0,2 2 0,2 0 0,-3-1 0,5 2 0,7-1 0,2 3 0,1-3 0,5 3 0,-14-6 0,6 2 0,-10-2 0,-2 0 0,-2 0 0,-1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5:24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0 166 24575,'13'0'0,"-2"0"0,4-4 0,-7 3 0,16-6 0,-9 7 0,9-3 0,-1 1 0,29-6 0,-13 3 0,10-1 0,2 0 0,-3 4 0,2-2 0,1 0 0,2 4 0,3-3 0,3 0 0,12-1 0,26-1 0,1 1 0,-13-1 0,-15 1 0,9-1 0,1 2 0,7 0 0,-13-1 0,21-4-495,-13 4 1,14 0 0,-22 0 494,-27 1 0,48-2 0,4 0 0,-32 1 0,22 0 0,-11 0 0,-58 2 0,10-1 0,-4 0 0,22 0 0,-23 1 0,35 2 1483,-39 0-1483,28 0 0,-30 0 0,21-2 0,-16 1 0,27-1 0,-30 2 0,26 0 0,-30-3 0,23 3 0,-22-2 0,25 2 0,-25 0 0,18 0 0,-17 0 0,18 0 0,25 0 0,-24 0 0,16 0 0,-44 0 0,1 0 0,2 0 0,-6-2 0,3 1 0,-6 1 0,2 3 0,0 3 0,3-1 0,6 3 0,-2-3 0,12 4 0,-9-3 0,23 3 0,-11-6 0,41 4 0,-37-7 0,22 0 0,-40-2 0,19-5 0,-18 4 0,17-4 0,-22 7 0,15-4 0,-18 3 0,11-1 0,-13 2 0,-1 0 0,-3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5:32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24575,'2'12'0,"-2"-2"0,2 0 0,0-5 0,-1 6 0,2-2 0,-2-2 0,1 6 0,2 4 0,-2 2 0,4 0 0,-1 0 0,-1-13 0,2 14 0,-3-14 0,4 11 0,-6-11 0,5 10 0,-4-11 0,4 16 0,-3-14 0,3 12 0,-6-14 0,10 15 0,-6-8 0,9 12 0,-9-14 0,5 13 0,-4-16 0,3 16 0,-3-16 0,3 11 0,-1-7 0,6 15 0,-5-15 0,2 11 0,-6-15 0,4 8 0,-4-6 0,7 5 0,-10-4 0,6-2 0,-2 4 0,3-3 0,-3 4 0,4-3 0,-6-3 0,3 5 0,-4-7 0,3 8 0,-2-8 0,3 11 0,-2-8 0,1 10 0,-3-10 0,4 6 0,-3-7 0,5 7 0,-5-4 0,9 12 0,-10-11 0,8 8 0,-8-11 0,5 8 0,0-6 0,2 12 0,-2-10 0,3 11 0,-2-7 0,5 8 0,-7-11 0,5 7 0,-7-14 0,4 12 0,-4-12 0,2 14 0,-1-11 0,6 14 0,-8-13 0,9 15 0,-9-14 0,6 9 0,-7-12 0,8 10 0,-6-8 0,11 17 0,-10-16 0,3 8 0,-4-13 0,1 4 0,-1-5 0,4 11 0,-3-10 0,5 16 0,-6-13 0,7 13 0,-6-11 0,5 11 0,-3-9 0,0 2 0,-1-2 0,-3-8 0,-1 4 0,0-7 0,-2-2 0,2-4 0,-2-6 0,-9-21 0,5 6 0,-15-35 0,9 31 0,-5-23 0,7 32 0,-6-20 0,5 20 0,-19-29 0,15 29 0,-16-21 0,16 27 0,-3-10 0,-3 1 0,4-1 0,0 7 0,-3-11 0,9 17 0,-8-23 0,11 13 0,-7-15 0,6 13 0,-4-10 0,8 19 0,-5-12 0,5 13 0,-10-23 0,9 19 0,-9-23 0,10 28 0,-3-11 0,1 13 0,1-5 0,2 5 0,-7-11 0,8 9 0,-14-22 0,11 24 0,-8-23 0,7 21 0,-4-12 0,4 11 0,-1-1 0,4 6 0,-2 1 0,0-3 0,-3-8 0,2 3 0,-3-10 0,5 17 0,-3-8 0,4 9 0,-2-8 0,1 8 0,-1-11 0,2 12 0,-2-7 0,2 8 0,-1-7 0,0 4 0,0-8 0,1 6 0,-4-10 0,3 11 0,-3-10 0,2 13 0,2-4 0,0 12 0,0 1 0,1 6 0,-1 2 0,2-1 0,0 22 0,2-13 0,1 24 0,0-20 0,4 24 0,-3-22 0,8 32 0,-6-32 0,11 30 0,-8-35 0,4 16 0,-6-26 0,-3 3 0,-1-9 0,-2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03:35:44.6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242 217 24575,'-3'4'0,"2"0"0,1 0 0,0 1 0,0-1 0,0 0 0,0 2 0,0 1 0,2 1 0,0 3 0,1-2 0,0 6 0,0-5 0,1 3 0,-1-4 0,5 6 0,-5-7 0,10 21 0,-6-18 0,2 16 0,-3-14 0,2 6 0,0-4 0,1 0 0,-4-6 0,4 7 0,-7-9 0,9 10 0,-8-9 0,3-2 0,-1 6 0,-3-6 0,1 4 0,-2-4 0,7 14 0,-1 4 0,0 8 0,2-2 0,-5-11 0,6 11 0,-5-12 0,4 7 0,-5-11 0,1 5 0,-1-6 0,2 8 0,-3-14 0,2 9 0,-4-10 0,4 11 0,-2-9 0,3 10 0,-3-10 0,1 8 0,-4-9 0,4 10 0,-1-2 0,3 8 0,-2-5 0,4 15 0,-7-20 0,7 17 0,-7-20 0,10 15 0,-10-8 0,10 7 0,-6-11 0,3 11 0,-3-15 0,1 9 0,-4-12 0,2 7 0,-2-6 0,4 7 0,-5-7 0,6 10 0,-6-3 0,6 6 0,-4-5 0,6 6 0,-6-8 0,5 8 0,-8-11 0,11 11 0,-8-8 0,12 21 0,-9-16 0,4 11 0,-5-17 0,5 12 0,-4-13 0,9 14 0,-10-14 0,9 16 0,-8-13 0,9 12 0,-10-14 0,10 16 0,-9-15 0,10 20 0,-11-20 0,8 11 0,-7-9 0,13 27 0,-14-22 0,16 28 0,-17-33 0,11 13 0,-9-13 0,2 2 0,0 2 0,15 31 0,-11-26 0,13 26 0,-22-38 0,14 19 0,-11-9 0,14 14 0,-15-21 0,18 29 0,-15-23 0,17 30 0,-13-26 0,7 12 0,-5-11 0,6 12 0,-11-18 0,20 30 0,-18-28 0,13 17 0,-16-21 0,12 12 0,-13-15 0,13 16 0,-14-20 0,8 15 0,-8-12 0,11 14 0,-6-7 0,3 4 0,-2-6 0,4 12 0,-5-13 0,7 18 0,-10-17 0,9 13 0,-10-15 0,19 27 0,-13-21 0,14 22 0,-15-27 0,9 17 0,-14-21 0,10 13 0,-11-15 0,13 16 0,-12-17 0,18 28 0,-18-25 0,14 18 0,-15-17 0,11 12 0,-9-13 0,7 9 0,-7-13 0,14 28 0,-12-20 0,15 28 0,-15-30 0,8 14 0,-10-16 0,7 13 0,-8-16 0,6 17 0,-4-16 0,2 15 0,-4-17 0,3 13 0,-7-15 0,7 12 0,-7-12 0,9 17 0,-6-14 0,8 18 0,-8-19 0,4 11 0,-5-13 0,5 14 0,-5-13 0,3 11 0,-3-13 0,0 7 0,-2-6 0,4 6 0,-6-5 0,7 6 0,-7-8 0,6 5 0,-6-8 0,4 8 0,-1-5 0,1 9 0,-1-8 0,2 10 0,-3-12 0,3 8 0,-4-10 0,2 4 0,-4-4 0,6 10 0,-5-6 0,6 10 0,-4-9 0,5 8 0,-5-7 0,5 2 0,-7-5 0,2-1 0,-1-4 0,-1 3 0,2-2 0,-2 5 0,2-5 0,-2 5 0,2-6 0,-2-1 0,0-4 0,-1-10 0,0 3 0,0-11 0,0 12 0,-2-14 0,0 8 0,-3-7-6784,-7-22 6784,6 20 0,-13-43 0,12 41 0,-11-42 0,0 11 0,-6-34 0,5 27 0,-5-28 0,14 43 0,-13-24 0,13 29 6784,-12-18-6784,15 31 0,-9-25 0,7 28 0,-3-17 0,4 22-6784,-7-38 6784,11 38 0,-14-37 0,14 47 0,-9-18 0,7 13 0,-5-15 0,2 3 6784,-3-9-6784,-4 6 0,1-7 0,1 12 0,-1-7 0,7 19 0,-5-8 0,5 12 0,-4-6 0,8 7 0,-9-11 0,9 13 0,-10-13 0,9 16 0,-5-14 0,5 12 0,-3-9 0,3 8 0,-5-8 0,0 0 0,-6-11 0,4 9 0,-3-8 0,8 16 0,-10-17 0,8 14 0,-9-12 0,9 13 0,-4-7 0,6 11 0,-3-10 0,5 9 0,-5-8 0,4 6 0,-8-12 0,8 13 0,-9-13 0,8 12 0,-11-13 0,11 11 0,-11-16 0,14 21 0,-11-17 0,10 18 0,-14-22 0,10 9-6784,-23-33 6784,16 24 0,-27-36 0,23 39 0,-23-36 0,21 36 0,-13-26 0,15 27 6784,-24-37-6784,22 31 0,-34-46 0,31 36 0,-18-26 0,21 31 0,-8-7 0,1 0 0,3 4 0,-4-4 0,1 2 0,11 9 0,-36-47 0,30 42 0,-6-5 0,2 2 0,11 13 0,-15-19 0,21 27 0,-16-23 0,11 16 0,-10-21 0,10 18 0,-10-14 0,18 26 0,-16-20 0,20 23 0,-14-15 0,11 16 0,-4-11 0,4 16 0,-6-21 0,5 14 0,-6-19 0,7 16 0,-6-14 0,6 16 0,-6-12 0,6 14 0,-8-20 0,4 14 0,-7-25 0,9 28 0,-4-9 0,10 18 0,-12-14 0,10 8 0,-14-22 0,13 22 0,-7-12 0,8 19 0,-1-6 0,4 9 0,0 3 0,4 10 0,3 7 0,0 1 0,5 7 0,-4-7 0,28 56 0,-16-28 0,25 37 0,-23-31 0,19 23 0,4 5-6784,0 10 6784,-2-11 0,3 3 0,-12-21 0,3-2-782,11 12 0,1 1 782,-10-9 0,2 1-414,15 19 0,-5-8 414,-15-20-64,-7-10-1,-1-1 65,1-1 5536,10 21-5536,-18-31 2154,15 34-2154,-18-33 1382,9 24-1382,-16-33 233,7 17-233,-11-22 0,2 9 0,0-10-6784,9 39 6784,-6-25 0,15 49 0,-16-51 0,15 39 0,-11-35 0,12 40 0,-13-40 6784,8 35-6784,-8-39 0,10 43 0,-10-41 0,16 47 0,-11-38 0,12 22 0,-13-29 0,16 31 0,-20-39 0,29 59 0,-29-61 0,18 41 0,-21-46 0,11 25 0,-13-22 0,13 21 0,-13-19-6784,16 28 6784,-16-27 0,18 39 0,-18-42 0,11 22 0,-14-28 0,8 12 0,-6-4 6784,7 8-6784,-5-9 0,1-1 0,3 14 0,7 25 0,1-8 0,1 16 0,-8-40 0,6 26 0,-6-25 0,21 48 0,-22-53 0,21 54 0,-26-59 0,16 41 0,-14-41 0,5 22 0,-5-24 0,5 20 0,0-11 0,3 17 0,-6-19 0,2 10 0,-7-20 0,4 12 0,-5-13 0,4 7 0,-7-12 0,6 8 0,-7-11 0,6 9 0,-6-7 0,7 12 0,-7-11 0,4 10 0,-2-13 0,1 12 0,-2-11 0,2 6 0,-2-8 0,0 2 0,0-2 0,0 0 0,-2 0 0,8 22 0,-4-14 0,5 21 0,-5-23 0,3 8 0,-4-7 0,2 3 0,-4-9 0,0-1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0:41:44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14 745 24575,'-7'-2'0,"3"-2"0,2 2 0,2-2 0,0-1 0,0 1 0,5-15 0,-1-11 0,5-8 0,-2-10 0,7-17 0,7-15 0,-4 32 0,2 0 0,16-28 0,5 14 0,-6 30 0,20-6 0,-12 17 0,40-12 0,-45 19 0,47-12 0,-41 12 0,30-1 0,-18 5 0,3 7 0,-4 0 0,5 6 0,-4 0 0,-1 10 0,-1-2 0,-3 5 0,4 0 0,-4-2 0,-12 1 0,5-2 0,-9 2 0,11 1 0,-11-3 0,12 8 0,-10-10 0,2 7 0,9-2 0,-12-3 0,3 0 0,-3 0 0,-6-3 0,-6 3 0,15 2 0,-20-4 0,20 7 0,-15-9 0,3 0 0,-12-9 0,-7-2 0,-7-3 0,0-4 0,-4-1 0,-2-2 0,-4-3 0,-5 2 0,4-2 0,-11-2 0,13 6 0,-5 1 0,4 3 0,2 2 0,1-2 0,3 5 0,4-2 0,-2 2 0,0-1 0,2 0 0,-2 4 0,6 9 0,-1-4 0,13 16 0,15 3 0,-2-3 0,31 20 0,-10-13 0,20 9 0,-11-7 0,-16-12 0,-19-7 0,-20-12 0,-4 0 0,-4-2 0,-8 2 0,-4-2 0,-12 1 0,5-1 0,-8 2 0,-6 0 0,-15 0 0,7 0 0,-35 0 0,28 3 0,-23-2 0,17 5 0,18-3 0,1 3 0,20 1 0,3-3 0,6 2 0,8-5 0,0 1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39:5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24575,'12'-3'0,"22"0"0,23-8 0,-9 5 0,5-1 0,7 0 0,1 1 0,1-3 0,2 1-733,13 2 0,3 1 733,7-4 0,3-1-453,-23 6 1,2 0-1,2 0 453,9-2 0,2 0 0,-6 1 0,4 2 0,-2 0-251,-9 0 0,2 0 0,-6-1 251,-5 2 0,-2-1-58,26-2 1,-1 0 57,-29 2 0,-2 1 0,7 0 0,0 0 0,37-2 0,-38 3 0,3 1 0,9-2 0,-3 0 0,18 2 0,-10-1 0,4 2 0,-13 3 0,0 2-161,15-3 1,7 0 160,-9 2 0,5 1 0,-9-1 0,-17-2 0,1 0 0,27 1 0,12-1 0,-9 1 0,-22-1 0,1 0-53,3 0 1,12 0 0,1 0-1,-8 1 53,21 1 0,-5 0 0,5 0 0,2 0 0,-20 0 0,2 1 0,-7 0 363,-9 1 0,1 0-363,8 0 0,8 1 0,-7-1-183,1 3 0,-6-1 183,-4 0 0,0 0 0,0 0 0,-1 0 0,-2 0 0,-1 0 0,0 0 0,0 0 647,-1 2 1,-3-1-648,34 4 0,-37-3 0,0 2 0,-6-4 0,2 0 0,18 7 0,1 0 0,-19-5 0,1 1 0,25 8 0,3 1 459,-17-4 1,1 1-460,-2-2 0,4 2 0,0 0 0,26 8 0,-4-1 0,-22-7 0,-2-1-279,16 8 0,-2 1 279,-26-5 0,-1 1 0,22 7 0,0 1 265,-20-6 0,-5-1-265,23 15 0,-23-8 0,-22-3 1070,2 3-1070,-23-7 607,-5-5-607,-27 2 0,-11 0 0,-34 9 0,22-8 0,-3 0 0,5-5 0,-2 0 0,-23 9 0,-3 0-528,7-9 1,-2-2 527,-21 4 0,-3-1 0,11-6 0,1-2 0,2-3 0,1-1-203,14-2 1,1-2 202,-1-5 0,1-1 0,-34 0 0,21-6 0,23 1 0,23 1 1032,-9-4-1032,13 4 428,8 4-428,3 0 0,5 4 0,-3-1 0,0 2 0,2-2 0,-1 2 0,-5-3 0,-7 1 0,3 1 0,-1 1 0,9 0 0,-3 5 0,7-5 0,3 3 0,8-3 0,6-2 0,-1-1 0,1 1 0,-2 0 0,-2 0 0,0 0 0,-2-2 0,0-1 0,2 1 0,-1 0 0,3-3 0,-2 0 0,7-2 0,-3 1 0,8-1 0,-9 4 0,6-4 0,-4 4 0,3-4 0,-1 4 0,3-2 0,0 0 0,-2 4 0,1-6 0,-6 8 0,2-5 0,-3 6 0,-2-4 0,2 1 0,0 1 0,-1 2 0,-1 0 0,-5 4 0,-3-1 0,-4 4 0,-8 3 0,-5 4 0,-9 4 0,9-4 0,-11 3 0,17-6 0,-17 3 0,7 0 0,-3-2 0,5-1 0,12-3 0,-1-4 0,11 1 0,-8 0 0,8 1 0,-4-1 0,3 1 0,-5 1 0,-2 1 0,1-1 0,-1 0 0,-2 3 0,-4 1 0,0 1 0,-4 4 0,12-11 0,-1 5 0,10-7 0,2-1 0,4-2 0,1 0 0,11 2 0,-1-1 0,14 4 0,6-2 0,-5 1 0,28 2 0,-14-2 0,23 3 0,4-3 0,-22 2 0,10-5 0,-36 3 0,3-1 0,-18 0 0,-3-1 0,-5-2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39:56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24575,'17'3'0,"4"-3"0,8 5 0,8-4 0,8 2 0,14-3 0,11 0 0,-11 0 0,2 0 0,3 0 0,22 0 0,-31 0 0,1 0 0,-3 0 0,-3 0 0,17 0 0,25-4 0,-12 3 0,-26-2 0,10 3 0,-20 0 0,0 0 0,2 0 0,-7-3 0,-4 2 0,20-5 0,-14 5 0,6-2 0,13 3 0,-26 0 0,35 0 0,-10 0 0,0 0 0,27 0 0,-43 0 0,54 0 0,-52 0-3392,6 0 0,1 0 3392,-8 0 0,29 0 0,-2 0 0,-23 0 0,2 0 0,3 0 0,25 0 0,3 0 6784,-6 0-6784,5 0 0,-27 0 0,32 0 0,-4 0 0,-23 0 0,22 0 0,-6 0 0,-25 0 0,20 0 0,1 0 0,-29 0 0,27 0 0,-35 0 0,31 0 0,-17 0 0,51 0 0,-46 0 0,22 0 0,-29 0 0,35 0 0,-22 0 0,23 0 0,-28 3 0,-3-2 0,35 2 0,-23-3 0,20 0 0,-34 0 0,-7 0 0,27 0 0,-28-3 0,16 3 0,-21-3 0,-5 3 0,1-2 0,-9 1 0,-13-1 0,-4 0 0,1 2 0,-1-2 0,2 4 0,4-2 0,-1 2 0,3-2 0,-4 0 0,-2 0 0,-3 0 0,0 0 0,8 0 0,2 2 0,7-1 0,4 1 0,7 1 0,2-2 0,6 2 0,-13-3 0,-5 0 0,-13 0 0,-2 0 0,-3 0 0,2 0 0,4 0 0,2 0 0,3 0 0,-2 0 0,-2 0 0,-6 0 0,0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00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19 24575,'-7'2'0,"-1"0"0,3 1 0,-1 1 0,3-2 0,1 2 0,2 0 0,0 3 0,4 0 0,-1 0 0,8 2 0,-3-4 0,6 4 0,-4-1 0,5-1 0,-6 0 0,3-4 0,-2 1 0,-3-4 0,-1 2 0,-4-4 0,0 0 0,-2-2 0,0-1 0,2-1 0,1-1 0,1-2 0,-1-3 0,-1 4 0,-2-1 0,-2 2 0,-3 0 0,0 2 0,-9-4 0,0 6 0,-10-5 0,-5 2 0,6 3 0,-8 0 0,19 3 0,-5 0 0,14 2 0,-1 0 0,4 3 0,2-3 0,1 4 0,1-3 0,0 3 0,3 1 0,0 0 0,2 2 0,3 1 0,-5-3 0,7 2 0,-6-6 0,-1 3 0,-1-5 0,-3 0 0,1-1 0,0-1 0,0-2 0,1 1 0,-3-2 0,2 2 0,-4-3 0,2 1 0,-2 0 0,-2 1 0,0 0 0,-3 2 0,1-1 0,-2 2 0,-1 0 0,-3 0 0,1 2 0,4 1 0,-2 3 0,7 4 0,-2 2 0,4 1 0,0-4 0,3 0 0,1-4 0,-1-1 0,7-1 0,-7-3 0,6 0 0,-4-3 0,0 1 0,2-3 0,-6 1 0,1-3 0,-4 3 0,0-3 0,0 3 0,0 3 0,-2 4 0,2 1 0,-2 5 0,2-5 0,2 1 0,0-3 0,2-4 0,0-1 0,-1-1 0,-2 0 0,-1 0 0,-1-1 0,-2 3 0,-1-2 0,0 4 0,-1-2 0,1 2 0,0 0 0,0 0 0,1 2 0,1-2 0,2 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09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24575,'-6'2'0,"0"2"0,1-2 0,-1 3 0,1-1 0,0 0 0,1 1 0,4-1 0,-4 0 0,4 0 0,-2 0 0,2 1 0,0-1 0,0 0 0,2 0 0,0 1 0,2-1 0,0 0 0,1-2 0,1 2 0,-1-3 0,1 1 0,3-2 0,-3 0 0,3 0 0,-7-2 0,2 1 0,-4-2 0,2 0 0,-2-1 0,0 0 0,0-1 0,0 1 0,0 0 0,0 0 0,-2-1 0,2 1 0,-4 2 0,3-2 0,-2 3 0,0-1 0,-1 4 0,0 1 0,1 1 0,-3 2 0,5-1 0,-3 2 0,4-3 0,0 0 0,0 0 0,2-1 0,-2 0 0,6 0 0,0-1 0,5 0 0,2-2 0,2-2 0,-3-3 0,0 0 0,-5-2 0,-1 3 0,-3 0 0,-1-1 0,-2 1 0,0 0 0,0 0 0,-2 1 0,-1-1 0,-1 0 0,0 1 0,-1-3 0,-1 5 0,-4-1 0,0 2 0,0 0 0,4 0 0,2 0 0,-1 0 0,1 2 0,0-1 0,-1 2 0,3 0 0,-4 1 0,5 0 0,-5 1 0,5 1 0,-2-1 0,2 1 0,-1-1 0,2-1 0,0 2 0,0-1 0,0 2 0,2-5 0,1-2 0,1-2 0,0-3 0,0 1 0,-2 2 0,0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16.5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69 8 24575,'-19'-3'0,"4"2"0,3 4 0,5 1 0,0 1 0,5-1 0,0 2 0,0-3 0,2 8 0,-2-3 0,2 2 0,2 7 0,1-11 0,4 11 0,-2-7 0,4 2 0,-4-2 0,2-4 0,-3-3 0,4-4 0,0 1 0,3-4 0,1 1 0,3-2 0,1 0 0,-1 2 0,-3-1 0,-5 3 0,-3-3 0,-2 2 0,-2-3 0,0 1 0,0 0 0,-2 0 0,2-1 0,-6-1 0,3 1 0,-3-1 0,-1 0 0,3 3 0,-3-3 0,3 3 0,0-1 0,-1 2 0,1-2 0,0 3 0,-1-1 0,1 2 0,0 0 0,-3 3 0,-2-1 0,-4 5 0,3 1 0,1 1 0,6-2 0,1 0 0,2-1 0,0-1 0,2 1 0,-2-1 0,4-1 0,-2-2 0,2 0 0,1 0 0,-1-2 0,5 2 0,4-2 0,9 0 0,-6 0 0,2-2 0,-9 0 0,1-3 0,-3 0 0,-1 1 0,-4 0 0,0-3 0,-2 0 0,0-2 0,0 2 0,-2-5 0,-1 7 0,-3-6 0,3 6 0,-3-2 0,3 3 0,-1 2 0,2-2 0,-2 3 0,1-1 0,-1 0 0,0 2 0,-3-2 0,3 0 0,-3 2 0,3-2 0,1 4 0,0-2 0,0 6 0,-1-3 0,-1 3 0,3-1 0,0-1 0,2 0 0,0 0 0,0 1 0,2-3 0,-2 2 0,4-2 0,-2 2 0,3-1 0,1 2 0,-1-2 0,3 4 0,-3-3 0,4 1 0,-6-3 0,1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20.2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7 24575,'-6'6'0,"1"0"0,-4-1 0,2-1 0,-5 6 0,4-4 0,-1 3 0,6-2 0,-1-3 0,4 3 0,-2-3 0,2 0 0,0 1 0,0-1 0,0 0 0,0 0 0,2 0 0,0 1 0,2-3 0,1 0 0,-1-2 0,-2-2 0,7-1 0,-4-3 0,7 0 0,-5 0 0,0-1 0,-3 2 0,-1-1 0,-1 1 0,-2 1 0,1 2 0,0-2 0,1 2 0,-2-3 0,2 3 0,-2-2 0,2 2 0,-2-3 0,2-1 0,-1 1 0,1-1 0,-2 1 0,0 1 0,0 0 0,-2 3 0,-1 0 0,1 4 0,-2 2 0,1 2 0,-1 2 0,1 1 0,1-3 0,2 1 0,4 2 0,0 0 0,5 1 0,-4-4 0,1 2 0,1-6 0,-2 3 0,1-6 0,-4 4 0,2-3 0,-2 2 0,3-2 0,-1 1 0,0-2 0,0 0 0,1 0 0,-1-2 0,0-1 0,0-1 0,0 0 0,-1 0 0,-1-3 0,-2 2 0,0-6 0,0 6 0,0-7 0,-2 7 0,-1-1 0,1 2 0,-2 1 0,4-1 0,-4 2 0,1 0 0,1-2 0,-2 3 0,2-1 0,-2 2 0,-1 0 0,3 2 0,-2-1 0,2 5 0,-1-3 0,-1 5 0,4-3 0,-3 2 0,3-3 0,0 0 0,2 0 0,1 0 0,1-1 0,0 1 0,0-4 0,0 2 0,1-2 0,-3 0 0,0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27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32 24575,'-12'-2'0,"2"-1"0,-1 3 0,5 2 0,-3-1 0,7 2 0,-2 0 0,4 6 0,-2-2 0,2 5 0,0-3 0,2 6 0,-1-7 0,3 9 0,-3-12 0,3 2 0,-4-3 0,4-3 0,-2 1 0,14-5 0,-1-2 0,8-1 0,-5-6 0,3-3 0,-8 1 0,0 0 0,-11 3 0,-2 3 0,0-1 0,-4 0 0,1 4 0,-6-4 0,2 6 0,-2-3 0,-1 6 0,1-2 0,2 2 0,-2 2 0,4-2 0,-1 4 0,4 1 0,-2 6 0,1 2 0,0 3 0,1-6 0,2 2 0,2-3 0,1-1 0,-1 3 0,2-6 0,-2-1 0,3-4 0,-1-2 0,0-1 0,2-3 0,-1 3 0,0-3 0,-2 4 0,-2-2 0,1 5 0,-4 2 0,-1 2 0,1 1 0,0 1 0,2-3 0,0 3 0,2-5 0,0 0 0,7 0 0,1-1 0,5 1 0,-2-2 0,-4 0 0,-2-2 0,-3 0 0,-2-5 0,0 0 0,-2 0 0,0-2 0,0 0 0,-2 1 0,0-3 0,-3 8 0,1-3 0,-5 5 0,1-1 0,-4 4 0,3 1 0,2 1 0,0 3 0,5-2 0,-2 1 0,3-2 0,-1 1 0,2-1 0,0 0 0,0 0 0,0 0 0,0 1 0,0-1 0,0 0 0,0-2 0,0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30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64 24575,'-18'-6'0,"0"4"0,2-3 0,-4 5 0,4-5 0,-3 4 0,6-1 0,2 4 0,6 1 0,0 1 0,1 0 0,4 0 0,-2 3 0,2 0 0,0 5 0,0-3 0,0 3 0,2 0 0,-1-4 0,5 3 0,-3-6 0,3 1 0,1-1 0,-2-3 0,3 0 0,-3-4 0,4 2 0,-2-4 0,2 1 0,-2-2 0,-1 1 0,3-3 0,-3 2 0,8-4 0,-11 4 0,6-4 0,-7 4 0,3-4 0,-3 5 0,0-3 0,-2 0 0,0 3 0,0-3 0,-2 5 0,2-2 0,-2 2 0,2-3 0,-2 3 0,2-2 0,-4 2 0,3-3 0,-3 3 0,4-2 0,-4 4 0,4-4 0,-4 4 0,3-4 0,-2 3 0,0 1 0,-1 3 0,2 1 0,-2 0 0,1 2 0,1 4 0,0 0 0,2-1 0,0 0 0,2-2 0,0 0 0,5 4 0,-2-5 0,4 3 0,0-2 0,4-2 0,-3 0 0,-1-3 0,-7-4 0,2 0 0,-1-5 0,1-2 0,1-1 0,-2-2 0,-1 0 0,0 2 0,-2 1 0,2 2 0,-2 1 0,0 1 0,0-2 0,0 1 0,-2 3 0,0-6 0,-1 7 0,-1-3 0,2 1 0,-4 4 0,-4-5 0,-3 5 0,1-2 0,2 4 0,4-2 0,3 4 0,-1 0 0,2 3 0,-1 3 0,1-1 0,2 5 0,2 0 0,4 6 0,-1-9 0,2 1 0,-1-6 0,-1-1 0,0-2 0,-3-4 0,-2-5 0,0 1 0,-2 0 0,1 2 0,-2 0 0,0 1 0,1-2 0,-2 4 0,3-2 0,0 2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39.2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49 119 24575,'-2'4'0,"2"2"0,-4-6 0,1 2 0,-1-2 0,0 0 0,2-2 0,-2 0 0,1-1 0,1 0 0,0 0 0,2-1 0,-2 2 0,2-2 0,-2 1 0,0-7 0,1 2 0,1-5 0,5 1 0,4-6 0,-1 6 0,1-3 0,-5 11 0,-2 0 0,2 2 0,-2 0 0,1 0 0,0 1 0,5-1 0,-3 2 0,9 0 0,-7 0 0,3 0 0,-4 4 0,-3 1 0,-1 4 0,-2 0 0,0 3 0,0-4 0,0 3 0,0-2 0,0-1 0,0 1 0,0-5 0,-2 0 0,1 1 0,-3-3 0,2 2 0,-2-4 0,-3 4 0,-2-1 0,-1 2 0,0-1 0,4-1 0,1 0 0,1-2 0,0-1 0,1-3 0,-1 1 0,4-2 0,-4 2 0,2-2 0,-1-1 0,0 3 0,2-2 0,-3 2 0,4-2 0,-2-1 0,0 1 0,2 0 0,-2-1 0,2 1 0,0 0 0,0 0 0,0-1 0,0 1 0,2 2 0,-2-2 0,4 3 0,-2-2 0,2 0 0,1-1 0,-1 0 0,0 1 0,0 1 0,0 2 0,1 0 0,-1 0 0,-2 2 0,2 0 0,-2 3 0,1 1 0,-2-1 0,-1 4 0,0 0 0,0-1 0,0 3 0,-2-1 0,2-3 0,-5 4 0,3-6 0,-1 2 0,0-3 0,0 0 0,-1-2 0,2 2 0,-5-1 0,2 1 0,-2-1 0,1-1 0,1-2 0,3-2 0,0-1 0,0-1 0,0-2 0,-1-1 0,-1 0 0,4-2 0,-2 4 0,2-2 0,0 3 0,0 0 0,0 0 0,0-1 0,2 1 0,0 0 0,3-3 0,-1 4 0,0-3 0,0 6 0,1-4 0,-1 3 0,0-2 0,0 2 0,3-1 0,0 2 0,0 0 0,-1 0 0,-2 0 0,1 0 0,-1 0 0,0 0 0,0 2 0,0 0 0,1 3 0,-1-1 0,0 0 0,1 5 0,-1-3 0,0 3 0,-1-5 0,1 0 0,-4 0 0,2 0 0,-2 1 0,0-1 0,0 0 0,0 2 0,0-1 0,-2 2 0,-1-1 0,1-1 0,-2 1 0,4-1 0,-4-3 0,3 2 0,-3-4 0,2 2 0,-2 0 0,0-2 0,-1 2 0,1-2 0,0 0 0,1-2 0,-1 0 0,4-2 0,-4-5 0,3 1 0,-1-2 0,2 2 0,0 3 0,0-2 0,0 1 0,0 1 0,0-4 0,2 6 0,-2-5 0,4 5 0,-1-6 0,-1 4 0,0-1 0,-2 3 0,0 2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5:40:44.5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88 44 24575,'4'-6'0,"-2"0"0,4-1 0,-5 2 0,5 1 0,-5 0 0,2 3 0,-2 1 0,1 5 0,0 4 0,-2 4 0,3 2 0,-1 0 0,-2 0 0,3-3 0,-3-2 0,0-4 0,0-2 0,0 1 0,0-1 0,-2-2 0,1 2 0,-3-2 0,0 5 0,-1-3 0,-2 3 0,3-5 0,0 2 0,0-4 0,-1 2 0,1-2 0,0 0 0,0 0 0,-3 0 0,2 0 0,-1 0 0,1-2 0,1 0 0,2-2 0,-4-1 0,5 1 0,-6-3 0,5 0 0,-3 0 0,3-2 0,0 5 0,2-3 0,0 3 0,0-1 0,0 1 0,0 0 0,2 0 0,0-1 0,0 1 0,2 0 0,-3-1 0,2 1 0,-2 0 0,3 2 0,-4-2 0,4 1 0,-2-1 0,2 0 0,-1-1 0,0 3 0,0 0 0,1 0 0,0 2 0,3-2 0,-3 2 0,8 0 0,-5 0 0,3 0 0,-6 2 0,0 0 0,-1 7 0,-1-1 0,2 4 0,-1-3 0,0-2 0,-1-1 0,-2-2 0,0 1 0,0-1 0,0 2 0,-2 1 0,1 0 0,-3 0 0,2-3 0,-3 0 0,1 0 0,2 1 0,-4-1 0,3-2 0,-6 3 0,-1-3 0,3 1 0,-7 1 0,8-3 0,-1 3 0,3-4 0,2 0 0,0-2 0,-2-5 0,3 0 0,-3 0 0,4-1 0,-2 0 0,2 1 0,0-1 0,0 1 0,2-1 0,-2 2 0,2 2 0,0 1 0,-2 0 0,4 0 0,-2-1 0,3 0 0,-1 1 0,0-1 0,0 4 0,3-2 0,-2 0 0,1 2 0,-2-2 0,0 2 0,1 2 0,-1 2 0,-2 1 0,2 1 0,-3-1 0,3 1 0,-4 4 0,2-1 0,0 3 0,-1-3 0,1-1 0,-2-2 0,0-2 0,0 0 0,-2-1 0,2 0 0,-2 0 0,0-1 0,1 2 0,-3-4 0,4 4 0,-6-1 0,5 1 0,-7-2 0,5 2 0,-6-3 0,4 0 0,-2-5 0,5 1 0,0-3 0,0-1 0,-1 0 0,1-2 0,-3 0 0,5 2 0,-2 0 0,2 3 0,0 0 0,0-1 0,0 1 0,0 0 0,2-1 0,-2 1 0,2 0 0,-2 0 0,2 1 0,-2-1 0,2 2 0,0 0 0,-1-2 0,2 1 0,-2-1 0,3 2 0,-4-2 0,2 2 0,0-1 0,0-1 0,2 2 0,-1-2 0,0 1 0,0 1 0,-1 1 0,2 0 0,0-1 0,1 2 0,4 0 0,-4 0 0,1 0 0,-2 0 0,-1 2 0,0-1 0,2 5 0,-2-4 0,5 10 0,-4-5 0,2 3 0,-1-1 0,-3-2 0,0 2 0,-2-2 0,0-1 0,0-2 0,0 1 0,-2 1 0,2-1 0,-4 1 0,3-1 0,-3-1 0,2 0 0,-2 0 0,0-2 0,-1 2 0,-4-3 0,1 3 0,-1-4 0,0 4 0,2-3 0,-2 1 0,2-2 0,0 0 0,3 0 0,0-2 0,-1 0 0,1-3 0,2 1 0,-4 0 0,3-1 0,-6-4 0,1-1 0,1-3 0,0 4 0,2 0 0,3 4 0,-1-4 0,3 2 0,0-2 0,0 2 0,0-2 0,0 4 0,0-4 0,2 5 0,-1-3 0,3 3 0,-2 0 0,2-1 0,-2 1 0,0 2 0,-2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16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24575,'2'10'0,"9"5"0,5 0 0,10 5 0,4-2 0,17 5 0,-2-5 0,14-1 0,-19-8 0,9-2 0,-14-4 0,-1 0 0,-10-5 0,-12 0 0,-5-5 0,0 0 0,-4-1 0,4-1 0,-5 4 0,5-7 0,-2 7 0,4-7 0,-3 5 0,0-1 0,-1 2 0,-1-1 0,-1 2 0,1 0 0,-4 1 0,2 2 0,-2-1 0,0 1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14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2188 24575,'-12'-97'0,"0"0"0,0 0 0,0 0 0,0 0 0,1 0 0,-1 0 0,0 0 0,0-1 0,0 1 0,-3-4 0,-1-3 0,-1 0 0,0 3 0,2 4 0,2 8 0,5 10 0,4 13 0,13-29 0,2 26 0,-10 19 0,3 21 0,-3 19 0,1 3 0,-2 3 0,2 0 0,-2-1 0,2-2 0,-2-3 0,-2-3 0,-1 3 0,1 0 0,0 6 0,2 0 0,0-3 0,4-3 0,2-3 0,2 0 0,-1 1 0,-2 2 0,-3 3 0,1 0 0,-3 7 0,-8 10 0,-5 3 0,-8 12 0,-2-4 0,1 3 0,0-1 0,4-2 0,1-2 0,6-3 0,3-3 0,6-3 0,-1-8 0,3-2 0,0-5 0,0-4 0,0-2 0,3-1 0,2-10 0,1 11 0,8-17 0,-5 8 0,2-1 0,3-4 0,-6 16 0,8-9 0,-7 10 0,3-5 0,-5 3 0,0 3 0,2-2 0,-1 4 0,1-2 0,-2 2 0,0 2 0,-4-1 0,0 4 0,0 2 0,1 1 0,10 16 0,-5-7 0,18 21 0,-1-7 0,5 10 0,7-3 0,-21-12 0,9 2 0,-18-14 0,1 1 0,-5-8 0,-4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59:17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24575,'7'7'0,"1"3"0,7 1 0,-4-3 0,30 13 0,-12-10 0,39 14 0,-26-11 0,9 3 0,-21-8 0,-5-1 0,-5-3 0,-7-2 0,-1 0 0,-7-3 0,1-2 0,1-1 0,-2-1 0,6-1 0,0 0 0,2 0 0,2 0 0,-5 2 0,2-2 0,0 5 0,-1-4 0,1 1 0,-5 0 0,2-1 0,-4 3 0,2-3 0,-3 2 0,-2-3 0,2 3 0,-3-2 0,3 3 0,-4-3 0,2 2 0,-2-1 0,0 2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18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1346 2448 24575,'-10'10'0,"-6"6"0,-7-1 0,-2 2 0,-19 2 0,18-7 0,-36 6 0,31-9 0,-36 5 0,17-10 0,3 3 0,5-7 0,5 0 0,8-3 0,-24-1 0,23-2 0,-14 0 0,10 0 0,-9-1 0,-3 1 0,13-1 0,1 1 0,2-5 0,-2 0 0,-3-4 0,0 3 0,4-3 0,3 3 0,-3-3 0,13 5 0,-13-5 0,10 3 0,-16-9 0,6 5 0,5 0 0,4 2 0,6 3 0,5 3 0,-9-11 0,12 10 0,-2-5 0,2 3 0,3 0 0,0-2 0,2 1 0,1 2 0,2-12 0,-5 9 0,5-21 0,-2 21 0,2-11 0,2 4 0,-1 3 0,2-4 0,-3 2 0,0-20 0,0 12 0,0-39 0,0 34 0,-3-22 0,2 23 0,-2-28 0,3 19 0,-2-17 0,-2 21 0,1-16 0,-2 14 0,4-13 0,-2 21 0,3 1 0,4-22 0,-4 16 0,4-19 0,-1 20 0,-3-4 0,7-28 0,-6 21 0,3-21 0,-2 25 0,-1 2 0,2-6 0,1-34 0,-3 27 0,6-26 0,-3 36 0,-1 4 0,3-8 0,-2 8 0,-1-4 0,3 4 0,2-22 0,-1 17 0,3-14 0,-6 27-6784,1 5 6784,-2 2 0,2 1 0,1 0 0,2-3 0,-2 2 0,2 0 0,-2 5 6784,-1 5-6784,0-2 0,0 5 0,0-3 0,-1 6 0,1 2 0,1 5 0,27 7 0,30 1 0,30 7 0,-30-11 0,2-2 0,-12 3 0,0-2 0,16-2 0,0-2 0,-17 1 0,-3 0 0,47-3 0,-33 2 0,-35-4 0,-12 5 0,-11 0 0,-1 2 0,-1 25 0,0 11 0,0 15 0,-3 27 0,4-14 0,0 27 0,7-14 0,-3-10 0,3-13 0,-1-2 0,0-13 0,4 17 0,-4-22 0,-1 9 0,0-15 0,-2 15 0,4-13 0,-6 3 0,7 15 0,-5-18 0,4 23 0,-2-14 0,-3-2 0,3 2 0,-2 1 0,6 5 0,-6-11 0,6 21 0,2-6 0,0 17 0,7 8 0,-7-25 0,4 26 0,-2-14 0,1 32 0,2 1 0,-8-27 0,-1 14 0,-4-48 0,0 27 0,-4-22 0,0-3 0,-3 2 0,0-21 0,0 14 0,0-18 0,0 7 0,0-5 0,-2-5 0,-1 6 0,1-9 0,-3 4 0,0 4 0,-1 3 0,-2-1 0,3-2 0,0-5 0,2-5 0,-1-3 0,3-6 0,-3-7 0,-1 0 0,-5-2 0,-6 1 0,-5-6 0,5 8 0,-6-2 0,11 6 0,-4 2 0,8 1 0,0 2 0,4 0 0,1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20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24575,'18'33'0,"1"4"0,8 11 0,3 13 0,-7-15 0,1 1 0,8 23 0,-7-23 0,-1 0 0,3 12 0,21 26 0,-7-4 0,-5-12 0,5 2 0,-15-18 0,15 17 0,-9-3 0,1-3 0,2 12 0,-13-24 0,14 40 0,-10-31 0,-3 5 0,-6-24 0,-3-16 0,-8-3 0,8-1 0,-5 7 0,12 25 0,0-6 0,3 18 0,-2-23 0,-9-5 0,2-8 0,-4-1 0,0-6 0,1 2 0,-4-6 0,-2-3 0,-2-1 0,-3 4 0,1-5 0,-2 13 0,0-15 0,0 0 0,0-10 0,-7-12 0,-6-1 0,-4-3 0,-15-4 0,3 3 0,-17-5 0,15 4 0,-9 1 0,16 3 0,0 6 0,12-1 0,5 6 0,2 1 0,3 3 0,4 3 0,7 8 0,8 0 0,11 14 0,5-2 0,10 8 0,-2-1 0,-2-6 0,4 2 0,-10-7 0,2-2 0,-15-7 0,-9-10 0,-5-6 0,-5-1 0,1-1 0,0-1 0,3-2 0,5 1 0,0-2 0,5 1 0,-5 0 0,5-2 0,-2 2 0,-1-2 0,1 0 0,-6 3 0,-2 0 0,-1 3 0,-4-1 0,4-1 0,-3-2 0,1-1 0,-2 1 0,0 2 0,0 1 0,0 1 0,0-1 0,0 3 0,0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27.9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59 24575,'-5'2'0,"2"3"0,5 2 0,0 2 0,3 1 0,5 3 0,-2-3 0,18 10 0,-10-10 0,13 7 0,-10-14 0,18 8 0,-11-7 0,26 13 0,-26-10 0,15 5 0,-14-4 0,-3-2 0,-5 0 0,18 1 0,-18-6 0,19 4 0,-8-2 0,-9 0 0,9 1 0,-11 1 0,-1-5 0,8 5 0,-5-4 0,2 2 0,-8-3 0,-3 0 0,14 2 0,-5-1 0,5 2 0,-5-3 0,9 0 0,-2-3 0,15-2 0,-20 1 0,7-4 0,-16 5 0,2-2 0,-4 0 0,-3 0 0,1-2 0,2-1 0,1-2 0,0 0 0,2-3 0,-2 3 0,3-3 0,0 2 0,-6 3 0,2 1 0,-5 3 0,2-1 0,-1 0 0,-2 0 0,4 1 0,-5-1 0,10-2 0,-8 1 0,3-1 0,-1 0 0,-1 2 0,-1-2 0,2 3 0,-2-1 0,1-2 0,-2 4 0,-1-4 0,-1 5 0,-1-2 0,1-1 0,-4 1 0,4-1 0,-4 1 0,4-1 0,-3 1 0,3 0 0,-4-1 0,4 3 0,-4-2 0,2 3 0,-2-1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29.9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24575,'7'0'0,"-1"0"0,-3 2 0,1 2 0,11 14 0,1 0 0,23 15 0,-5-7 0,2-2 0,2 1 0,-4-9 0,6 4 0,-2-5 0,-14-8 0,7 1 0,-10-7 0,6 1 0,5 1 0,-12 0 0,9 3 0,-3 2 0,12 5 0,-2-2 0,6 4 0,-9-8 0,-4 1 0,1-5 0,-4 0 0,-4-3 0,-3 0 0,-4 0 0,1-2 0,-4-1 0,3 0 0,1-2 0,-2 3 0,3-4 0,-6 1 0,1 0 0,-5 3 0,2-3 0,-4 3 0,2-1 0,-3-1 0,0 2 0,3-3 0,-2 1 0,2-1 0,-1 0 0,2-1 0,1-2 0,1-1 0,-1-1 0,1 0 0,6-6 0,-5 5 0,2 0 0,-6 2 0,-2 4 0,-1-3 0,1-1 0,0 4 0,-3-1 0,4-1 0,-2-1 0,5 1 0,-6 0 0,5 0 0,-2 2 0,1-4 0,2 1 0,-4 3 0,2-1 0,-5 3 0,0 1 0,-2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33.0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118 0 24575,'5'7'0,"26"49"0,4 21 0,-8-27 0,3 4 0,4 23 0,2 4-1019,3-1 1,1 3 1018,-13-19 0,0 1 0,-2 2 0,1-1 0,-1 2 0,-4-6 190,1 1 0,-4-3-190,-7 9 0,-3-4 0,-2 14 0,-7-26 0,-2 1 0,-5 35 0,-3-23 1539,-4 8-1539,-6-11 118,4 1-118,-8 3 0,12-24 0,-6 1 0,2-1 0,-3 5 0,3-1 0,0 2 0,5-16 0,-1 15 0,-6-16 0,8-2 0,-9 5 0,13-17 0,-11 22 0,9-15 0,-4 2 0,2 1 0,3-10 0,-2 14 0,2-9 0,2 9 0,-2-1 0,1 7 0,-6 3 0,6-3 0,-5 8 0,5-17 0,-5 18 0,-1-14 0,-1 14 0,-4-9 0,8-14 0,-6 1 0,9-9 0,-3-1 0,4 3 0,0-11 0,0 8 0,-1-5 0,2 0 0,0 2 0,1-6 0,-2 8 0,2-6 0,-1 0 0,2-2 0,1-4 0,0 5 0,2-2 0,-3 2 0,3-3 0,0 0 0,0-3 0,0-4 0,0-10 0,0-10 0,-3-16 0,3 3 0,-4-9 0,1 3 0,2 2 0,-4 4 0,4 4 0,-1 15 0,0 3 0,2 9 0,-2 7 0,2 7 0,2 5 0,1 5 0,6 18 0,-2-8 0,3 20 0,-5-27 0,5 25 0,-4-24 0,4 19 0,-5-19 0,-2-6 0,2-10 0,-3-5 0,3-6 0,-3 1 0,2-9 0,5-5 0,-3 0 0,10-5 0,-4 3 0,2 2 0,-1 0 0,0 2 0,-2 2 0,5-7 0,-1 0 0,-1-3 0,0 6 0,-6 2 0,1 5 0,-2 2 0,-1 2 0,-2 3 0,-4 1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46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24575,'7'6'0,"3"8"0,8 10 0,7 2 0,-2 5 0,11-5 0,-9-5 0,6-2 0,2-6 0,-16-7 0,5 1 0,-17-5 0,3 3 0,5 0 0,4 2 0,8 0 0,-5 3 0,8-4 0,-5 2 0,3-2 0,-3-1 0,-7 0 0,-7-2 0,0-1 0,1 1 0,3-1 0,3 4 0,2-1 0,16 1 0,-1 0 0,26 3 0,-22-5 0,13 1 0,-12-5 0,-12 0 0,5 0 0,-11 0 0,6 0 0,0-2 0,3 1-6784,-3-4 6784,3 5 0,1-3 0,3 3 0,-9 0 0,4 0 0,-9 0 0,-2 0 6784,3-3-6784,-3 0 0,0 0 0,7-4 0,-4 3 0,10-8 0,-10 6 0,7-5 0,-15 6 0,12-6 0,-10 3 0,-1-2 0,-1 2 0,-4-4 0,4 1 0,-1-2 0,0 0 0,1 0 0,-4 0 0,1 2 0,-2-1 0,-3 5 0,-1 0 0,4-2 0,-7 4 0,4-2 0,-3 2 0,1 1 0,-2 2 0,0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48.4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24575,'24'31'0,"3"3"0,-2-7 0,10 7 0,-17-18 0,15 7 0,-10-11 0,-2-1 0,3-2 0,-8-4 0,13 3 0,-2-1 0,3-1 0,20 0 0,-7-2 0,18 0 0,-10-1 0,-5-3 0,-3 0 0,-6 0 0,-4 0 0,0 0 0,-2 0 0,-4 0 0,8 0 0,-6 0 0,12 0 0,-7 0 0,-7-2 0,1 1 0,-1-4 0,-6 5 0,13-6 0,-8 2 0,15 1 0,1-3 0,-9 3 0,10-6 0,-24 3 0,24-10 0,-18 6 0,3-4 0,-9 6 0,-4-2 0,-4 2 0,1 0 0,-5 1 0,0 1 0,3-2 0,-2-2 0,3 0 0,-3 1 0,-1-1 0,2 0 0,-3 1 0,0 1 0,-1-1 0,0 4 0,-3-1 0,0 1 0,0 3 0,-1 0 0,0 2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8:55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24575,'3'5'0,"-2"-1"0,2 6 0,2 3 0,1 6 0,4 0 0,-4 3 0,5 0 0,-3 1 0,4 2 0,-4-6 0,2 3 0,-1 0 0,5 4 0,-1 4 0,-2-7 0,0 9 0,-2-8 0,4 20 0,0-4 0,-3 3 0,3 6 0,-3-9 0,7 11 0,-3-1 0,-1-13 0,-1 11 0,-5-20 0,2 3 0,-4-10 0,-2-5 0,1-1 0,-3-2 0,1-3 0,-2-3 0,0-1 0,0 2 0,2 1 0,-1 3 0,1-1 0,-2 4 0,3 0 0,-3 2 0,5 1 0,-5-3 0,5-2 0,-5-1 0,3-4 0,-3-2 0,1-3 0,0 1 0,1-2 0,0 1 0,0 0 0,14 3 0,10 3 0,21 4 0,21 2 0,6-3 0,-6-1 0,-3-7 0,-22-1 0,7-6 0,-15 2 0,-4-4 0,0 2 0,-3-6 0,9 2 0,9-5 0,-10 7 0,13-4 0,-2 8 0,16-5 0,9 5 0,-4-2 0,12 3 0,0 0 0,-4 0 0,-4 0 0,9 0 0,-23 0 0,-4 0 0,1 0 0,12 0 0,26 0 0,-21 0 0,5 0 0,-20 0 0,0 0 0,35 0 0,5 0 0,-35 1 0,-2 2 0,21 6 0,-12-3 0,3 2 0,-16 3 0,-3-1 0,27 4 0,-26-2 0,-1 0 0,21 5 0,-18-2 0,2 1 0,-4-2 0,1 2 0,5 4 0,1 1 0,-3-1 0,1 0 0,3 1 0,-3-1 0,21 12 0,-26-15 0,-1-1 0,23 16 0,0-6 0,11 13 0,-34-12 0,1 3 0,10 10 0,-18-3 0,15 9 0,-17-6 0,-8-8 0,10 15 0,1-4 0,-2 3 0,4 1 0,-11-12 0,-2-2 0,1 2 0,-2 1 0,32 34 0,-19-12 0,-16-17 0,0 2 0,1 1 0,-3-3 0,11 19 0,5 12 0,-24-22 0,3 9 0,-11-11 0,-5-3 0,-5-11 0,-1 26 0,-3-15-6784,-3 2 6784,0-8 0,-3 6 0,-4 1 0,2 14 0,-1-27 0,0 10 0,-1-14 6784,-6 20-6784,-1-5 0,0-4 0,-9 9 0,0-7 0,-19 23 0,-2-3 0,5-12 0,-13 9 0,5-16 0,2 2 0,-15 4 0,24-21 0,-10 4 0,-2-5 0,15-8 0,-6 1 0,9-3 0,-1-4 0,-7 3 0,2-1 0,-2 1 0,-1 0 0,0 0 0,-5-6 0,-3 3 0,13-6 0,-15 6 0,15-3 0,-14 3 0,19-3 0,-8 2 0,16-3 0,-9 0 0,13-3 0,-8-3 0,14-3 0,-18 0 0,4 0 0,-13 0 0,9 0 0,-11 0 0,18 0 0,-12-3 0,17 3 0,4-3 0,8 1 0,6 0 0,2-8 0,0-3 0,0-10 0,3 0 0,-3 1 0,5 0 0,-4 11 0,1-1 0,-4 11 0,-3 0 0,-2 5 0,-3-2 0,-8 6 0,-6 1 0,-10 3 0,-4 1 0,10-4 0,0 2 0,12-3 0,2 0 0,3-1 0,3-2 0,1-1 0,0 1 0,0 2 0,0-2 0,-5 4 0,-1-1 0,0 0 0,-5 2 0,9-5 0,-5 3 0,9-4 0,0 1 0,3-1 0,4-2 0,3 2 0,11 0 0,12 1 0,3-1 0,23 2 0,0 1 0,14 2 0,-13-2 0,-6-1 0,-22-3 0,-6 1 0,-10-2 0,-10-2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08.5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24575,'3'7'0,"10"11"0,1 1 0,14 16 0,-6-9 0,10 8 0,-7-12 0,6 4 0,-7-9 0,-2-5 0,-7-5 0,3-4 0,2-1 0,28-2 0,25 3 0,-13 0 0,17 6 0,-45-2 0,3 2 0,-3-3 0,-12-1 0,4 1 0,-10-3 0,4-1 0,-8-2 0,0 0 0,1-2 0,0-1 0,4-2 0,-4 0 0,9-3 0,-7 0 0,15-7 0,-16 6 0,3-2 0,-10 6 0,-3 1 0,2 1 0,-3 0 0,2 0 0,-2-1 0,3-1 0,-2 1 0,5-6 0,1 0 0,5-9 0,-1-1 0,-1 5 0,-4 3 0,-2 3 0,0 1 0,-1-2 0,-1 3 0,-1 4 0,-2 1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11.4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24575,'3'7'0,"9"9"0,2-1 0,3 5 0,9 3 0,-5-6 0,6 4 0,2-6 0,-13-4 0,4-3 0,-14-5 0,3 1 0,-4-3 0,-1 1 0,0-2 0,1 2 0,7 1 0,-1 1 0,11 2 0,4 2 0,1-1 0,-1 1 0,-1-2 0,-14-3 0,7-1 0,-11-2 0,6 0 0,-6 0 0,0 0 0,-1 0 0,1 0 0,3-2 0,-3 1 0,8-1 0,-4 2 0,8 0 0,-4-2 0,-4 1 0,3-1 0,-4 2 0,6 0 0,-3 0 0,-3 0 0,-1 0 0,0 0 0,2 0 0,4-2 0,-8 1 0,8-4 0,-7 5 0,6-5 0,-1 0 0,0-1 0,5-1 0,-2-1 0,1 2 0,-2-1 0,-3 2 0,1 0 0,-2 0 0,0 0 0,-6 2 0,4-1 0,-4 1 0,2 1 0,-3-2 0,1 3 0,-1-1 0,0 0 0,1 2 0,-1-4 0,0 3 0,-1-2 0,1 2 0,-2-3 0,2 4 0,-1-4 0,1 3 0,-2-3 0,3 4 0,-3-4 0,2 1 0,-2 1 0,5-4 0,-4 3 0,3-2 0,-3-1 0,1 4 0,-1-4 0,1 6 0,-4-4 0,4 1 0,-3-1 0,2-1 0,0 1 0,-1 0 0,2-1 0,-3 1 0,1 1 0,-2 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14.2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24575,'-2'7'0,"1"0"0,-1-1 0,2 10 0,0 17 0,0-1 0,7 26 0,0-17 0,8 18 0,12 15 0,-4-12 0,4-10 0,2-2 0,-4-3 0,10 4 0,2 1 0,-1-2 0,-4-10 0,2 1 0,20 16 0,3-4 0,10 2 0,1 1 0,10 2 0,-36-29 0,1 1 0,2 2 0,2 1 0,1-2 0,1 1 0,-1 0 0,1 1 0,6 2 0,0-1 0,23 14 0,-17-12 0,1 1-335,-13-9 1,1 0 334,22 12 0,3 1 0,0 1 0,-2-2 0,-18-11 0,1 0 0,16 10 0,0-2 0,-18-10 0,0-1 0,23 15 0,0-1 0,-24-13 0,0-1 0,23 11 0,-4-2-136,-12-6 136,11 3 0,3 1 0,-26-10 0,1 1 0,28 11 0,1 0 0,-27-9 0,-2-2 0,3 0 0,-1 0 0,-3 1 0,1 2 0,10 5 0,0 1 0,-1-2 0,-2 1 0,-1 0 0,-1 0 0,-2 1 0,0 2 0,1-1 0,0 0 0,2 3 0,-1-1 0,-10-7 0,-3 0 0,26 31 0,-24-17 0,-2 3 0,1 4 0,9 24 664,6 2-664,-6 2 141,-19-31-141,11 27 0,-12-10 0,-8-7 0,-10-11 0,-4 0 0,2 3 0,1 18 0,-5-21 0,-4-4 0,-3-9 0,0 11 0,-7 24 0,2-12 0,-4-3 0,-2 2 0,-6 17 0,6-21 0,0 1 0,-8 25 0,2-20 0,2-2 0,-4-12 0,-12 4 0,13-17 0,-20 5 0,8-9 0,-11 4 0,-13 6 0,13-9 0,-14 1 0,15-9 0,-10 1 0,7 0 0,14-7 0,-5 4 0,15-5 0,-10 3 0,11-2 0,3-4 0,5-3 0,3-3 0,0 1 0,-2-1 0,3-1 0,-5 3 0,6-5 0,-2 3 0,2-2 0,3-7 0,2 4 0,6-22 0,0 11 0,7-13 0,-7 13 0,4 1 0,-5 4 0,-3 5 0,0 4 0,-2 3 0,-5 12 0,-5 9 0,-2 1 0,-6 9 0,4-14 0,-1 4 0,4-8 0,5-4 0,2-8 0,5-3 0,2 0 0,7-2 0,6 3 0,6-3 0,16 0 0,-2 0 0,23 0 0,-19 0 0,7 2 0,-17-1 0,-8 1 0,-8 0 0,-7-1 0,-5 1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33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24575,'4'6'0,"3"1"0,11 14 0,4-2 0,11 13 0,-11-11 0,1 3 0,-12-8 0,0-5 0,-4-2 0,-3-4 0,-2-1 0,4 0 0,-1 3 0,7 0 0,-2 1 0,5-1 0,-4-2 0,3 0 0,-1 0 0,0 0 0,-1 0 0,-2-2 0,-1 1 0,1-3 0,-3 1 0,2 0 0,1-2 0,13 3 0,-2-1 0,11-1 0,-6 4 0,7-5 0,-3 6 0,3-6 0,-7 3 0,3-3 0,-9-3 0,5 0 0,-14-2 0,6 0 0,-6-2 0,4-1 0,1-2 0,-4 2 0,6-2 0,-4 2 0,7-3 0,-5 0 0,-2 3 0,0-2 0,-8 5 0,8-4 0,-8 1 0,3 1 0,-2-5 0,1 4 0,-3-2 0,2 1 0,-7 4 0,4 0 0,-3 1 0,1 2 0,-2-3 0,2 3 0,-2-2 0,2 1 0,-2-1 0,0 2 0,0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38.9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24575,'3'4'0,"1"3"0,-1 3 0,4 0 0,-4 0 0,3-4 0,-5-1 0,1-1 0,0-2 0,-2 5 0,6-4 0,0 9 0,1-4 0,1 2 0,-4-4 0,0-1 0,3 1 0,0 1 0,3 1 0,-1-1 0,7 0 0,-5 1 0,6 0 0,-4 2 0,12-1 0,-4 1 0,5 2 0,-4-4 0,-6 0 0,5-3 0,-2 1 0,1-1 0,-5-2 0,3 2 0,-1-2 0,8 2 0,1 1 0,4 2 0,3-1 0,-3 2 0,-3-6 0,-3 0 0,-1-3 0,-6 0 0,7 0 0,-4-3 0,6 0 0,-3-3 0,13 0 0,-4 0 0,1 0 0,6 0 0,-21 3 0,17-6 0,-14 3 0,0-1 0,-9 0 0,-5 4 0,0-3 0,0 0 0,2-3 0,-4 4 0,5-6 0,-5 5 0,4-8 0,-4 8 0,2-6 0,0 5 0,-2 0 0,5-5 0,-5 6 0,2-1 0,-3 1 0,0 3 0,-1-4 0,-1 4 0,-2 1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40.6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24575,'8'17'0,"-2"-4"0,4 5 0,11 7 0,7 5 0,39 21 0,-31-21 0,34 11 0,-27-24 0,9 7 0,12 1 0,-29-13 0,6 4 0,-18-13 0,0 0 0,5 0 0,-10-6 0,6 0 0,-5-5 0,5-3 0,-2-1 0,-5 1 0,1-2 0,-7 4 0,14-8 0,-10 4 0,4 1 0,-1-1 0,-4 7 0,2-1 0,-1 1 0,-8 4 0,8-3 0,-10 3 0,7-3 0,-7 2 0,4-1 0,-6 1 0,1 1 0,-4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42.2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24575,'22'14'0,"27"19"0,18 5 0,-17-10 0,3 1 0,-8-5 0,1-1 0,7-1 0,0-1 0,29 15 0,-2-8 0,-21-9 0,-24-9 0,-19-7 0,-4-3 0,-2-5 0,6 1 0,-3-3 0,11-1 0,-6-1 0,4 1 0,-3 0 0,-4 0 0,0 0 0,1-5 0,3 2 0,-5 0 0,4-2 0,-7 5 0,4-5 0,-5 3 0,2 0 0,-4-2 0,-1 4 0,-5-2 0,2 6 0,-3 0 0,1-1 0,-2 3 0,0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09:46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2711 0 24575,'0'10'0,"2"5"0,-1-1 0,4 10 0,-4 0 0,4 5 0,-5 0 0,6 1 0,-3-1 0,3 4 0,3 1 0,0 0 0,3-1 0,7 8 0,2 0 0,7 15 0,-1-11 0,6 15 0,10 9 0,-16-28 0,2 3 0,3 12 0,1 2 0,-4-11 0,-1 0 0,-4 4 0,0 1 0,2 2 0,0 3-279,4 8 1,0 2 278,-1-1 0,2 1 0,4 4 0,0-2 0,-10-16 0,4 0 0,7 1 0,5 4 0,3-2-457,-1-4 1,2-1-1,0 0 457,1 5 0,1 1 0,2-2 0,6-1 0,2-3 0,-7-3-375,-6-4 0,-1 1 375,3 0 0,5 4 0,-2-2 0,10 14 0,-3-2 0,-10-10 0,1 1 0,19 26 0,-5 2 0,-30-27 0,-2 0 0,14 17 0,-2 2-48,-12-10 0,-7-1 48,-6-9 0,-3 0 0,-1 3 0,-2 4 0,1 26 0,-3 1-11,-2-17 1,-2 0 10,-1 20 0,-1-2 0,-2-25 0,0-3 0,-2 3 0,0 1 653,0-3 0,-1-1-653,-3-3 0,-1 1 400,-1 2 0,-1-1-400,-2-4 0,0-1 0,-4 6 0,-1 0 0,2-5 0,-2-1 0,-3 6 0,-1 0 0,0-4 0,0-1 107,-13 27-107,9-31 0,-1-1 0,-18 24 0,8-18 0,-3 3 0,1 1 0,-1-2 0,5-10 0,-1-2 0,-11 15 0,-1-3 0,8-17 0,0-3 0,-7 7 0,-1-3 290,2-7 1,1-5-291,-31 4 0,-9-11 0,34-13 0,-4-3 0,-12-8 0,-2-2 0,15 4 0,-2 0 0,-21-5 0,1 0 0,20 5 0,-2 0-536,-37 2 1,-4-1 535,15-3 0,2-1 0,-6 3 0,4 0-162,23-2 0,3-1 162,-7-4 0,-1-1 0,0 2 0,-4 0 0,-16-2 0,0 0 0,18 4 0,2 2 0,2 0 0,-1-1 0,-7-1 0,1-3 0,10-2 0,-2-2 0,-23-3 0,-2-3-443,15-4 1,1-2 442,-6 0 0,-3-1-400,9 4 0,-2-1 0,2 1 400,-7-5 0,0 2 0,-14 0 0,5 2 469,35 10 0,5 1-469,-25-4 305,31 7-305,23 7 887,13 3-887,-13 7 1350,-10 1-1350,-8 3 0,-19-1 0,0-2 0,-14-5 0,6 0 0,17-4 0,12 0 0,21 1 0,6 4 0,28 7 0,17 4 0,10 3 0,10 2 0,23 3 0,5 2-611,-19-4 1,1 3 0,2 0 610,4-2 0,2 0 0,-5 1 0,13 7 0,-6 0-12,-6-4 0,-6-1 12,9 13 0,-26-15 0,-35-10 0,-19-14 0,-12 0 1828,-2-2-1828,-12 1 27,-3-1-27,6 2 0,1 0 0,13 1 0,3 0 0,8 1 0,0-2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7:10:58.5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7064 1 24575,'-30'0'0,"1"0"0,2 0 0,-5 0 0,-3 0 0,-3 0 0,-16 0 0,13 0 0,-14 0 0,4 0 0,6 0 0,-9 0 0,7 0 0,-4 0 0,-5 3 0,6-1 0,-2 1 0,-31 5 0,-14 0 0,35-2 0,-6 2 0,-30 2 0,-1 1 0,28-4 0,-4-1 0,-12 0 0,-16-1 0,2 0 0,21-1 0,-17 1-501,5-4 1,-18 0 0,15 2 500,31 1 0,3-1 0,-32-2 0,-4-1 0,4 4 0,1 2 0,-5-1 0,1 0 0,1 1 0,5 0-370,22 1 1,1 0 369,-22 1 0,-1-1 0,20-2 0,2 1 0,-4 0 0,-1 2 0,-13 1 0,1 1 0,18-2 0,0 0 0,-21 5 0,-2 0 0,-4-2 0,5-1 0,23-3 0,5 0 0,8 0 0,-5-1 0,-19 4 0,-11 1 0,12-1 0,-21 2 0,22-2 0,-10 1 0,14-2 0,0 2 0,-6-2 1442,-1 2-1442,11-6 798,-3-2-798,-9-3 0,0 0 0,3 0 0,-21 0 0,34-3 0,-14 2 0,-1 1 0,4-3 0,19 2 0,-1 2 0,-31 3 0,15 3 0,0 7 0,26 2 0,29 1 0,5-1 0,3 9 0,0 2 0,0 11 0,3 0 0,-1-5 0,-3 17 0,3 5 0,-8 22 0,7-8 0,0 28 0,5-30 0,3-9 0,0 0 0,-4 20 0,4-27 0,-1-1 0,-5 22 0,3-16 0,0 1 0,-5 29 0,2-20 0,-1 0 0,1-15 0,-1 2-516,-11 27 0,0 5 516,6-4 0,0 0 0,-6 2 0,1-3 0,9-15 0,2-5 0,-10 32 0,8-26 0,0 20 0,2-36 0,2-2 1032,-2-4-1032,0-15 0,2 9 0,2-15 0,2-10 0,0 1 0,0-3 0,0 4 0,0-2 0,0-1 0,0 1 0,0 6 0,0-2 0,0 4 0,0-2 0,0-3 0,2 9 0,-1-8 0,1-1 0,0-8 0,-1-8 0,-12-11 0,1 0 0,-18-9 0,0-1 0,4 5 0,-12-5 0,7 3 0,-6-1 0,10 3 0,11 5 0,10 7 0,4-1 0,0 1 0,0-1 0,4 7 0,-1-1 0,14 22 0,7 6 0,3 5 0,13 6 0,-3-10 0,4 0 0,-11-7 0,-9-9 0,-15-9 0,-1-5 0,-3-2 0,8-14 0,-6 4 0,10-16 0,-11 14 0,8-14 0,-7 11 0,6-6 0,-2 2 0,17-7 0,-2 2 0,13-6 0,-5 12 0,-7 3 0,-7 7 0,-8 2 0,-2 3 0,-2 3 0,2 0 0,-1 2 0,-1-4 0,2 3 0,-5 0 0,0 1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7:10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2735 58 24575,'-7'-12'0,"2"4"0,-8-9 0,0 10 0,-13-7 0,-32 15 0,11 6 0,-41 20 0,43-3 0,0 5 0,-16 10 0,-2 4-247,-1 0 1,2 2 246,4-2 0,2 3 0,-12 10 0,4 1 0,24-18 0,0 1 0,-19 21 0,0 4 0,15-10 0,5-3 0,9-10 0,0 2 0,-15 26 0,1 1 0,17-26 0,-1 3 0,-12 25 0,-7 14 0,-1-2 0,3-10 0,-1-3 0,-1 3 0,8-10 0,0 3 0,-1 0 0,-1-2-492,-12 15 0,0-3 1,3-6 491,-1 2 0,3-4 0,-1 1 0,0 1 0,-1 11 0,3-2 0,10-19 0,0 1 0,-2 7 0,-2 7 0,6-10-307,11-21 0,2 0 307,-8 16 0,-4 8 0,6-8 0,-2 26 0,0-11 0,2 1 0,13-21 0,3-3-65,-3 5 0,1 0 65,6-2 0,2 4 0,-6 23 0,1 0 219,7-22 0,1-1-219,-2 3 0,1-3 1451,4 31-1451,0-16 0,-1-12 0,1 11 0,1-3 0,0 2 0,2 2-92,-2-1 1,1 7-1,0-8 92,2-2 0,1-5 0,1 1 0,1-3 22,-1-15 1,0-1-23,2 16 0,2 0 0,2-13 0,1-1 0,-4 0 0,0 2 0,6 10 0,0-4 0,-1-6 0,1 9 0,0 5 0,-1-11 0,0 0 97,6 21 0,3 2-97,1 1 0,1-4 0,-8-22 0,2-3 48,6 6 1,-1-5-49,5-1 0,26 30 0,-26-43 0,17 21 0,9-7 762,-3 2-762,-11-18 0,0-3 0,6 4 0,27 11 0,-21-21 0,2-3 0,-3 0 0,1-2 0,4 2 0,-1-3 0,30 4 0,-17-16 0,13 6 0,3-11 0,-15-1 0,-20-3 0,5-6 0,-20 2 0,11-11 0,-10 3 0,-13 0 0,-5-1 0,-5-2 0,1-9 0,-2 3 0,2-20 0,-10 15 0,2-15 0,-9 9 0,2 10 0,-6 1 0,2 3 0,-9-4 0,-2-1 0,1 4 0,-3 3 0,3 6 0,-7 5 0,0 0 0,-6 5 0,6 2 0,-9 2 0,8 1 0,-2 0 0,10 0 0,3 0 0,8-2 0,5-1 0,11-2 0,15 0 0,36-8 0,-2 3 0,-9-3 0,2 0 0,36-1 0,-40 3 0,0 0 0,29 1 0,-23 2 0,-21 3 0,-17 2 0,-5 0 0,-11 2 0,-2 5 0,-2 2 0,-1 9 0,-6 14 0,-4 9 0,-3 0 0,-8 12 0,1-11 0,-1 14 0,4-15 0,5 0 0,3-6 0,5-7 0,1 2 0,6-18 0,0-2 0,0-8 0,-2 0 0,2-1 0,-2-2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3T16:07:19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5727 24575,'-8'9'0,"1"1"0,7-1 0,4 0 0,4 1 0,2-5 0,7-1 0,5-4 0,12-2 0,20-3 0,-6-1 0,34-5 0,-8-1 0,-20 2 0,2-1 0,4-1 0,-1 1 0,-7 2 0,0 0 0,25-5 0,-1 1 0,22-1-586,-13 1 0,6 1 586,-12 2 0,-3 1 0,-15 1 0,3 1 0,28-2 0,1-1 0,-26 0 0,-1 0-294,14 0 0,2-1 294,-1-1 0,-4 0 0,-19 5 0,-3 1 0,2-1 0,3 1 0,16-1 0,0 0 0,-15 2 0,-1 0 0,15-4 0,-4 0 0,6 1 0,-12 0 0,0-1 0,21-8 0,-13 6 0,-1-1 0,5-11 0,-25 8 0,-1-2 1137,23-19-1137,-20 7 0,2-3 0,-4-1 0,-2-2 0,1-10 0,-3 1 623,16-16-623,-25 14 0,-4-3 0,17-30-326,-20 22 1,4-9-1,-3 6 326,-5 9 0,0-2 0,4-10 0,2-8 0,-5 7 0,-7 10 0,-1-1 0,5-17 0,4-11 0,-2 3 0,-6 15 0,-2 3 0,0-2 0,0-3 0,0 0 0,-1 0 0,4-25 0,-2 3 0,-8 13 0,0-2 0,-2 14 0,2-3 0,-1 0 0,-1 0 0,0-1 0,-1 2 0,4-28 0,-2 2 0,0 2 0,-3 1 0,-3-3 0,-2 0 0,-1 4 0,-1 4 0,-2 21 0,0 1-122,0-15 1,0 4 121,0-24 0,0 32 0,0-1 0,0 8 0,0 4 0,-3-16 0,3 0 0,-3 26 0,3-7 964,3 2-964,0 18 256,5-3-256,4 3 0,8-14 0,0-5 0,7-8 0,3-8 0,1-10 0,8-14 0,-14 21 0,-5 18 0,-1 2 0,-3-3 0,1 3 0,1 0 0,4-11 0,12-16 0,-13 29 0,4 8 0,-11 11 0,3 5 0,0 0 0,-3 5 0,1 2 0,-2 0 0,6-3 0,-7 5 0,5-1 0,-9 5 0,4 1 0,-5 2 0,-3 0 0,-4 3 0,-2 2 0,-10-5 0,-2 3 0,-18-1 0,-2 5 0,-7 4 0,-11 2 0,-10 5 0,-9 4 0,-4 3 0,28-3 0,0 3 0,24-6 0,0 0 0,7-4 0,11-4 0,5-4 0,17 2 0,17-2 0,9 0 0,34 0 0,-2 0 0,18-7 0,-7 2 0,-23-8 0,-10 3 0,-29 1 0,-7 1 0,-11 8 0,-3 2 0,4 14 0,10 24 0,3 5 0,15 34 0,5 7 0,5 1 0,-4-5 0,-13-36 0,-13-21 0,-10-18 0,-3-5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AFFCE-5412-4442-B8D5-3FCB02B7506D}" type="datetimeFigureOut">
              <a:rPr lang="en-VN" smtClean="0"/>
              <a:t>4/29/21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ABC20-F131-C74F-8354-47FD95132E7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1431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user.engineering.uiowa.edu/~dip/lecture/PreProcessing2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13h00’  13h50’ 10’</a:t>
            </a:r>
          </a:p>
          <a:p>
            <a:r>
              <a:rPr lang="en-US" dirty="0"/>
              <a:t>8 14h00’  14h50’ 10’</a:t>
            </a:r>
          </a:p>
          <a:p>
            <a:r>
              <a:rPr lang="en-US" dirty="0"/>
              <a:t>9 15h00’  15h50’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5C7AD-45A0-CE4A-A5EF-5B59D7E64D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3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http://user.engineering.uiowa.edu/~dip/lecture/PreProcessing2.html</a:t>
            </a: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D24F2-D9F9-F54E-A8B1-307029B45AEC}" type="slidenum">
              <a:rPr lang="en-VN" smtClean="0"/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10411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9C2C-0989-2145-82C1-83337E511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5727E-77C0-3F40-B661-33797EC4B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220AF-2DCB-9B41-8485-0EA016DF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CC8CE-0E2A-0549-A231-BB39264B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DD38A-1599-9845-A58C-FFA3929A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8336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09EE-5469-EA4A-BE76-F10941D3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73E6E-F79F-F149-9365-3AD5F691B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F315F-DB61-564F-BED2-25A4DB7B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83F24-3EDD-9B4D-886F-C514CA7F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9FB4D-5AED-3644-88FB-7659418A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7754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E18C-3964-704A-A883-99113DAB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50DA5-1FF4-C348-A5CF-C38C56E5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0059B-A79B-4B48-8180-C57D4E5E2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9772B-88B2-774F-AB61-EC6EA6C5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11F33-42ED-8A49-9F29-B97323E1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9390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90616-8E02-514D-9DCC-F7627B13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A72D5-89DC-D54B-96B2-452EC2F48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3EB1E-261B-724D-9AF1-43903E7ED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B9C42-7047-B048-8059-A953B684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CEDCB-9B8F-8345-A74F-96016621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961CF-5999-3846-ABF4-DF864E4B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3745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D47F-A570-894C-A824-5D2171631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F9135-13A0-D048-81B6-6DEEB2689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6FC29-FD38-604C-86E2-2360F0A71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2F2AF-B346-704E-B734-DB962C326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691F1-FCD6-1741-B0C9-943A72FE5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64079-F718-E046-8834-3D41DEA5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52EBAD-2B0F-A14A-9285-7E997AD3E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A2108-5A52-AF41-A81C-A363F930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177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9B05-04FA-4B40-A976-C679E5CD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C290D-22C9-E04E-9953-DFAC148A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810D7-9495-9048-932D-7E8F27B4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7268A-16CE-3549-BE48-5EA94D11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197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A4DB9-A766-E24C-8FDE-63AE0865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78365-F17B-8B47-8713-96D09B2A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3E693-752B-9A41-980E-92D88D1A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8771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5289-C19F-9C4A-9EC1-D9912EA6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E77F-3D51-B04D-8B2F-2B9E3EF41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E5288-8067-A94E-BA31-73D4C385D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A32F6-99D2-A141-A185-4B18A5D2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72C95-12E7-F74B-9D2D-52EEA228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1B7D-9DEC-0A46-A95C-0523308D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8795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98E1-3D88-3B44-B74C-DE917100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1983B4-B55E-5F4D-9264-6F2B45BDB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3258D-0317-E549-A343-32F75421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39F29-C477-1344-87FC-0739C1B2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B3FC4-F67D-E644-9989-55D9F50E8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23F27-BC1D-A340-922B-08AABADC9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3735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D8DC-7D09-014A-A214-F061DA01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89ED4-8337-4347-AB6F-87681829C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01C6D-2961-1C42-AA59-772A9E68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6A6AD-0DA3-7849-9654-49D762A7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2E1A1-0FFE-B341-9339-F7D4DC853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418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CF9BD-9BD2-7A4C-BEB2-D4000FB0C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B1972-71E6-BF41-A29C-EF1FE545E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6F8DE-BCE7-DB4E-A3D5-37120396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479D6-A471-3849-98AE-41F47DB0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67259-012C-2C42-A473-F55B3554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0543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05C87-C61F-8242-B5E6-F6F8EBC4D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6F27D-5D0C-7848-A633-0FA1E6E2A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6B199-4C59-1844-9D5F-9042AF534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65043-D55E-764F-8136-6EDBEC258A3A}" type="datetimeFigureOut">
              <a:rPr lang="en-VN" smtClean="0"/>
              <a:t>4/29/21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A27B3-36B8-B046-BD8E-184FBCE26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7BD82-4021-EE4E-9780-A1FB36608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FA94F-D46B-2D46-893B-8E172C6FC9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48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gocdiep@vnu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16" Type="http://schemas.openxmlformats.org/officeDocument/2006/relationships/image" Target="../media/image8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66" Type="http://schemas.openxmlformats.org/officeDocument/2006/relationships/image" Target="../media/image33.png"/><Relationship Id="rId74" Type="http://schemas.openxmlformats.org/officeDocument/2006/relationships/image" Target="../media/image37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62" Type="http://schemas.openxmlformats.org/officeDocument/2006/relationships/image" Target="../media/image31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image" Target="../media/image1.png"/><Relationship Id="rId29" Type="http://schemas.openxmlformats.org/officeDocument/2006/relationships/customXml" Target="../ink/ink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customXml" Target="../ink/ink39.xml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44.xml"/><Relationship Id="rId3" Type="http://schemas.openxmlformats.org/officeDocument/2006/relationships/image" Target="../media/image45.png"/><Relationship Id="rId7" Type="http://schemas.openxmlformats.org/officeDocument/2006/relationships/customXml" Target="../ink/ink41.xml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11" Type="http://schemas.openxmlformats.org/officeDocument/2006/relationships/customXml" Target="../ink/ink43.xml"/><Relationship Id="rId5" Type="http://schemas.openxmlformats.org/officeDocument/2006/relationships/customXml" Target="../ink/ink40.xml"/><Relationship Id="rId10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customXml" Target="../ink/ink42.xml"/><Relationship Id="rId1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.xml"/><Relationship Id="rId21" Type="http://schemas.openxmlformats.org/officeDocument/2006/relationships/image" Target="../media/image55.png"/><Relationship Id="rId42" Type="http://schemas.openxmlformats.org/officeDocument/2006/relationships/customXml" Target="../ink/ink65.xml"/><Relationship Id="rId47" Type="http://schemas.openxmlformats.org/officeDocument/2006/relationships/image" Target="../media/image68.png"/><Relationship Id="rId63" Type="http://schemas.openxmlformats.org/officeDocument/2006/relationships/image" Target="../media/image76.png"/><Relationship Id="rId68" Type="http://schemas.openxmlformats.org/officeDocument/2006/relationships/customXml" Target="../ink/ink78.xml"/><Relationship Id="rId84" Type="http://schemas.openxmlformats.org/officeDocument/2006/relationships/customXml" Target="../ink/ink86.xml"/><Relationship Id="rId89" Type="http://schemas.openxmlformats.org/officeDocument/2006/relationships/image" Target="../media/image89.png"/><Relationship Id="rId16" Type="http://schemas.openxmlformats.org/officeDocument/2006/relationships/customXml" Target="../ink/ink52.xml"/><Relationship Id="rId11" Type="http://schemas.openxmlformats.org/officeDocument/2006/relationships/image" Target="../media/image501.png"/><Relationship Id="rId32" Type="http://schemas.openxmlformats.org/officeDocument/2006/relationships/customXml" Target="../ink/ink60.xml"/><Relationship Id="rId37" Type="http://schemas.openxmlformats.org/officeDocument/2006/relationships/image" Target="../media/image63.png"/><Relationship Id="rId53" Type="http://schemas.openxmlformats.org/officeDocument/2006/relationships/image" Target="../media/image71.png"/><Relationship Id="rId58" Type="http://schemas.openxmlformats.org/officeDocument/2006/relationships/customXml" Target="../ink/ink73.xml"/><Relationship Id="rId74" Type="http://schemas.openxmlformats.org/officeDocument/2006/relationships/customXml" Target="../ink/ink81.xml"/><Relationship Id="rId79" Type="http://schemas.openxmlformats.org/officeDocument/2006/relationships/image" Target="../media/image84.png"/><Relationship Id="rId5" Type="http://schemas.openxmlformats.org/officeDocument/2006/relationships/image" Target="../media/image471.png"/><Relationship Id="rId90" Type="http://schemas.openxmlformats.org/officeDocument/2006/relationships/customXml" Target="../ink/ink89.xml"/><Relationship Id="rId14" Type="http://schemas.openxmlformats.org/officeDocument/2006/relationships/customXml" Target="../ink/ink51.xml"/><Relationship Id="rId22" Type="http://schemas.openxmlformats.org/officeDocument/2006/relationships/customXml" Target="../ink/ink55.xml"/><Relationship Id="rId27" Type="http://schemas.openxmlformats.org/officeDocument/2006/relationships/image" Target="../media/image58.png"/><Relationship Id="rId30" Type="http://schemas.openxmlformats.org/officeDocument/2006/relationships/customXml" Target="../ink/ink59.xml"/><Relationship Id="rId35" Type="http://schemas.openxmlformats.org/officeDocument/2006/relationships/image" Target="../media/image62.png"/><Relationship Id="rId43" Type="http://schemas.openxmlformats.org/officeDocument/2006/relationships/image" Target="../media/image66.png"/><Relationship Id="rId48" Type="http://schemas.openxmlformats.org/officeDocument/2006/relationships/customXml" Target="../ink/ink68.xml"/><Relationship Id="rId56" Type="http://schemas.openxmlformats.org/officeDocument/2006/relationships/customXml" Target="../ink/ink72.xml"/><Relationship Id="rId64" Type="http://schemas.openxmlformats.org/officeDocument/2006/relationships/customXml" Target="../ink/ink76.xml"/><Relationship Id="rId69" Type="http://schemas.openxmlformats.org/officeDocument/2006/relationships/image" Target="../media/image79.png"/><Relationship Id="rId77" Type="http://schemas.openxmlformats.org/officeDocument/2006/relationships/image" Target="../media/image83.png"/><Relationship Id="rId8" Type="http://schemas.openxmlformats.org/officeDocument/2006/relationships/customXml" Target="../ink/ink48.xml"/><Relationship Id="rId51" Type="http://schemas.openxmlformats.org/officeDocument/2006/relationships/image" Target="../media/image70.png"/><Relationship Id="rId72" Type="http://schemas.openxmlformats.org/officeDocument/2006/relationships/customXml" Target="../ink/ink80.xml"/><Relationship Id="rId80" Type="http://schemas.openxmlformats.org/officeDocument/2006/relationships/customXml" Target="../ink/ink84.xml"/><Relationship Id="rId85" Type="http://schemas.openxmlformats.org/officeDocument/2006/relationships/image" Target="../media/image87.png"/><Relationship Id="rId3" Type="http://schemas.openxmlformats.org/officeDocument/2006/relationships/image" Target="../media/image461.png"/><Relationship Id="rId12" Type="http://schemas.openxmlformats.org/officeDocument/2006/relationships/customXml" Target="../ink/ink50.xml"/><Relationship Id="rId17" Type="http://schemas.openxmlformats.org/officeDocument/2006/relationships/image" Target="../media/image531.png"/><Relationship Id="rId25" Type="http://schemas.openxmlformats.org/officeDocument/2006/relationships/image" Target="../media/image57.png"/><Relationship Id="rId33" Type="http://schemas.openxmlformats.org/officeDocument/2006/relationships/image" Target="../media/image61.png"/><Relationship Id="rId38" Type="http://schemas.openxmlformats.org/officeDocument/2006/relationships/customXml" Target="../ink/ink63.xml"/><Relationship Id="rId46" Type="http://schemas.openxmlformats.org/officeDocument/2006/relationships/customXml" Target="../ink/ink67.xml"/><Relationship Id="rId59" Type="http://schemas.openxmlformats.org/officeDocument/2006/relationships/image" Target="../media/image74.png"/><Relationship Id="rId67" Type="http://schemas.openxmlformats.org/officeDocument/2006/relationships/image" Target="../media/image78.png"/><Relationship Id="rId20" Type="http://schemas.openxmlformats.org/officeDocument/2006/relationships/customXml" Target="../ink/ink54.xml"/><Relationship Id="rId41" Type="http://schemas.openxmlformats.org/officeDocument/2006/relationships/image" Target="../media/image65.png"/><Relationship Id="rId54" Type="http://schemas.openxmlformats.org/officeDocument/2006/relationships/customXml" Target="../ink/ink71.xml"/><Relationship Id="rId62" Type="http://schemas.openxmlformats.org/officeDocument/2006/relationships/customXml" Target="../ink/ink75.xml"/><Relationship Id="rId70" Type="http://schemas.openxmlformats.org/officeDocument/2006/relationships/customXml" Target="../ink/ink79.xml"/><Relationship Id="rId75" Type="http://schemas.openxmlformats.org/officeDocument/2006/relationships/image" Target="../media/image82.png"/><Relationship Id="rId83" Type="http://schemas.openxmlformats.org/officeDocument/2006/relationships/image" Target="../media/image86.png"/><Relationship Id="rId88" Type="http://schemas.openxmlformats.org/officeDocument/2006/relationships/customXml" Target="../ink/ink8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7.xml"/><Relationship Id="rId15" Type="http://schemas.openxmlformats.org/officeDocument/2006/relationships/image" Target="../media/image521.png"/><Relationship Id="rId23" Type="http://schemas.openxmlformats.org/officeDocument/2006/relationships/image" Target="../media/image56.png"/><Relationship Id="rId28" Type="http://schemas.openxmlformats.org/officeDocument/2006/relationships/customXml" Target="../ink/ink58.xml"/><Relationship Id="rId36" Type="http://schemas.openxmlformats.org/officeDocument/2006/relationships/customXml" Target="../ink/ink62.xml"/><Relationship Id="rId49" Type="http://schemas.openxmlformats.org/officeDocument/2006/relationships/image" Target="../media/image69.png"/><Relationship Id="rId57" Type="http://schemas.openxmlformats.org/officeDocument/2006/relationships/image" Target="../media/image73.png"/><Relationship Id="rId10" Type="http://schemas.openxmlformats.org/officeDocument/2006/relationships/customXml" Target="../ink/ink49.xml"/><Relationship Id="rId31" Type="http://schemas.openxmlformats.org/officeDocument/2006/relationships/image" Target="../media/image60.png"/><Relationship Id="rId44" Type="http://schemas.openxmlformats.org/officeDocument/2006/relationships/customXml" Target="../ink/ink66.xml"/><Relationship Id="rId52" Type="http://schemas.openxmlformats.org/officeDocument/2006/relationships/customXml" Target="../ink/ink70.xml"/><Relationship Id="rId60" Type="http://schemas.openxmlformats.org/officeDocument/2006/relationships/customXml" Target="../ink/ink74.xml"/><Relationship Id="rId65" Type="http://schemas.openxmlformats.org/officeDocument/2006/relationships/image" Target="../media/image77.png"/><Relationship Id="rId73" Type="http://schemas.openxmlformats.org/officeDocument/2006/relationships/image" Target="../media/image81.png"/><Relationship Id="rId78" Type="http://schemas.openxmlformats.org/officeDocument/2006/relationships/customXml" Target="../ink/ink83.xml"/><Relationship Id="rId81" Type="http://schemas.openxmlformats.org/officeDocument/2006/relationships/image" Target="../media/image85.png"/><Relationship Id="rId86" Type="http://schemas.openxmlformats.org/officeDocument/2006/relationships/customXml" Target="../ink/ink87.xml"/><Relationship Id="rId4" Type="http://schemas.openxmlformats.org/officeDocument/2006/relationships/customXml" Target="../ink/ink46.xml"/><Relationship Id="rId9" Type="http://schemas.openxmlformats.org/officeDocument/2006/relationships/image" Target="../media/image491.png"/><Relationship Id="rId13" Type="http://schemas.openxmlformats.org/officeDocument/2006/relationships/image" Target="../media/image511.png"/><Relationship Id="rId18" Type="http://schemas.openxmlformats.org/officeDocument/2006/relationships/customXml" Target="../ink/ink53.xml"/><Relationship Id="rId39" Type="http://schemas.openxmlformats.org/officeDocument/2006/relationships/image" Target="../media/image64.png"/><Relationship Id="rId34" Type="http://schemas.openxmlformats.org/officeDocument/2006/relationships/customXml" Target="../ink/ink61.xml"/><Relationship Id="rId50" Type="http://schemas.openxmlformats.org/officeDocument/2006/relationships/customXml" Target="../ink/ink69.xml"/><Relationship Id="rId55" Type="http://schemas.openxmlformats.org/officeDocument/2006/relationships/image" Target="../media/image72.png"/><Relationship Id="rId76" Type="http://schemas.openxmlformats.org/officeDocument/2006/relationships/customXml" Target="../ink/ink82.xml"/><Relationship Id="rId7" Type="http://schemas.openxmlformats.org/officeDocument/2006/relationships/image" Target="../media/image481.png"/><Relationship Id="rId71" Type="http://schemas.openxmlformats.org/officeDocument/2006/relationships/image" Target="../media/image80.png"/><Relationship Id="rId2" Type="http://schemas.openxmlformats.org/officeDocument/2006/relationships/customXml" Target="../ink/ink45.xml"/><Relationship Id="rId29" Type="http://schemas.openxmlformats.org/officeDocument/2006/relationships/image" Target="../media/image59.png"/><Relationship Id="rId24" Type="http://schemas.openxmlformats.org/officeDocument/2006/relationships/customXml" Target="../ink/ink56.xml"/><Relationship Id="rId40" Type="http://schemas.openxmlformats.org/officeDocument/2006/relationships/customXml" Target="../ink/ink64.xml"/><Relationship Id="rId45" Type="http://schemas.openxmlformats.org/officeDocument/2006/relationships/image" Target="../media/image67.png"/><Relationship Id="rId66" Type="http://schemas.openxmlformats.org/officeDocument/2006/relationships/customXml" Target="../ink/ink77.xml"/><Relationship Id="rId87" Type="http://schemas.openxmlformats.org/officeDocument/2006/relationships/image" Target="../media/image88.png"/><Relationship Id="rId61" Type="http://schemas.openxmlformats.org/officeDocument/2006/relationships/image" Target="../media/image75.png"/><Relationship Id="rId82" Type="http://schemas.openxmlformats.org/officeDocument/2006/relationships/customXml" Target="../ink/ink85.xml"/><Relationship Id="rId1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1.xml"/><Relationship Id="rId21" Type="http://schemas.openxmlformats.org/officeDocument/2006/relationships/image" Target="../media/image390.png"/><Relationship Id="rId42" Type="http://schemas.openxmlformats.org/officeDocument/2006/relationships/customXml" Target="../ink/ink109.xml"/><Relationship Id="rId47" Type="http://schemas.openxmlformats.org/officeDocument/2006/relationships/image" Target="../media/image520.png"/><Relationship Id="rId63" Type="http://schemas.openxmlformats.org/officeDocument/2006/relationships/image" Target="../media/image600.png"/><Relationship Id="rId68" Type="http://schemas.openxmlformats.org/officeDocument/2006/relationships/customXml" Target="../ink/ink122.xml"/><Relationship Id="rId7" Type="http://schemas.openxmlformats.org/officeDocument/2006/relationships/image" Target="../media/image3210.png"/><Relationship Id="rId71" Type="http://schemas.openxmlformats.org/officeDocument/2006/relationships/image" Target="../media/image640.png"/><Relationship Id="rId2" Type="http://schemas.openxmlformats.org/officeDocument/2006/relationships/image" Target="../media/image90.png"/><Relationship Id="rId16" Type="http://schemas.openxmlformats.org/officeDocument/2006/relationships/customXml" Target="../ink/ink96.xml"/><Relationship Id="rId29" Type="http://schemas.openxmlformats.org/officeDocument/2006/relationships/image" Target="../media/image430.png"/><Relationship Id="rId11" Type="http://schemas.openxmlformats.org/officeDocument/2006/relationships/image" Target="../media/image3410.png"/><Relationship Id="rId24" Type="http://schemas.openxmlformats.org/officeDocument/2006/relationships/customXml" Target="../ink/ink100.xml"/><Relationship Id="rId32" Type="http://schemas.openxmlformats.org/officeDocument/2006/relationships/customXml" Target="../ink/ink104.xml"/><Relationship Id="rId37" Type="http://schemas.openxmlformats.org/officeDocument/2006/relationships/image" Target="../media/image470.png"/><Relationship Id="rId40" Type="http://schemas.openxmlformats.org/officeDocument/2006/relationships/customXml" Target="../ink/ink108.xml"/><Relationship Id="rId45" Type="http://schemas.openxmlformats.org/officeDocument/2006/relationships/image" Target="../media/image510.png"/><Relationship Id="rId53" Type="http://schemas.openxmlformats.org/officeDocument/2006/relationships/image" Target="../media/image550.png"/><Relationship Id="rId58" Type="http://schemas.openxmlformats.org/officeDocument/2006/relationships/customXml" Target="../ink/ink117.xml"/><Relationship Id="rId66" Type="http://schemas.openxmlformats.org/officeDocument/2006/relationships/customXml" Target="../ink/ink121.xml"/><Relationship Id="rId5" Type="http://schemas.openxmlformats.org/officeDocument/2006/relationships/image" Target="../media/image3110.png"/><Relationship Id="rId61" Type="http://schemas.openxmlformats.org/officeDocument/2006/relationships/image" Target="../media/image590.png"/><Relationship Id="rId19" Type="http://schemas.openxmlformats.org/officeDocument/2006/relationships/image" Target="../media/image380.png"/><Relationship Id="rId14" Type="http://schemas.openxmlformats.org/officeDocument/2006/relationships/customXml" Target="../ink/ink95.xml"/><Relationship Id="rId22" Type="http://schemas.openxmlformats.org/officeDocument/2006/relationships/customXml" Target="../ink/ink99.xml"/><Relationship Id="rId27" Type="http://schemas.openxmlformats.org/officeDocument/2006/relationships/image" Target="../media/image420.png"/><Relationship Id="rId30" Type="http://schemas.openxmlformats.org/officeDocument/2006/relationships/customXml" Target="../ink/ink103.xml"/><Relationship Id="rId35" Type="http://schemas.openxmlformats.org/officeDocument/2006/relationships/image" Target="../media/image460.png"/><Relationship Id="rId43" Type="http://schemas.openxmlformats.org/officeDocument/2006/relationships/image" Target="../media/image500.png"/><Relationship Id="rId48" Type="http://schemas.openxmlformats.org/officeDocument/2006/relationships/customXml" Target="../ink/ink112.xml"/><Relationship Id="rId56" Type="http://schemas.openxmlformats.org/officeDocument/2006/relationships/customXml" Target="../ink/ink116.xml"/><Relationship Id="rId64" Type="http://schemas.openxmlformats.org/officeDocument/2006/relationships/customXml" Target="../ink/ink120.xml"/><Relationship Id="rId69" Type="http://schemas.openxmlformats.org/officeDocument/2006/relationships/image" Target="../media/image630.png"/><Relationship Id="rId8" Type="http://schemas.openxmlformats.org/officeDocument/2006/relationships/customXml" Target="../ink/ink92.xml"/><Relationship Id="rId51" Type="http://schemas.openxmlformats.org/officeDocument/2006/relationships/image" Target="../media/image540.png"/><Relationship Id="rId3" Type="http://schemas.openxmlformats.org/officeDocument/2006/relationships/image" Target="../media/image91.tiff"/><Relationship Id="rId12" Type="http://schemas.openxmlformats.org/officeDocument/2006/relationships/customXml" Target="../ink/ink94.xml"/><Relationship Id="rId17" Type="http://schemas.openxmlformats.org/officeDocument/2006/relationships/image" Target="../media/image370.png"/><Relationship Id="rId25" Type="http://schemas.openxmlformats.org/officeDocument/2006/relationships/image" Target="../media/image410.png"/><Relationship Id="rId33" Type="http://schemas.openxmlformats.org/officeDocument/2006/relationships/image" Target="../media/image450.png"/><Relationship Id="rId38" Type="http://schemas.openxmlformats.org/officeDocument/2006/relationships/customXml" Target="../ink/ink107.xml"/><Relationship Id="rId46" Type="http://schemas.openxmlformats.org/officeDocument/2006/relationships/customXml" Target="../ink/ink111.xml"/><Relationship Id="rId59" Type="http://schemas.openxmlformats.org/officeDocument/2006/relationships/image" Target="../media/image580.png"/><Relationship Id="rId67" Type="http://schemas.openxmlformats.org/officeDocument/2006/relationships/image" Target="../media/image620.png"/><Relationship Id="rId20" Type="http://schemas.openxmlformats.org/officeDocument/2006/relationships/customXml" Target="../ink/ink98.xml"/><Relationship Id="rId41" Type="http://schemas.openxmlformats.org/officeDocument/2006/relationships/image" Target="../media/image490.png"/><Relationship Id="rId54" Type="http://schemas.openxmlformats.org/officeDocument/2006/relationships/customXml" Target="../ink/ink115.xml"/><Relationship Id="rId62" Type="http://schemas.openxmlformats.org/officeDocument/2006/relationships/customXml" Target="../ink/ink119.xml"/><Relationship Id="rId70" Type="http://schemas.openxmlformats.org/officeDocument/2006/relationships/customXml" Target="../ink/ink1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.xml"/><Relationship Id="rId15" Type="http://schemas.openxmlformats.org/officeDocument/2006/relationships/image" Target="../media/image92.png"/><Relationship Id="rId23" Type="http://schemas.openxmlformats.org/officeDocument/2006/relationships/image" Target="../media/image400.png"/><Relationship Id="rId28" Type="http://schemas.openxmlformats.org/officeDocument/2006/relationships/customXml" Target="../ink/ink102.xml"/><Relationship Id="rId36" Type="http://schemas.openxmlformats.org/officeDocument/2006/relationships/customXml" Target="../ink/ink106.xml"/><Relationship Id="rId49" Type="http://schemas.openxmlformats.org/officeDocument/2006/relationships/image" Target="../media/image530.png"/><Relationship Id="rId57" Type="http://schemas.openxmlformats.org/officeDocument/2006/relationships/image" Target="../media/image570.png"/><Relationship Id="rId10" Type="http://schemas.openxmlformats.org/officeDocument/2006/relationships/customXml" Target="../ink/ink93.xml"/><Relationship Id="rId31" Type="http://schemas.openxmlformats.org/officeDocument/2006/relationships/image" Target="../media/image440.png"/><Relationship Id="rId44" Type="http://schemas.openxmlformats.org/officeDocument/2006/relationships/customXml" Target="../ink/ink110.xml"/><Relationship Id="rId52" Type="http://schemas.openxmlformats.org/officeDocument/2006/relationships/customXml" Target="../ink/ink114.xml"/><Relationship Id="rId60" Type="http://schemas.openxmlformats.org/officeDocument/2006/relationships/customXml" Target="../ink/ink118.xml"/><Relationship Id="rId65" Type="http://schemas.openxmlformats.org/officeDocument/2006/relationships/image" Target="../media/image610.png"/><Relationship Id="rId4" Type="http://schemas.openxmlformats.org/officeDocument/2006/relationships/customXml" Target="../ink/ink90.xml"/><Relationship Id="rId9" Type="http://schemas.openxmlformats.org/officeDocument/2006/relationships/image" Target="../media/image338.png"/><Relationship Id="rId13" Type="http://schemas.openxmlformats.org/officeDocument/2006/relationships/image" Target="../media/image353.png"/><Relationship Id="rId18" Type="http://schemas.openxmlformats.org/officeDocument/2006/relationships/customXml" Target="../ink/ink97.xml"/><Relationship Id="rId39" Type="http://schemas.openxmlformats.org/officeDocument/2006/relationships/image" Target="../media/image480.png"/><Relationship Id="rId34" Type="http://schemas.openxmlformats.org/officeDocument/2006/relationships/customXml" Target="../ink/ink105.xml"/><Relationship Id="rId50" Type="http://schemas.openxmlformats.org/officeDocument/2006/relationships/customXml" Target="../ink/ink113.xml"/><Relationship Id="rId55" Type="http://schemas.openxmlformats.org/officeDocument/2006/relationships/image" Target="../media/image5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7.xml"/><Relationship Id="rId13" Type="http://schemas.openxmlformats.org/officeDocument/2006/relationships/image" Target="../media/image57.png"/><Relationship Id="rId18" Type="http://schemas.openxmlformats.org/officeDocument/2006/relationships/customXml" Target="../ink/ink132.xml"/><Relationship Id="rId3" Type="http://schemas.openxmlformats.org/officeDocument/2006/relationships/image" Target="../media/image481.png"/><Relationship Id="rId21" Type="http://schemas.openxmlformats.org/officeDocument/2006/relationships/image" Target="../media/image108.png"/><Relationship Id="rId7" Type="http://schemas.openxmlformats.org/officeDocument/2006/relationships/image" Target="../media/image501.png"/><Relationship Id="rId12" Type="http://schemas.openxmlformats.org/officeDocument/2006/relationships/customXml" Target="../ink/ink129.xml"/><Relationship Id="rId17" Type="http://schemas.openxmlformats.org/officeDocument/2006/relationships/image" Target="../media/image106.png"/><Relationship Id="rId2" Type="http://schemas.openxmlformats.org/officeDocument/2006/relationships/customXml" Target="../ink/ink124.xml"/><Relationship Id="rId16" Type="http://schemas.openxmlformats.org/officeDocument/2006/relationships/customXml" Target="../ink/ink131.xml"/><Relationship Id="rId20" Type="http://schemas.openxmlformats.org/officeDocument/2006/relationships/customXml" Target="../ink/ink13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26.xml"/><Relationship Id="rId11" Type="http://schemas.openxmlformats.org/officeDocument/2006/relationships/image" Target="../media/image521.png"/><Relationship Id="rId5" Type="http://schemas.openxmlformats.org/officeDocument/2006/relationships/image" Target="../media/image491.png"/><Relationship Id="rId15" Type="http://schemas.openxmlformats.org/officeDocument/2006/relationships/image" Target="../media/image105.png"/><Relationship Id="rId10" Type="http://schemas.openxmlformats.org/officeDocument/2006/relationships/customXml" Target="../ink/ink128.xml"/><Relationship Id="rId19" Type="http://schemas.openxmlformats.org/officeDocument/2006/relationships/image" Target="../media/image107.png"/><Relationship Id="rId4" Type="http://schemas.openxmlformats.org/officeDocument/2006/relationships/customXml" Target="../ink/ink125.xml"/><Relationship Id="rId9" Type="http://schemas.openxmlformats.org/officeDocument/2006/relationships/image" Target="../media/image511.png"/><Relationship Id="rId14" Type="http://schemas.openxmlformats.org/officeDocument/2006/relationships/customXml" Target="../ink/ink130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6.xml"/><Relationship Id="rId21" Type="http://schemas.openxmlformats.org/officeDocument/2006/relationships/image" Target="../media/image108.png"/><Relationship Id="rId42" Type="http://schemas.openxmlformats.org/officeDocument/2006/relationships/customXml" Target="../ink/ink154.xml"/><Relationship Id="rId47" Type="http://schemas.openxmlformats.org/officeDocument/2006/relationships/image" Target="../media/image121.png"/><Relationship Id="rId63" Type="http://schemas.openxmlformats.org/officeDocument/2006/relationships/image" Target="../media/image129.png"/><Relationship Id="rId68" Type="http://schemas.openxmlformats.org/officeDocument/2006/relationships/customXml" Target="../ink/ink167.xml"/><Relationship Id="rId84" Type="http://schemas.openxmlformats.org/officeDocument/2006/relationships/customXml" Target="../ink/ink175.xml"/><Relationship Id="rId89" Type="http://schemas.openxmlformats.org/officeDocument/2006/relationships/image" Target="../media/image142.png"/><Relationship Id="rId16" Type="http://schemas.openxmlformats.org/officeDocument/2006/relationships/customXml" Target="../ink/ink141.xml"/><Relationship Id="rId11" Type="http://schemas.openxmlformats.org/officeDocument/2006/relationships/image" Target="../media/image521.png"/><Relationship Id="rId32" Type="http://schemas.openxmlformats.org/officeDocument/2006/relationships/customXml" Target="../ink/ink149.xml"/><Relationship Id="rId37" Type="http://schemas.openxmlformats.org/officeDocument/2006/relationships/image" Target="../media/image116.png"/><Relationship Id="rId53" Type="http://schemas.openxmlformats.org/officeDocument/2006/relationships/image" Target="../media/image124.png"/><Relationship Id="rId58" Type="http://schemas.openxmlformats.org/officeDocument/2006/relationships/customXml" Target="../ink/ink162.xml"/><Relationship Id="rId74" Type="http://schemas.openxmlformats.org/officeDocument/2006/relationships/customXml" Target="../ink/ink170.xml"/><Relationship Id="rId79" Type="http://schemas.openxmlformats.org/officeDocument/2006/relationships/image" Target="../media/image137.png"/><Relationship Id="rId5" Type="http://schemas.openxmlformats.org/officeDocument/2006/relationships/image" Target="../media/image491.png"/><Relationship Id="rId90" Type="http://schemas.openxmlformats.org/officeDocument/2006/relationships/customXml" Target="../ink/ink178.xml"/><Relationship Id="rId95" Type="http://schemas.openxmlformats.org/officeDocument/2006/relationships/image" Target="../media/image145.png"/><Relationship Id="rId22" Type="http://schemas.openxmlformats.org/officeDocument/2006/relationships/customXml" Target="../ink/ink144.xml"/><Relationship Id="rId27" Type="http://schemas.openxmlformats.org/officeDocument/2006/relationships/image" Target="../media/image111.png"/><Relationship Id="rId43" Type="http://schemas.openxmlformats.org/officeDocument/2006/relationships/image" Target="../media/image119.png"/><Relationship Id="rId48" Type="http://schemas.openxmlformats.org/officeDocument/2006/relationships/customXml" Target="../ink/ink157.xml"/><Relationship Id="rId64" Type="http://schemas.openxmlformats.org/officeDocument/2006/relationships/customXml" Target="../ink/ink165.xml"/><Relationship Id="rId69" Type="http://schemas.openxmlformats.org/officeDocument/2006/relationships/image" Target="../media/image132.png"/><Relationship Id="rId80" Type="http://schemas.openxmlformats.org/officeDocument/2006/relationships/customXml" Target="../ink/ink173.xml"/><Relationship Id="rId85" Type="http://schemas.openxmlformats.org/officeDocument/2006/relationships/image" Target="../media/image140.png"/><Relationship Id="rId3" Type="http://schemas.openxmlformats.org/officeDocument/2006/relationships/image" Target="../media/image481.png"/><Relationship Id="rId12" Type="http://schemas.openxmlformats.org/officeDocument/2006/relationships/customXml" Target="../ink/ink139.xml"/><Relationship Id="rId17" Type="http://schemas.openxmlformats.org/officeDocument/2006/relationships/image" Target="../media/image106.png"/><Relationship Id="rId25" Type="http://schemas.openxmlformats.org/officeDocument/2006/relationships/image" Target="../media/image110.png"/><Relationship Id="rId33" Type="http://schemas.openxmlformats.org/officeDocument/2006/relationships/image" Target="../media/image114.png"/><Relationship Id="rId38" Type="http://schemas.openxmlformats.org/officeDocument/2006/relationships/customXml" Target="../ink/ink152.xml"/><Relationship Id="rId46" Type="http://schemas.openxmlformats.org/officeDocument/2006/relationships/customXml" Target="../ink/ink156.xml"/><Relationship Id="rId59" Type="http://schemas.openxmlformats.org/officeDocument/2006/relationships/image" Target="../media/image127.png"/><Relationship Id="rId67" Type="http://schemas.openxmlformats.org/officeDocument/2006/relationships/image" Target="../media/image131.png"/><Relationship Id="rId20" Type="http://schemas.openxmlformats.org/officeDocument/2006/relationships/customXml" Target="../ink/ink143.xml"/><Relationship Id="rId41" Type="http://schemas.openxmlformats.org/officeDocument/2006/relationships/image" Target="../media/image118.png"/><Relationship Id="rId54" Type="http://schemas.openxmlformats.org/officeDocument/2006/relationships/customXml" Target="../ink/ink160.xml"/><Relationship Id="rId62" Type="http://schemas.openxmlformats.org/officeDocument/2006/relationships/customXml" Target="../ink/ink164.xml"/><Relationship Id="rId70" Type="http://schemas.openxmlformats.org/officeDocument/2006/relationships/customXml" Target="../ink/ink168.xml"/><Relationship Id="rId75" Type="http://schemas.openxmlformats.org/officeDocument/2006/relationships/image" Target="../media/image135.png"/><Relationship Id="rId83" Type="http://schemas.openxmlformats.org/officeDocument/2006/relationships/image" Target="../media/image139.png"/><Relationship Id="rId88" Type="http://schemas.openxmlformats.org/officeDocument/2006/relationships/customXml" Target="../ink/ink177.xml"/><Relationship Id="rId91" Type="http://schemas.openxmlformats.org/officeDocument/2006/relationships/image" Target="../media/image143.png"/><Relationship Id="rId96" Type="http://schemas.openxmlformats.org/officeDocument/2006/relationships/customXml" Target="../ink/ink18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36.xml"/><Relationship Id="rId15" Type="http://schemas.openxmlformats.org/officeDocument/2006/relationships/image" Target="../media/image105.png"/><Relationship Id="rId23" Type="http://schemas.openxmlformats.org/officeDocument/2006/relationships/image" Target="../media/image109.png"/><Relationship Id="rId28" Type="http://schemas.openxmlformats.org/officeDocument/2006/relationships/customXml" Target="../ink/ink147.xml"/><Relationship Id="rId36" Type="http://schemas.openxmlformats.org/officeDocument/2006/relationships/customXml" Target="../ink/ink151.xml"/><Relationship Id="rId49" Type="http://schemas.openxmlformats.org/officeDocument/2006/relationships/image" Target="../media/image122.png"/><Relationship Id="rId57" Type="http://schemas.openxmlformats.org/officeDocument/2006/relationships/image" Target="../media/image126.png"/><Relationship Id="rId10" Type="http://schemas.openxmlformats.org/officeDocument/2006/relationships/customXml" Target="../ink/ink138.xml"/><Relationship Id="rId31" Type="http://schemas.openxmlformats.org/officeDocument/2006/relationships/image" Target="../media/image113.png"/><Relationship Id="rId44" Type="http://schemas.openxmlformats.org/officeDocument/2006/relationships/customXml" Target="../ink/ink155.xml"/><Relationship Id="rId52" Type="http://schemas.openxmlformats.org/officeDocument/2006/relationships/customXml" Target="../ink/ink159.xml"/><Relationship Id="rId60" Type="http://schemas.openxmlformats.org/officeDocument/2006/relationships/customXml" Target="../ink/ink163.xml"/><Relationship Id="rId65" Type="http://schemas.openxmlformats.org/officeDocument/2006/relationships/image" Target="../media/image130.png"/><Relationship Id="rId73" Type="http://schemas.openxmlformats.org/officeDocument/2006/relationships/image" Target="../media/image134.png"/><Relationship Id="rId78" Type="http://schemas.openxmlformats.org/officeDocument/2006/relationships/customXml" Target="../ink/ink172.xml"/><Relationship Id="rId81" Type="http://schemas.openxmlformats.org/officeDocument/2006/relationships/image" Target="../media/image138.png"/><Relationship Id="rId86" Type="http://schemas.openxmlformats.org/officeDocument/2006/relationships/customXml" Target="../ink/ink176.xml"/><Relationship Id="rId94" Type="http://schemas.openxmlformats.org/officeDocument/2006/relationships/customXml" Target="../ink/ink180.xml"/><Relationship Id="rId4" Type="http://schemas.openxmlformats.org/officeDocument/2006/relationships/customXml" Target="../ink/ink135.xml"/><Relationship Id="rId9" Type="http://schemas.openxmlformats.org/officeDocument/2006/relationships/image" Target="../media/image511.png"/><Relationship Id="rId13" Type="http://schemas.openxmlformats.org/officeDocument/2006/relationships/image" Target="../media/image57.png"/><Relationship Id="rId18" Type="http://schemas.openxmlformats.org/officeDocument/2006/relationships/customXml" Target="../ink/ink142.xml"/><Relationship Id="rId39" Type="http://schemas.openxmlformats.org/officeDocument/2006/relationships/image" Target="../media/image117.png"/><Relationship Id="rId34" Type="http://schemas.openxmlformats.org/officeDocument/2006/relationships/customXml" Target="../ink/ink150.xml"/><Relationship Id="rId50" Type="http://schemas.openxmlformats.org/officeDocument/2006/relationships/customXml" Target="../ink/ink158.xml"/><Relationship Id="rId55" Type="http://schemas.openxmlformats.org/officeDocument/2006/relationships/image" Target="../media/image125.png"/><Relationship Id="rId76" Type="http://schemas.openxmlformats.org/officeDocument/2006/relationships/customXml" Target="../ink/ink171.xml"/><Relationship Id="rId97" Type="http://schemas.openxmlformats.org/officeDocument/2006/relationships/image" Target="../media/image146.png"/><Relationship Id="rId7" Type="http://schemas.openxmlformats.org/officeDocument/2006/relationships/image" Target="../media/image501.png"/><Relationship Id="rId71" Type="http://schemas.openxmlformats.org/officeDocument/2006/relationships/image" Target="../media/image133.png"/><Relationship Id="rId92" Type="http://schemas.openxmlformats.org/officeDocument/2006/relationships/customXml" Target="../ink/ink179.xml"/><Relationship Id="rId2" Type="http://schemas.openxmlformats.org/officeDocument/2006/relationships/customXml" Target="../ink/ink134.xml"/><Relationship Id="rId29" Type="http://schemas.openxmlformats.org/officeDocument/2006/relationships/image" Target="../media/image112.png"/><Relationship Id="rId24" Type="http://schemas.openxmlformats.org/officeDocument/2006/relationships/customXml" Target="../ink/ink145.xml"/><Relationship Id="rId40" Type="http://schemas.openxmlformats.org/officeDocument/2006/relationships/customXml" Target="../ink/ink153.xml"/><Relationship Id="rId45" Type="http://schemas.openxmlformats.org/officeDocument/2006/relationships/image" Target="../media/image120.png"/><Relationship Id="rId66" Type="http://schemas.openxmlformats.org/officeDocument/2006/relationships/customXml" Target="../ink/ink166.xml"/><Relationship Id="rId87" Type="http://schemas.openxmlformats.org/officeDocument/2006/relationships/image" Target="../media/image141.png"/><Relationship Id="rId61" Type="http://schemas.openxmlformats.org/officeDocument/2006/relationships/image" Target="../media/image128.png"/><Relationship Id="rId82" Type="http://schemas.openxmlformats.org/officeDocument/2006/relationships/customXml" Target="../ink/ink174.xml"/><Relationship Id="rId19" Type="http://schemas.openxmlformats.org/officeDocument/2006/relationships/image" Target="../media/image107.png"/><Relationship Id="rId14" Type="http://schemas.openxmlformats.org/officeDocument/2006/relationships/customXml" Target="../ink/ink140.xml"/><Relationship Id="rId30" Type="http://schemas.openxmlformats.org/officeDocument/2006/relationships/customXml" Target="../ink/ink148.xml"/><Relationship Id="rId35" Type="http://schemas.openxmlformats.org/officeDocument/2006/relationships/image" Target="../media/image115.png"/><Relationship Id="rId56" Type="http://schemas.openxmlformats.org/officeDocument/2006/relationships/customXml" Target="../ink/ink161.xml"/><Relationship Id="rId77" Type="http://schemas.openxmlformats.org/officeDocument/2006/relationships/image" Target="../media/image136.png"/><Relationship Id="rId8" Type="http://schemas.openxmlformats.org/officeDocument/2006/relationships/customXml" Target="../ink/ink137.xml"/><Relationship Id="rId51" Type="http://schemas.openxmlformats.org/officeDocument/2006/relationships/image" Target="../media/image123.png"/><Relationship Id="rId72" Type="http://schemas.openxmlformats.org/officeDocument/2006/relationships/customXml" Target="../ink/ink169.xml"/><Relationship Id="rId93" Type="http://schemas.openxmlformats.org/officeDocument/2006/relationships/image" Target="../media/image144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4.xml"/><Relationship Id="rId21" Type="http://schemas.openxmlformats.org/officeDocument/2006/relationships/image" Target="../media/image108.png"/><Relationship Id="rId42" Type="http://schemas.openxmlformats.org/officeDocument/2006/relationships/customXml" Target="../ink/ink202.xml"/><Relationship Id="rId47" Type="http://schemas.openxmlformats.org/officeDocument/2006/relationships/image" Target="../media/image141.png"/><Relationship Id="rId63" Type="http://schemas.openxmlformats.org/officeDocument/2006/relationships/image" Target="../media/image151.png"/><Relationship Id="rId68" Type="http://schemas.openxmlformats.org/officeDocument/2006/relationships/customXml" Target="../ink/ink215.xml"/><Relationship Id="rId16" Type="http://schemas.openxmlformats.org/officeDocument/2006/relationships/customXml" Target="../ink/ink189.xml"/><Relationship Id="rId11" Type="http://schemas.openxmlformats.org/officeDocument/2006/relationships/image" Target="../media/image521.png"/><Relationship Id="rId24" Type="http://schemas.openxmlformats.org/officeDocument/2006/relationships/customXml" Target="../ink/ink193.xml"/><Relationship Id="rId32" Type="http://schemas.openxmlformats.org/officeDocument/2006/relationships/customXml" Target="../ink/ink197.xml"/><Relationship Id="rId37" Type="http://schemas.openxmlformats.org/officeDocument/2006/relationships/image" Target="../media/image136.png"/><Relationship Id="rId40" Type="http://schemas.openxmlformats.org/officeDocument/2006/relationships/customXml" Target="../ink/ink201.xml"/><Relationship Id="rId45" Type="http://schemas.openxmlformats.org/officeDocument/2006/relationships/image" Target="../media/image140.png"/><Relationship Id="rId53" Type="http://schemas.openxmlformats.org/officeDocument/2006/relationships/image" Target="../media/image144.png"/><Relationship Id="rId58" Type="http://schemas.openxmlformats.org/officeDocument/2006/relationships/customXml" Target="../ink/ink210.xml"/><Relationship Id="rId66" Type="http://schemas.openxmlformats.org/officeDocument/2006/relationships/customXml" Target="../ink/ink214.xml"/><Relationship Id="rId74" Type="http://schemas.openxmlformats.org/officeDocument/2006/relationships/customXml" Target="../ink/ink218.xml"/><Relationship Id="rId79" Type="http://schemas.openxmlformats.org/officeDocument/2006/relationships/image" Target="../media/image159.png"/><Relationship Id="rId5" Type="http://schemas.openxmlformats.org/officeDocument/2006/relationships/image" Target="../media/image491.png"/><Relationship Id="rId61" Type="http://schemas.openxmlformats.org/officeDocument/2006/relationships/image" Target="../media/image150.png"/><Relationship Id="rId19" Type="http://schemas.openxmlformats.org/officeDocument/2006/relationships/image" Target="../media/image107.png"/><Relationship Id="rId14" Type="http://schemas.openxmlformats.org/officeDocument/2006/relationships/customXml" Target="../ink/ink188.xml"/><Relationship Id="rId22" Type="http://schemas.openxmlformats.org/officeDocument/2006/relationships/customXml" Target="../ink/ink192.xml"/><Relationship Id="rId27" Type="http://schemas.openxmlformats.org/officeDocument/2006/relationships/image" Target="../media/image131.png"/><Relationship Id="rId30" Type="http://schemas.openxmlformats.org/officeDocument/2006/relationships/customXml" Target="../ink/ink196.xml"/><Relationship Id="rId35" Type="http://schemas.openxmlformats.org/officeDocument/2006/relationships/image" Target="../media/image135.png"/><Relationship Id="rId43" Type="http://schemas.openxmlformats.org/officeDocument/2006/relationships/image" Target="../media/image139.png"/><Relationship Id="rId48" Type="http://schemas.openxmlformats.org/officeDocument/2006/relationships/customXml" Target="../ink/ink205.xml"/><Relationship Id="rId56" Type="http://schemas.openxmlformats.org/officeDocument/2006/relationships/customXml" Target="../ink/ink209.xml"/><Relationship Id="rId64" Type="http://schemas.openxmlformats.org/officeDocument/2006/relationships/customXml" Target="../ink/ink213.xml"/><Relationship Id="rId69" Type="http://schemas.openxmlformats.org/officeDocument/2006/relationships/image" Target="../media/image154.png"/><Relationship Id="rId77" Type="http://schemas.openxmlformats.org/officeDocument/2006/relationships/image" Target="../media/image158.png"/><Relationship Id="rId8" Type="http://schemas.openxmlformats.org/officeDocument/2006/relationships/customXml" Target="../ink/ink185.xml"/><Relationship Id="rId51" Type="http://schemas.openxmlformats.org/officeDocument/2006/relationships/image" Target="../media/image143.png"/><Relationship Id="rId72" Type="http://schemas.openxmlformats.org/officeDocument/2006/relationships/customXml" Target="../ink/ink217.xml"/><Relationship Id="rId3" Type="http://schemas.openxmlformats.org/officeDocument/2006/relationships/image" Target="../media/image481.png"/><Relationship Id="rId12" Type="http://schemas.openxmlformats.org/officeDocument/2006/relationships/customXml" Target="../ink/ink187.xml"/><Relationship Id="rId17" Type="http://schemas.openxmlformats.org/officeDocument/2006/relationships/image" Target="../media/image106.png"/><Relationship Id="rId25" Type="http://schemas.openxmlformats.org/officeDocument/2006/relationships/image" Target="../media/image130.png"/><Relationship Id="rId33" Type="http://schemas.openxmlformats.org/officeDocument/2006/relationships/image" Target="../media/image134.png"/><Relationship Id="rId38" Type="http://schemas.openxmlformats.org/officeDocument/2006/relationships/customXml" Target="../ink/ink200.xml"/><Relationship Id="rId46" Type="http://schemas.openxmlformats.org/officeDocument/2006/relationships/customXml" Target="../ink/ink204.xml"/><Relationship Id="rId59" Type="http://schemas.openxmlformats.org/officeDocument/2006/relationships/image" Target="../media/image149.png"/><Relationship Id="rId67" Type="http://schemas.openxmlformats.org/officeDocument/2006/relationships/image" Target="../media/image153.png"/><Relationship Id="rId20" Type="http://schemas.openxmlformats.org/officeDocument/2006/relationships/customXml" Target="../ink/ink191.xml"/><Relationship Id="rId41" Type="http://schemas.openxmlformats.org/officeDocument/2006/relationships/image" Target="../media/image138.png"/><Relationship Id="rId54" Type="http://schemas.openxmlformats.org/officeDocument/2006/relationships/customXml" Target="../ink/ink208.xml"/><Relationship Id="rId62" Type="http://schemas.openxmlformats.org/officeDocument/2006/relationships/customXml" Target="../ink/ink212.xml"/><Relationship Id="rId70" Type="http://schemas.openxmlformats.org/officeDocument/2006/relationships/customXml" Target="../ink/ink216.xml"/><Relationship Id="rId75" Type="http://schemas.openxmlformats.org/officeDocument/2006/relationships/image" Target="../media/image157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84.xml"/><Relationship Id="rId15" Type="http://schemas.openxmlformats.org/officeDocument/2006/relationships/image" Target="../media/image105.png"/><Relationship Id="rId23" Type="http://schemas.openxmlformats.org/officeDocument/2006/relationships/image" Target="../media/image129.png"/><Relationship Id="rId28" Type="http://schemas.openxmlformats.org/officeDocument/2006/relationships/customXml" Target="../ink/ink195.xml"/><Relationship Id="rId36" Type="http://schemas.openxmlformats.org/officeDocument/2006/relationships/customXml" Target="../ink/ink199.xml"/><Relationship Id="rId49" Type="http://schemas.openxmlformats.org/officeDocument/2006/relationships/image" Target="../media/image142.png"/><Relationship Id="rId57" Type="http://schemas.openxmlformats.org/officeDocument/2006/relationships/image" Target="../media/image148.png"/><Relationship Id="rId10" Type="http://schemas.openxmlformats.org/officeDocument/2006/relationships/customXml" Target="../ink/ink186.xml"/><Relationship Id="rId31" Type="http://schemas.openxmlformats.org/officeDocument/2006/relationships/image" Target="../media/image133.png"/><Relationship Id="rId44" Type="http://schemas.openxmlformats.org/officeDocument/2006/relationships/customXml" Target="../ink/ink203.xml"/><Relationship Id="rId52" Type="http://schemas.openxmlformats.org/officeDocument/2006/relationships/customXml" Target="../ink/ink207.xml"/><Relationship Id="rId60" Type="http://schemas.openxmlformats.org/officeDocument/2006/relationships/customXml" Target="../ink/ink211.xml"/><Relationship Id="rId65" Type="http://schemas.openxmlformats.org/officeDocument/2006/relationships/image" Target="../media/image152.png"/><Relationship Id="rId73" Type="http://schemas.openxmlformats.org/officeDocument/2006/relationships/image" Target="../media/image156.png"/><Relationship Id="rId78" Type="http://schemas.openxmlformats.org/officeDocument/2006/relationships/customXml" Target="../ink/ink220.xml"/><Relationship Id="rId4" Type="http://schemas.openxmlformats.org/officeDocument/2006/relationships/customXml" Target="../ink/ink183.xml"/><Relationship Id="rId9" Type="http://schemas.openxmlformats.org/officeDocument/2006/relationships/image" Target="../media/image511.png"/><Relationship Id="rId13" Type="http://schemas.openxmlformats.org/officeDocument/2006/relationships/image" Target="../media/image57.png"/><Relationship Id="rId18" Type="http://schemas.openxmlformats.org/officeDocument/2006/relationships/customXml" Target="../ink/ink190.xml"/><Relationship Id="rId39" Type="http://schemas.openxmlformats.org/officeDocument/2006/relationships/image" Target="../media/image137.png"/><Relationship Id="rId34" Type="http://schemas.openxmlformats.org/officeDocument/2006/relationships/customXml" Target="../ink/ink198.xml"/><Relationship Id="rId50" Type="http://schemas.openxmlformats.org/officeDocument/2006/relationships/customXml" Target="../ink/ink206.xml"/><Relationship Id="rId55" Type="http://schemas.openxmlformats.org/officeDocument/2006/relationships/image" Target="../media/image147.png"/><Relationship Id="rId76" Type="http://schemas.openxmlformats.org/officeDocument/2006/relationships/customXml" Target="../ink/ink219.xml"/><Relationship Id="rId7" Type="http://schemas.openxmlformats.org/officeDocument/2006/relationships/image" Target="../media/image501.png"/><Relationship Id="rId71" Type="http://schemas.openxmlformats.org/officeDocument/2006/relationships/image" Target="../media/image155.png"/><Relationship Id="rId2" Type="http://schemas.openxmlformats.org/officeDocument/2006/relationships/customXml" Target="../ink/ink182.xml"/><Relationship Id="rId29" Type="http://schemas.openxmlformats.org/officeDocument/2006/relationships/image" Target="../media/image132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160.png"/><Relationship Id="rId26" Type="http://schemas.openxmlformats.org/officeDocument/2006/relationships/customXml" Target="../ink/ink237.xml"/><Relationship Id="rId39" Type="http://schemas.openxmlformats.org/officeDocument/2006/relationships/image" Target="../media/image163.png"/><Relationship Id="rId21" Type="http://schemas.openxmlformats.org/officeDocument/2006/relationships/customXml" Target="../ink/ink232.xml"/><Relationship Id="rId34" Type="http://schemas.openxmlformats.org/officeDocument/2006/relationships/customXml" Target="../ink/ink245.xml"/><Relationship Id="rId42" Type="http://schemas.openxmlformats.org/officeDocument/2006/relationships/image" Target="../media/image164.png"/><Relationship Id="rId47" Type="http://schemas.openxmlformats.org/officeDocument/2006/relationships/customXml" Target="../ink/ink252.xml"/><Relationship Id="rId50" Type="http://schemas.openxmlformats.org/officeDocument/2006/relationships/customXml" Target="../ink/ink255.xml"/><Relationship Id="rId55" Type="http://schemas.openxmlformats.org/officeDocument/2006/relationships/customXml" Target="../ink/ink258.xml"/><Relationship Id="rId7" Type="http://schemas.openxmlformats.org/officeDocument/2006/relationships/image" Target="../media/image501.png"/><Relationship Id="rId2" Type="http://schemas.openxmlformats.org/officeDocument/2006/relationships/customXml" Target="../ink/ink221.xml"/><Relationship Id="rId16" Type="http://schemas.openxmlformats.org/officeDocument/2006/relationships/customXml" Target="../ink/ink228.xml"/><Relationship Id="rId29" Type="http://schemas.openxmlformats.org/officeDocument/2006/relationships/customXml" Target="../ink/ink240.xml"/><Relationship Id="rId11" Type="http://schemas.openxmlformats.org/officeDocument/2006/relationships/image" Target="../media/image521.png"/><Relationship Id="rId24" Type="http://schemas.openxmlformats.org/officeDocument/2006/relationships/customXml" Target="../ink/ink235.xml"/><Relationship Id="rId32" Type="http://schemas.openxmlformats.org/officeDocument/2006/relationships/customXml" Target="../ink/ink243.xml"/><Relationship Id="rId37" Type="http://schemas.openxmlformats.org/officeDocument/2006/relationships/image" Target="../media/image162.png"/><Relationship Id="rId40" Type="http://schemas.openxmlformats.org/officeDocument/2006/relationships/customXml" Target="../ink/ink248.xml"/><Relationship Id="rId45" Type="http://schemas.openxmlformats.org/officeDocument/2006/relationships/customXml" Target="../ink/ink251.xml"/><Relationship Id="rId53" Type="http://schemas.openxmlformats.org/officeDocument/2006/relationships/customXml" Target="../ink/ink257.xml"/><Relationship Id="rId58" Type="http://schemas.openxmlformats.org/officeDocument/2006/relationships/image" Target="../media/image108.png"/><Relationship Id="rId5" Type="http://schemas.openxmlformats.org/officeDocument/2006/relationships/image" Target="../media/image491.png"/><Relationship Id="rId19" Type="http://schemas.openxmlformats.org/officeDocument/2006/relationships/customXml" Target="../ink/ink230.xml"/><Relationship Id="rId4" Type="http://schemas.openxmlformats.org/officeDocument/2006/relationships/customXml" Target="../ink/ink222.xml"/><Relationship Id="rId9" Type="http://schemas.openxmlformats.org/officeDocument/2006/relationships/image" Target="../media/image511.png"/><Relationship Id="rId14" Type="http://schemas.openxmlformats.org/officeDocument/2006/relationships/customXml" Target="../ink/ink227.xml"/><Relationship Id="rId22" Type="http://schemas.openxmlformats.org/officeDocument/2006/relationships/customXml" Target="../ink/ink233.xml"/><Relationship Id="rId27" Type="http://schemas.openxmlformats.org/officeDocument/2006/relationships/customXml" Target="../ink/ink238.xml"/><Relationship Id="rId30" Type="http://schemas.openxmlformats.org/officeDocument/2006/relationships/customXml" Target="../ink/ink241.xml"/><Relationship Id="rId35" Type="http://schemas.openxmlformats.org/officeDocument/2006/relationships/image" Target="../media/image161.png"/><Relationship Id="rId43" Type="http://schemas.openxmlformats.org/officeDocument/2006/relationships/customXml" Target="../ink/ink250.xml"/><Relationship Id="rId48" Type="http://schemas.openxmlformats.org/officeDocument/2006/relationships/customXml" Target="../ink/ink253.xml"/><Relationship Id="rId56" Type="http://schemas.openxmlformats.org/officeDocument/2006/relationships/image" Target="../media/image107.png"/><Relationship Id="rId8" Type="http://schemas.openxmlformats.org/officeDocument/2006/relationships/customXml" Target="../ink/ink224.xml"/><Relationship Id="rId51" Type="http://schemas.openxmlformats.org/officeDocument/2006/relationships/customXml" Target="../ink/ink256.xml"/><Relationship Id="rId3" Type="http://schemas.openxmlformats.org/officeDocument/2006/relationships/image" Target="../media/image481.png"/><Relationship Id="rId12" Type="http://schemas.openxmlformats.org/officeDocument/2006/relationships/customXml" Target="../ink/ink226.xml"/><Relationship Id="rId17" Type="http://schemas.openxmlformats.org/officeDocument/2006/relationships/customXml" Target="../ink/ink229.xml"/><Relationship Id="rId25" Type="http://schemas.openxmlformats.org/officeDocument/2006/relationships/customXml" Target="../ink/ink236.xml"/><Relationship Id="rId33" Type="http://schemas.openxmlformats.org/officeDocument/2006/relationships/customXml" Target="../ink/ink244.xml"/><Relationship Id="rId38" Type="http://schemas.openxmlformats.org/officeDocument/2006/relationships/customXml" Target="../ink/ink247.xml"/><Relationship Id="rId46" Type="http://schemas.openxmlformats.org/officeDocument/2006/relationships/image" Target="../media/image166.png"/><Relationship Id="rId20" Type="http://schemas.openxmlformats.org/officeDocument/2006/relationships/customXml" Target="../ink/ink231.xml"/><Relationship Id="rId41" Type="http://schemas.openxmlformats.org/officeDocument/2006/relationships/customXml" Target="../ink/ink249.xml"/><Relationship Id="rId54" Type="http://schemas.openxmlformats.org/officeDocument/2006/relationships/image" Target="../media/image10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23.xml"/><Relationship Id="rId15" Type="http://schemas.openxmlformats.org/officeDocument/2006/relationships/image" Target="../media/image89.png"/><Relationship Id="rId23" Type="http://schemas.openxmlformats.org/officeDocument/2006/relationships/customXml" Target="../ink/ink234.xml"/><Relationship Id="rId28" Type="http://schemas.openxmlformats.org/officeDocument/2006/relationships/customXml" Target="../ink/ink239.xml"/><Relationship Id="rId36" Type="http://schemas.openxmlformats.org/officeDocument/2006/relationships/customXml" Target="../ink/ink246.xml"/><Relationship Id="rId49" Type="http://schemas.openxmlformats.org/officeDocument/2006/relationships/customXml" Target="../ink/ink254.xml"/><Relationship Id="rId57" Type="http://schemas.openxmlformats.org/officeDocument/2006/relationships/customXml" Target="../ink/ink259.xml"/><Relationship Id="rId10" Type="http://schemas.openxmlformats.org/officeDocument/2006/relationships/customXml" Target="../ink/ink225.xml"/><Relationship Id="rId31" Type="http://schemas.openxmlformats.org/officeDocument/2006/relationships/customXml" Target="../ink/ink242.xml"/><Relationship Id="rId44" Type="http://schemas.openxmlformats.org/officeDocument/2006/relationships/image" Target="../media/image165.png"/><Relationship Id="rId52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8.xml"/><Relationship Id="rId21" Type="http://schemas.openxmlformats.org/officeDocument/2006/relationships/customXml" Target="../ink/ink271.xml"/><Relationship Id="rId42" Type="http://schemas.openxmlformats.org/officeDocument/2006/relationships/image" Target="../media/image164.png"/><Relationship Id="rId63" Type="http://schemas.openxmlformats.org/officeDocument/2006/relationships/customXml" Target="../ink/ink301.xml"/><Relationship Id="rId84" Type="http://schemas.openxmlformats.org/officeDocument/2006/relationships/image" Target="../media/image183.png"/><Relationship Id="rId138" Type="http://schemas.openxmlformats.org/officeDocument/2006/relationships/image" Target="../media/image210.png"/><Relationship Id="rId16" Type="http://schemas.openxmlformats.org/officeDocument/2006/relationships/customXml" Target="../ink/ink267.xml"/><Relationship Id="rId107" Type="http://schemas.openxmlformats.org/officeDocument/2006/relationships/customXml" Target="../ink/ink323.xml"/><Relationship Id="rId11" Type="http://schemas.openxmlformats.org/officeDocument/2006/relationships/image" Target="../media/image521.png"/><Relationship Id="rId32" Type="http://schemas.openxmlformats.org/officeDocument/2006/relationships/customXml" Target="../ink/ink282.xml"/><Relationship Id="rId37" Type="http://schemas.openxmlformats.org/officeDocument/2006/relationships/image" Target="../media/image162.png"/><Relationship Id="rId53" Type="http://schemas.openxmlformats.org/officeDocument/2006/relationships/customXml" Target="../ink/ink296.xml"/><Relationship Id="rId58" Type="http://schemas.openxmlformats.org/officeDocument/2006/relationships/image" Target="../media/image170.png"/><Relationship Id="rId74" Type="http://schemas.openxmlformats.org/officeDocument/2006/relationships/image" Target="../media/image178.png"/><Relationship Id="rId79" Type="http://schemas.openxmlformats.org/officeDocument/2006/relationships/customXml" Target="../ink/ink309.xml"/><Relationship Id="rId102" Type="http://schemas.openxmlformats.org/officeDocument/2006/relationships/image" Target="../media/image192.png"/><Relationship Id="rId123" Type="http://schemas.openxmlformats.org/officeDocument/2006/relationships/customXml" Target="../ink/ink331.xml"/><Relationship Id="rId128" Type="http://schemas.openxmlformats.org/officeDocument/2006/relationships/image" Target="../media/image205.png"/><Relationship Id="rId5" Type="http://schemas.openxmlformats.org/officeDocument/2006/relationships/image" Target="../media/image491.png"/><Relationship Id="rId90" Type="http://schemas.openxmlformats.org/officeDocument/2006/relationships/image" Target="../media/image186.png"/><Relationship Id="rId95" Type="http://schemas.openxmlformats.org/officeDocument/2006/relationships/customXml" Target="../ink/ink317.xml"/><Relationship Id="rId22" Type="http://schemas.openxmlformats.org/officeDocument/2006/relationships/customXml" Target="../ink/ink272.xml"/><Relationship Id="rId27" Type="http://schemas.openxmlformats.org/officeDocument/2006/relationships/customXml" Target="../ink/ink277.xml"/><Relationship Id="rId43" Type="http://schemas.openxmlformats.org/officeDocument/2006/relationships/customXml" Target="../ink/ink289.xml"/><Relationship Id="rId48" Type="http://schemas.openxmlformats.org/officeDocument/2006/relationships/customXml" Target="../ink/ink292.xml"/><Relationship Id="rId64" Type="http://schemas.openxmlformats.org/officeDocument/2006/relationships/image" Target="../media/image173.png"/><Relationship Id="rId69" Type="http://schemas.openxmlformats.org/officeDocument/2006/relationships/customXml" Target="../ink/ink304.xml"/><Relationship Id="rId113" Type="http://schemas.openxmlformats.org/officeDocument/2006/relationships/customXml" Target="../ink/ink326.xml"/><Relationship Id="rId118" Type="http://schemas.openxmlformats.org/officeDocument/2006/relationships/image" Target="../media/image200.png"/><Relationship Id="rId134" Type="http://schemas.openxmlformats.org/officeDocument/2006/relationships/image" Target="../media/image208.png"/><Relationship Id="rId139" Type="http://schemas.openxmlformats.org/officeDocument/2006/relationships/customXml" Target="../ink/ink339.xml"/><Relationship Id="rId80" Type="http://schemas.openxmlformats.org/officeDocument/2006/relationships/image" Target="../media/image181.png"/><Relationship Id="rId85" Type="http://schemas.openxmlformats.org/officeDocument/2006/relationships/customXml" Target="../ink/ink312.xml"/><Relationship Id="rId12" Type="http://schemas.openxmlformats.org/officeDocument/2006/relationships/customXml" Target="../ink/ink265.xml"/><Relationship Id="rId17" Type="http://schemas.openxmlformats.org/officeDocument/2006/relationships/customXml" Target="../ink/ink268.xml"/><Relationship Id="rId33" Type="http://schemas.openxmlformats.org/officeDocument/2006/relationships/customXml" Target="../ink/ink283.xml"/><Relationship Id="rId38" Type="http://schemas.openxmlformats.org/officeDocument/2006/relationships/customXml" Target="../ink/ink286.xml"/><Relationship Id="rId59" Type="http://schemas.openxmlformats.org/officeDocument/2006/relationships/customXml" Target="../ink/ink299.xml"/><Relationship Id="rId103" Type="http://schemas.openxmlformats.org/officeDocument/2006/relationships/customXml" Target="../ink/ink321.xml"/><Relationship Id="rId108" Type="http://schemas.openxmlformats.org/officeDocument/2006/relationships/image" Target="../media/image195.png"/><Relationship Id="rId124" Type="http://schemas.openxmlformats.org/officeDocument/2006/relationships/image" Target="../media/image203.png"/><Relationship Id="rId129" Type="http://schemas.openxmlformats.org/officeDocument/2006/relationships/customXml" Target="../ink/ink334.xml"/><Relationship Id="rId54" Type="http://schemas.openxmlformats.org/officeDocument/2006/relationships/image" Target="../media/image168.png"/><Relationship Id="rId70" Type="http://schemas.openxmlformats.org/officeDocument/2006/relationships/image" Target="../media/image176.png"/><Relationship Id="rId75" Type="http://schemas.openxmlformats.org/officeDocument/2006/relationships/customXml" Target="../ink/ink307.xml"/><Relationship Id="rId91" Type="http://schemas.openxmlformats.org/officeDocument/2006/relationships/customXml" Target="../ink/ink315.xml"/><Relationship Id="rId96" Type="http://schemas.openxmlformats.org/officeDocument/2006/relationships/image" Target="../media/image189.png"/><Relationship Id="rId140" Type="http://schemas.openxmlformats.org/officeDocument/2006/relationships/image" Target="../media/image211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62.xml"/><Relationship Id="rId23" Type="http://schemas.openxmlformats.org/officeDocument/2006/relationships/customXml" Target="../ink/ink273.xml"/><Relationship Id="rId28" Type="http://schemas.openxmlformats.org/officeDocument/2006/relationships/customXml" Target="../ink/ink278.xml"/><Relationship Id="rId49" Type="http://schemas.openxmlformats.org/officeDocument/2006/relationships/customXml" Target="../ink/ink293.xml"/><Relationship Id="rId114" Type="http://schemas.openxmlformats.org/officeDocument/2006/relationships/image" Target="../media/image198.png"/><Relationship Id="rId119" Type="http://schemas.openxmlformats.org/officeDocument/2006/relationships/customXml" Target="../ink/ink329.xml"/><Relationship Id="rId44" Type="http://schemas.openxmlformats.org/officeDocument/2006/relationships/image" Target="../media/image165.png"/><Relationship Id="rId60" Type="http://schemas.openxmlformats.org/officeDocument/2006/relationships/image" Target="../media/image171.png"/><Relationship Id="rId65" Type="http://schemas.openxmlformats.org/officeDocument/2006/relationships/customXml" Target="../ink/ink302.xml"/><Relationship Id="rId81" Type="http://schemas.openxmlformats.org/officeDocument/2006/relationships/customXml" Target="../ink/ink310.xml"/><Relationship Id="rId86" Type="http://schemas.openxmlformats.org/officeDocument/2006/relationships/image" Target="../media/image184.png"/><Relationship Id="rId130" Type="http://schemas.openxmlformats.org/officeDocument/2006/relationships/image" Target="../media/image206.png"/><Relationship Id="rId135" Type="http://schemas.openxmlformats.org/officeDocument/2006/relationships/customXml" Target="../ink/ink337.xml"/><Relationship Id="rId13" Type="http://schemas.openxmlformats.org/officeDocument/2006/relationships/image" Target="../media/image57.png"/><Relationship Id="rId18" Type="http://schemas.openxmlformats.org/officeDocument/2006/relationships/image" Target="../media/image160.png"/><Relationship Id="rId39" Type="http://schemas.openxmlformats.org/officeDocument/2006/relationships/image" Target="../media/image163.png"/><Relationship Id="rId109" Type="http://schemas.openxmlformats.org/officeDocument/2006/relationships/customXml" Target="../ink/ink324.xml"/><Relationship Id="rId34" Type="http://schemas.openxmlformats.org/officeDocument/2006/relationships/customXml" Target="../ink/ink284.xml"/><Relationship Id="rId50" Type="http://schemas.openxmlformats.org/officeDocument/2006/relationships/customXml" Target="../ink/ink294.xml"/><Relationship Id="rId55" Type="http://schemas.openxmlformats.org/officeDocument/2006/relationships/customXml" Target="../ink/ink297.xml"/><Relationship Id="rId76" Type="http://schemas.openxmlformats.org/officeDocument/2006/relationships/image" Target="../media/image179.png"/><Relationship Id="rId97" Type="http://schemas.openxmlformats.org/officeDocument/2006/relationships/customXml" Target="../ink/ink318.xml"/><Relationship Id="rId104" Type="http://schemas.openxmlformats.org/officeDocument/2006/relationships/image" Target="../media/image193.png"/><Relationship Id="rId120" Type="http://schemas.openxmlformats.org/officeDocument/2006/relationships/image" Target="../media/image201.png"/><Relationship Id="rId125" Type="http://schemas.openxmlformats.org/officeDocument/2006/relationships/customXml" Target="../ink/ink332.xml"/><Relationship Id="rId7" Type="http://schemas.openxmlformats.org/officeDocument/2006/relationships/image" Target="../media/image501.png"/><Relationship Id="rId71" Type="http://schemas.openxmlformats.org/officeDocument/2006/relationships/customXml" Target="../ink/ink305.xml"/><Relationship Id="rId92" Type="http://schemas.openxmlformats.org/officeDocument/2006/relationships/image" Target="../media/image187.png"/><Relationship Id="rId2" Type="http://schemas.openxmlformats.org/officeDocument/2006/relationships/customXml" Target="../ink/ink260.xml"/><Relationship Id="rId29" Type="http://schemas.openxmlformats.org/officeDocument/2006/relationships/customXml" Target="../ink/ink279.xml"/><Relationship Id="rId24" Type="http://schemas.openxmlformats.org/officeDocument/2006/relationships/customXml" Target="../ink/ink274.xml"/><Relationship Id="rId40" Type="http://schemas.openxmlformats.org/officeDocument/2006/relationships/customXml" Target="../ink/ink287.xml"/><Relationship Id="rId45" Type="http://schemas.openxmlformats.org/officeDocument/2006/relationships/customXml" Target="../ink/ink290.xml"/><Relationship Id="rId66" Type="http://schemas.openxmlformats.org/officeDocument/2006/relationships/image" Target="../media/image174.png"/><Relationship Id="rId87" Type="http://schemas.openxmlformats.org/officeDocument/2006/relationships/customXml" Target="../ink/ink313.xml"/><Relationship Id="rId110" Type="http://schemas.openxmlformats.org/officeDocument/2006/relationships/image" Target="../media/image196.png"/><Relationship Id="rId115" Type="http://schemas.openxmlformats.org/officeDocument/2006/relationships/customXml" Target="../ink/ink327.xml"/><Relationship Id="rId131" Type="http://schemas.openxmlformats.org/officeDocument/2006/relationships/customXml" Target="../ink/ink335.xml"/><Relationship Id="rId136" Type="http://schemas.openxmlformats.org/officeDocument/2006/relationships/image" Target="../media/image209.png"/><Relationship Id="rId61" Type="http://schemas.openxmlformats.org/officeDocument/2006/relationships/customXml" Target="../ink/ink300.xml"/><Relationship Id="rId82" Type="http://schemas.openxmlformats.org/officeDocument/2006/relationships/image" Target="../media/image182.png"/><Relationship Id="rId19" Type="http://schemas.openxmlformats.org/officeDocument/2006/relationships/customXml" Target="../ink/ink269.xml"/><Relationship Id="rId14" Type="http://schemas.openxmlformats.org/officeDocument/2006/relationships/customXml" Target="../ink/ink266.xml"/><Relationship Id="rId30" Type="http://schemas.openxmlformats.org/officeDocument/2006/relationships/customXml" Target="../ink/ink280.xml"/><Relationship Id="rId35" Type="http://schemas.openxmlformats.org/officeDocument/2006/relationships/image" Target="../media/image161.png"/><Relationship Id="rId56" Type="http://schemas.openxmlformats.org/officeDocument/2006/relationships/image" Target="../media/image169.png"/><Relationship Id="rId77" Type="http://schemas.openxmlformats.org/officeDocument/2006/relationships/customXml" Target="../ink/ink308.xml"/><Relationship Id="rId100" Type="http://schemas.openxmlformats.org/officeDocument/2006/relationships/image" Target="../media/image191.png"/><Relationship Id="rId105" Type="http://schemas.openxmlformats.org/officeDocument/2006/relationships/customXml" Target="../ink/ink322.xml"/><Relationship Id="rId126" Type="http://schemas.openxmlformats.org/officeDocument/2006/relationships/image" Target="../media/image204.png"/><Relationship Id="rId8" Type="http://schemas.openxmlformats.org/officeDocument/2006/relationships/customXml" Target="../ink/ink263.xml"/><Relationship Id="rId51" Type="http://schemas.openxmlformats.org/officeDocument/2006/relationships/customXml" Target="../ink/ink295.xml"/><Relationship Id="rId72" Type="http://schemas.openxmlformats.org/officeDocument/2006/relationships/image" Target="../media/image177.png"/><Relationship Id="rId93" Type="http://schemas.openxmlformats.org/officeDocument/2006/relationships/customXml" Target="../ink/ink316.xml"/><Relationship Id="rId98" Type="http://schemas.openxmlformats.org/officeDocument/2006/relationships/image" Target="../media/image190.png"/><Relationship Id="rId121" Type="http://schemas.openxmlformats.org/officeDocument/2006/relationships/customXml" Target="../ink/ink330.xml"/><Relationship Id="rId3" Type="http://schemas.openxmlformats.org/officeDocument/2006/relationships/image" Target="../media/image481.png"/><Relationship Id="rId25" Type="http://schemas.openxmlformats.org/officeDocument/2006/relationships/customXml" Target="../ink/ink275.xml"/><Relationship Id="rId46" Type="http://schemas.openxmlformats.org/officeDocument/2006/relationships/image" Target="../media/image166.png"/><Relationship Id="rId67" Type="http://schemas.openxmlformats.org/officeDocument/2006/relationships/customXml" Target="../ink/ink303.xml"/><Relationship Id="rId116" Type="http://schemas.openxmlformats.org/officeDocument/2006/relationships/image" Target="../media/image199.png"/><Relationship Id="rId137" Type="http://schemas.openxmlformats.org/officeDocument/2006/relationships/customXml" Target="../ink/ink338.xml"/><Relationship Id="rId20" Type="http://schemas.openxmlformats.org/officeDocument/2006/relationships/customXml" Target="../ink/ink270.xml"/><Relationship Id="rId41" Type="http://schemas.openxmlformats.org/officeDocument/2006/relationships/customXml" Target="../ink/ink288.xml"/><Relationship Id="rId62" Type="http://schemas.openxmlformats.org/officeDocument/2006/relationships/image" Target="../media/image172.png"/><Relationship Id="rId83" Type="http://schemas.openxmlformats.org/officeDocument/2006/relationships/customXml" Target="../ink/ink311.xml"/><Relationship Id="rId88" Type="http://schemas.openxmlformats.org/officeDocument/2006/relationships/image" Target="../media/image185.png"/><Relationship Id="rId111" Type="http://schemas.openxmlformats.org/officeDocument/2006/relationships/customXml" Target="../ink/ink325.xml"/><Relationship Id="rId132" Type="http://schemas.openxmlformats.org/officeDocument/2006/relationships/image" Target="../media/image207.png"/><Relationship Id="rId15" Type="http://schemas.openxmlformats.org/officeDocument/2006/relationships/image" Target="../media/image89.png"/><Relationship Id="rId36" Type="http://schemas.openxmlformats.org/officeDocument/2006/relationships/customXml" Target="../ink/ink285.xml"/><Relationship Id="rId57" Type="http://schemas.openxmlformats.org/officeDocument/2006/relationships/customXml" Target="../ink/ink298.xml"/><Relationship Id="rId106" Type="http://schemas.openxmlformats.org/officeDocument/2006/relationships/image" Target="../media/image194.png"/><Relationship Id="rId127" Type="http://schemas.openxmlformats.org/officeDocument/2006/relationships/customXml" Target="../ink/ink333.xml"/><Relationship Id="rId10" Type="http://schemas.openxmlformats.org/officeDocument/2006/relationships/customXml" Target="../ink/ink264.xml"/><Relationship Id="rId31" Type="http://schemas.openxmlformats.org/officeDocument/2006/relationships/customXml" Target="../ink/ink281.xml"/><Relationship Id="rId52" Type="http://schemas.openxmlformats.org/officeDocument/2006/relationships/image" Target="../media/image167.png"/><Relationship Id="rId73" Type="http://schemas.openxmlformats.org/officeDocument/2006/relationships/customXml" Target="../ink/ink306.xml"/><Relationship Id="rId78" Type="http://schemas.openxmlformats.org/officeDocument/2006/relationships/image" Target="../media/image180.png"/><Relationship Id="rId94" Type="http://schemas.openxmlformats.org/officeDocument/2006/relationships/image" Target="../media/image188.png"/><Relationship Id="rId99" Type="http://schemas.openxmlformats.org/officeDocument/2006/relationships/customXml" Target="../ink/ink319.xml"/><Relationship Id="rId101" Type="http://schemas.openxmlformats.org/officeDocument/2006/relationships/customXml" Target="../ink/ink320.xml"/><Relationship Id="rId122" Type="http://schemas.openxmlformats.org/officeDocument/2006/relationships/image" Target="../media/image202.png"/><Relationship Id="rId4" Type="http://schemas.openxmlformats.org/officeDocument/2006/relationships/customXml" Target="../ink/ink261.xml"/><Relationship Id="rId9" Type="http://schemas.openxmlformats.org/officeDocument/2006/relationships/image" Target="../media/image511.png"/><Relationship Id="rId26" Type="http://schemas.openxmlformats.org/officeDocument/2006/relationships/customXml" Target="../ink/ink276.xml"/><Relationship Id="rId47" Type="http://schemas.openxmlformats.org/officeDocument/2006/relationships/customXml" Target="../ink/ink291.xml"/><Relationship Id="rId68" Type="http://schemas.openxmlformats.org/officeDocument/2006/relationships/image" Target="../media/image175.png"/><Relationship Id="rId89" Type="http://schemas.openxmlformats.org/officeDocument/2006/relationships/customXml" Target="../ink/ink314.xml"/><Relationship Id="rId112" Type="http://schemas.openxmlformats.org/officeDocument/2006/relationships/image" Target="../media/image197.png"/><Relationship Id="rId133" Type="http://schemas.openxmlformats.org/officeDocument/2006/relationships/customXml" Target="../ink/ink3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160.png"/><Relationship Id="rId26" Type="http://schemas.openxmlformats.org/officeDocument/2006/relationships/customXml" Target="../ink/ink356.xml"/><Relationship Id="rId39" Type="http://schemas.openxmlformats.org/officeDocument/2006/relationships/image" Target="../media/image163.png"/><Relationship Id="rId21" Type="http://schemas.openxmlformats.org/officeDocument/2006/relationships/customXml" Target="../ink/ink351.xml"/><Relationship Id="rId34" Type="http://schemas.openxmlformats.org/officeDocument/2006/relationships/customXml" Target="../ink/ink364.xml"/><Relationship Id="rId42" Type="http://schemas.openxmlformats.org/officeDocument/2006/relationships/image" Target="../media/image164.png"/><Relationship Id="rId47" Type="http://schemas.openxmlformats.org/officeDocument/2006/relationships/customXml" Target="../ink/ink371.xml"/><Relationship Id="rId50" Type="http://schemas.openxmlformats.org/officeDocument/2006/relationships/customXml" Target="../ink/ink374.xml"/><Relationship Id="rId55" Type="http://schemas.openxmlformats.org/officeDocument/2006/relationships/customXml" Target="../ink/ink377.xml"/><Relationship Id="rId7" Type="http://schemas.openxmlformats.org/officeDocument/2006/relationships/image" Target="../media/image501.png"/><Relationship Id="rId2" Type="http://schemas.openxmlformats.org/officeDocument/2006/relationships/customXml" Target="../ink/ink340.xml"/><Relationship Id="rId16" Type="http://schemas.openxmlformats.org/officeDocument/2006/relationships/customXml" Target="../ink/ink347.xml"/><Relationship Id="rId29" Type="http://schemas.openxmlformats.org/officeDocument/2006/relationships/customXml" Target="../ink/ink359.xml"/><Relationship Id="rId11" Type="http://schemas.openxmlformats.org/officeDocument/2006/relationships/image" Target="../media/image521.png"/><Relationship Id="rId24" Type="http://schemas.openxmlformats.org/officeDocument/2006/relationships/customXml" Target="../ink/ink354.xml"/><Relationship Id="rId32" Type="http://schemas.openxmlformats.org/officeDocument/2006/relationships/customXml" Target="../ink/ink362.xml"/><Relationship Id="rId37" Type="http://schemas.openxmlformats.org/officeDocument/2006/relationships/image" Target="../media/image162.png"/><Relationship Id="rId40" Type="http://schemas.openxmlformats.org/officeDocument/2006/relationships/customXml" Target="../ink/ink367.xml"/><Relationship Id="rId45" Type="http://schemas.openxmlformats.org/officeDocument/2006/relationships/customXml" Target="../ink/ink370.xml"/><Relationship Id="rId53" Type="http://schemas.openxmlformats.org/officeDocument/2006/relationships/customXml" Target="../ink/ink376.xml"/><Relationship Id="rId58" Type="http://schemas.openxmlformats.org/officeDocument/2006/relationships/image" Target="../media/image108.png"/><Relationship Id="rId5" Type="http://schemas.openxmlformats.org/officeDocument/2006/relationships/image" Target="../media/image491.png"/><Relationship Id="rId19" Type="http://schemas.openxmlformats.org/officeDocument/2006/relationships/customXml" Target="../ink/ink349.xml"/><Relationship Id="rId4" Type="http://schemas.openxmlformats.org/officeDocument/2006/relationships/customXml" Target="../ink/ink341.xml"/><Relationship Id="rId9" Type="http://schemas.openxmlformats.org/officeDocument/2006/relationships/image" Target="../media/image511.png"/><Relationship Id="rId14" Type="http://schemas.openxmlformats.org/officeDocument/2006/relationships/customXml" Target="../ink/ink346.xml"/><Relationship Id="rId22" Type="http://schemas.openxmlformats.org/officeDocument/2006/relationships/customXml" Target="../ink/ink352.xml"/><Relationship Id="rId27" Type="http://schemas.openxmlformats.org/officeDocument/2006/relationships/customXml" Target="../ink/ink357.xml"/><Relationship Id="rId30" Type="http://schemas.openxmlformats.org/officeDocument/2006/relationships/customXml" Target="../ink/ink360.xml"/><Relationship Id="rId35" Type="http://schemas.openxmlformats.org/officeDocument/2006/relationships/image" Target="../media/image161.png"/><Relationship Id="rId43" Type="http://schemas.openxmlformats.org/officeDocument/2006/relationships/customXml" Target="../ink/ink369.xml"/><Relationship Id="rId48" Type="http://schemas.openxmlformats.org/officeDocument/2006/relationships/customXml" Target="../ink/ink372.xml"/><Relationship Id="rId56" Type="http://schemas.openxmlformats.org/officeDocument/2006/relationships/image" Target="../media/image107.png"/><Relationship Id="rId8" Type="http://schemas.openxmlformats.org/officeDocument/2006/relationships/customXml" Target="../ink/ink343.xml"/><Relationship Id="rId51" Type="http://schemas.openxmlformats.org/officeDocument/2006/relationships/customXml" Target="../ink/ink375.xml"/><Relationship Id="rId3" Type="http://schemas.openxmlformats.org/officeDocument/2006/relationships/image" Target="../media/image481.png"/><Relationship Id="rId12" Type="http://schemas.openxmlformats.org/officeDocument/2006/relationships/customXml" Target="../ink/ink345.xml"/><Relationship Id="rId17" Type="http://schemas.openxmlformats.org/officeDocument/2006/relationships/customXml" Target="../ink/ink348.xml"/><Relationship Id="rId25" Type="http://schemas.openxmlformats.org/officeDocument/2006/relationships/customXml" Target="../ink/ink355.xml"/><Relationship Id="rId33" Type="http://schemas.openxmlformats.org/officeDocument/2006/relationships/customXml" Target="../ink/ink363.xml"/><Relationship Id="rId38" Type="http://schemas.openxmlformats.org/officeDocument/2006/relationships/customXml" Target="../ink/ink366.xml"/><Relationship Id="rId46" Type="http://schemas.openxmlformats.org/officeDocument/2006/relationships/image" Target="../media/image166.png"/><Relationship Id="rId20" Type="http://schemas.openxmlformats.org/officeDocument/2006/relationships/customXml" Target="../ink/ink350.xml"/><Relationship Id="rId41" Type="http://schemas.openxmlformats.org/officeDocument/2006/relationships/customXml" Target="../ink/ink368.xml"/><Relationship Id="rId54" Type="http://schemas.openxmlformats.org/officeDocument/2006/relationships/image" Target="../media/image10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42.xml"/><Relationship Id="rId15" Type="http://schemas.openxmlformats.org/officeDocument/2006/relationships/image" Target="../media/image89.png"/><Relationship Id="rId23" Type="http://schemas.openxmlformats.org/officeDocument/2006/relationships/customXml" Target="../ink/ink353.xml"/><Relationship Id="rId28" Type="http://schemas.openxmlformats.org/officeDocument/2006/relationships/customXml" Target="../ink/ink358.xml"/><Relationship Id="rId36" Type="http://schemas.openxmlformats.org/officeDocument/2006/relationships/customXml" Target="../ink/ink365.xml"/><Relationship Id="rId49" Type="http://schemas.openxmlformats.org/officeDocument/2006/relationships/customXml" Target="../ink/ink373.xml"/><Relationship Id="rId57" Type="http://schemas.openxmlformats.org/officeDocument/2006/relationships/customXml" Target="../ink/ink378.xml"/><Relationship Id="rId10" Type="http://schemas.openxmlformats.org/officeDocument/2006/relationships/customXml" Target="../ink/ink344.xml"/><Relationship Id="rId31" Type="http://schemas.openxmlformats.org/officeDocument/2006/relationships/customXml" Target="../ink/ink361.xml"/><Relationship Id="rId44" Type="http://schemas.openxmlformats.org/officeDocument/2006/relationships/image" Target="../media/image165.png"/><Relationship Id="rId52" Type="http://schemas.openxmlformats.org/officeDocument/2006/relationships/image" Target="../media/image10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2.xml"/><Relationship Id="rId13" Type="http://schemas.openxmlformats.org/officeDocument/2006/relationships/image" Target="../media/image57.png"/><Relationship Id="rId18" Type="http://schemas.openxmlformats.org/officeDocument/2006/relationships/customXml" Target="../ink/ink387.xml"/><Relationship Id="rId3" Type="http://schemas.openxmlformats.org/officeDocument/2006/relationships/image" Target="../media/image481.png"/><Relationship Id="rId21" Type="http://schemas.openxmlformats.org/officeDocument/2006/relationships/image" Target="../media/image170.png"/><Relationship Id="rId7" Type="http://schemas.openxmlformats.org/officeDocument/2006/relationships/image" Target="../media/image501.png"/><Relationship Id="rId12" Type="http://schemas.openxmlformats.org/officeDocument/2006/relationships/customXml" Target="../ink/ink384.xml"/><Relationship Id="rId17" Type="http://schemas.openxmlformats.org/officeDocument/2006/relationships/image" Target="../media/image168.png"/><Relationship Id="rId2" Type="http://schemas.openxmlformats.org/officeDocument/2006/relationships/customXml" Target="../ink/ink379.xml"/><Relationship Id="rId16" Type="http://schemas.openxmlformats.org/officeDocument/2006/relationships/customXml" Target="../ink/ink386.xml"/><Relationship Id="rId20" Type="http://schemas.openxmlformats.org/officeDocument/2006/relationships/customXml" Target="../ink/ink38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81.xml"/><Relationship Id="rId11" Type="http://schemas.openxmlformats.org/officeDocument/2006/relationships/image" Target="../media/image521.png"/><Relationship Id="rId5" Type="http://schemas.openxmlformats.org/officeDocument/2006/relationships/image" Target="../media/image491.png"/><Relationship Id="rId15" Type="http://schemas.openxmlformats.org/officeDocument/2006/relationships/image" Target="../media/image167.png"/><Relationship Id="rId10" Type="http://schemas.openxmlformats.org/officeDocument/2006/relationships/customXml" Target="../ink/ink383.xml"/><Relationship Id="rId19" Type="http://schemas.openxmlformats.org/officeDocument/2006/relationships/image" Target="../media/image169.png"/><Relationship Id="rId4" Type="http://schemas.openxmlformats.org/officeDocument/2006/relationships/customXml" Target="../ink/ink380.xml"/><Relationship Id="rId9" Type="http://schemas.openxmlformats.org/officeDocument/2006/relationships/image" Target="../media/image511.png"/><Relationship Id="rId14" Type="http://schemas.openxmlformats.org/officeDocument/2006/relationships/customXml" Target="../ink/ink385.xml"/></Relationships>
</file>

<file path=ppt/slides/_rels/slide25.xml.rels><?xml version="1.0" encoding="UTF-8" standalone="yes"?>
<Relationships xmlns="http://schemas.openxmlformats.org/package/2006/relationships"><Relationship Id="rId109" Type="http://schemas.openxmlformats.org/officeDocument/2006/relationships/customXml" Target="../ink/ink404.xml"/><Relationship Id="rId3" Type="http://schemas.openxmlformats.org/officeDocument/2006/relationships/customXml" Target="../ink/ink389.xml"/><Relationship Id="rId84" Type="http://schemas.openxmlformats.org/officeDocument/2006/relationships/image" Target="../media/image253.png"/><Relationship Id="rId89" Type="http://schemas.openxmlformats.org/officeDocument/2006/relationships/customXml" Target="../ink/ink392.xml"/><Relationship Id="rId97" Type="http://schemas.openxmlformats.org/officeDocument/2006/relationships/customXml" Target="../ink/ink396.xml"/><Relationship Id="rId104" Type="http://schemas.openxmlformats.org/officeDocument/2006/relationships/customXml" Target="../ink/ink401.xml"/><Relationship Id="rId112" Type="http://schemas.openxmlformats.org/officeDocument/2006/relationships/image" Target="../media/image265.png"/><Relationship Id="rId92" Type="http://schemas.openxmlformats.org/officeDocument/2006/relationships/image" Target="../media/image257.png"/><Relationship Id="rId59" Type="http://schemas.openxmlformats.org/officeDocument/2006/relationships/image" Target="../media/image240.png"/><Relationship Id="rId103" Type="http://schemas.openxmlformats.org/officeDocument/2006/relationships/customXml" Target="../ink/ink400.xml"/><Relationship Id="rId108" Type="http://schemas.openxmlformats.org/officeDocument/2006/relationships/image" Target="../media/image263.png"/><Relationship Id="rId2" Type="http://schemas.openxmlformats.org/officeDocument/2006/relationships/image" Target="../media/image212.png"/><Relationship Id="rId88" Type="http://schemas.openxmlformats.org/officeDocument/2006/relationships/image" Target="../media/image255.png"/><Relationship Id="rId91" Type="http://schemas.openxmlformats.org/officeDocument/2006/relationships/customXml" Target="../ink/ink393.xml"/><Relationship Id="rId96" Type="http://schemas.openxmlformats.org/officeDocument/2006/relationships/image" Target="../media/image259.png"/><Relationship Id="rId107" Type="http://schemas.openxmlformats.org/officeDocument/2006/relationships/customXml" Target="../ink/ink403.xml"/><Relationship Id="rId111" Type="http://schemas.openxmlformats.org/officeDocument/2006/relationships/customXml" Target="../ink/ink405.xml"/><Relationship Id="rId1" Type="http://schemas.openxmlformats.org/officeDocument/2006/relationships/slideLayout" Target="../slideLayouts/slideLayout6.xml"/><Relationship Id="rId87" Type="http://schemas.openxmlformats.org/officeDocument/2006/relationships/customXml" Target="../ink/ink391.xml"/><Relationship Id="rId102" Type="http://schemas.openxmlformats.org/officeDocument/2006/relationships/image" Target="../media/image261.png"/><Relationship Id="rId110" Type="http://schemas.openxmlformats.org/officeDocument/2006/relationships/image" Target="../media/image264.png"/><Relationship Id="rId90" Type="http://schemas.openxmlformats.org/officeDocument/2006/relationships/image" Target="../media/image256.png"/><Relationship Id="rId95" Type="http://schemas.openxmlformats.org/officeDocument/2006/relationships/customXml" Target="../ink/ink395.xml"/><Relationship Id="rId106" Type="http://schemas.openxmlformats.org/officeDocument/2006/relationships/image" Target="../media/image262.png"/><Relationship Id="rId114" Type="http://schemas.openxmlformats.org/officeDocument/2006/relationships/image" Target="../media/image266.png"/><Relationship Id="rId86" Type="http://schemas.openxmlformats.org/officeDocument/2006/relationships/image" Target="../media/image254.png"/><Relationship Id="rId94" Type="http://schemas.openxmlformats.org/officeDocument/2006/relationships/image" Target="../media/image258.png"/><Relationship Id="rId99" Type="http://schemas.openxmlformats.org/officeDocument/2006/relationships/customXml" Target="../ink/ink398.xml"/><Relationship Id="rId101" Type="http://schemas.openxmlformats.org/officeDocument/2006/relationships/customXml" Target="../ink/ink399.xml"/><Relationship Id="rId100" Type="http://schemas.openxmlformats.org/officeDocument/2006/relationships/image" Target="../media/image260.png"/><Relationship Id="rId105" Type="http://schemas.openxmlformats.org/officeDocument/2006/relationships/customXml" Target="../ink/ink402.xml"/><Relationship Id="rId113" Type="http://schemas.openxmlformats.org/officeDocument/2006/relationships/customXml" Target="../ink/ink406.xml"/><Relationship Id="rId85" Type="http://schemas.openxmlformats.org/officeDocument/2006/relationships/customXml" Target="../ink/ink390.xml"/><Relationship Id="rId93" Type="http://schemas.openxmlformats.org/officeDocument/2006/relationships/customXml" Target="../ink/ink394.xml"/><Relationship Id="rId98" Type="http://schemas.openxmlformats.org/officeDocument/2006/relationships/customXml" Target="../ink/ink397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5.xml"/><Relationship Id="rId21" Type="http://schemas.openxmlformats.org/officeDocument/2006/relationships/customXml" Target="../ink/ink416.xml"/><Relationship Id="rId42" Type="http://schemas.openxmlformats.org/officeDocument/2006/relationships/image" Target="../media/image287.png"/><Relationship Id="rId63" Type="http://schemas.openxmlformats.org/officeDocument/2006/relationships/customXml" Target="../ink/ink438.xml"/><Relationship Id="rId84" Type="http://schemas.openxmlformats.org/officeDocument/2006/relationships/image" Target="../media/image306.png"/><Relationship Id="rId138" Type="http://schemas.openxmlformats.org/officeDocument/2006/relationships/customXml" Target="../ink/ink476.xml"/><Relationship Id="rId107" Type="http://schemas.openxmlformats.org/officeDocument/2006/relationships/customXml" Target="../ink/ink460.xml"/><Relationship Id="rId11" Type="http://schemas.openxmlformats.org/officeDocument/2006/relationships/customXml" Target="../ink/ink411.xml"/><Relationship Id="rId32" Type="http://schemas.openxmlformats.org/officeDocument/2006/relationships/image" Target="../media/image282.png"/><Relationship Id="rId37" Type="http://schemas.openxmlformats.org/officeDocument/2006/relationships/customXml" Target="../ink/ink424.xml"/><Relationship Id="rId53" Type="http://schemas.openxmlformats.org/officeDocument/2006/relationships/customXml" Target="../ink/ink433.xml"/><Relationship Id="rId58" Type="http://schemas.openxmlformats.org/officeDocument/2006/relationships/image" Target="../media/image293.png"/><Relationship Id="rId74" Type="http://schemas.openxmlformats.org/officeDocument/2006/relationships/image" Target="../media/image301.png"/><Relationship Id="rId79" Type="http://schemas.openxmlformats.org/officeDocument/2006/relationships/customXml" Target="../ink/ink446.xml"/><Relationship Id="rId102" Type="http://schemas.openxmlformats.org/officeDocument/2006/relationships/image" Target="../media/image315.png"/><Relationship Id="rId123" Type="http://schemas.openxmlformats.org/officeDocument/2006/relationships/customXml" Target="../ink/ink468.xml"/><Relationship Id="rId128" Type="http://schemas.openxmlformats.org/officeDocument/2006/relationships/customXml" Target="../ink/ink471.xml"/><Relationship Id="rId5" Type="http://schemas.openxmlformats.org/officeDocument/2006/relationships/customXml" Target="../ink/ink408.xml"/><Relationship Id="rId90" Type="http://schemas.openxmlformats.org/officeDocument/2006/relationships/image" Target="../media/image309.png"/><Relationship Id="rId95" Type="http://schemas.openxmlformats.org/officeDocument/2006/relationships/customXml" Target="../ink/ink454.xml"/><Relationship Id="rId22" Type="http://schemas.openxmlformats.org/officeDocument/2006/relationships/image" Target="../media/image277.png"/><Relationship Id="rId27" Type="http://schemas.openxmlformats.org/officeDocument/2006/relationships/customXml" Target="../ink/ink419.xml"/><Relationship Id="rId43" Type="http://schemas.openxmlformats.org/officeDocument/2006/relationships/customXml" Target="../ink/ink427.xml"/><Relationship Id="rId48" Type="http://schemas.openxmlformats.org/officeDocument/2006/relationships/customXml" Target="../ink/ink430.xml"/><Relationship Id="rId64" Type="http://schemas.openxmlformats.org/officeDocument/2006/relationships/image" Target="../media/image296.png"/><Relationship Id="rId69" Type="http://schemas.openxmlformats.org/officeDocument/2006/relationships/customXml" Target="../ink/ink441.xml"/><Relationship Id="rId113" Type="http://schemas.openxmlformats.org/officeDocument/2006/relationships/customXml" Target="../ink/ink463.xml"/><Relationship Id="rId118" Type="http://schemas.openxmlformats.org/officeDocument/2006/relationships/image" Target="../media/image323.png"/><Relationship Id="rId134" Type="http://schemas.openxmlformats.org/officeDocument/2006/relationships/customXml" Target="../ink/ink474.xml"/><Relationship Id="rId139" Type="http://schemas.openxmlformats.org/officeDocument/2006/relationships/image" Target="../media/image333.png"/><Relationship Id="rId80" Type="http://schemas.openxmlformats.org/officeDocument/2006/relationships/image" Target="../media/image304.png"/><Relationship Id="rId85" Type="http://schemas.openxmlformats.org/officeDocument/2006/relationships/customXml" Target="../ink/ink449.xml"/><Relationship Id="rId12" Type="http://schemas.openxmlformats.org/officeDocument/2006/relationships/image" Target="../media/image272.png"/><Relationship Id="rId17" Type="http://schemas.openxmlformats.org/officeDocument/2006/relationships/customXml" Target="../ink/ink414.xml"/><Relationship Id="rId33" Type="http://schemas.openxmlformats.org/officeDocument/2006/relationships/customXml" Target="../ink/ink422.xml"/><Relationship Id="rId38" Type="http://schemas.openxmlformats.org/officeDocument/2006/relationships/image" Target="../media/image285.png"/><Relationship Id="rId59" Type="http://schemas.openxmlformats.org/officeDocument/2006/relationships/customXml" Target="../ink/ink436.xml"/><Relationship Id="rId103" Type="http://schemas.openxmlformats.org/officeDocument/2006/relationships/customXml" Target="../ink/ink458.xml"/><Relationship Id="rId108" Type="http://schemas.openxmlformats.org/officeDocument/2006/relationships/image" Target="../media/image318.png"/><Relationship Id="rId124" Type="http://schemas.openxmlformats.org/officeDocument/2006/relationships/image" Target="../media/image326.png"/><Relationship Id="rId129" Type="http://schemas.openxmlformats.org/officeDocument/2006/relationships/image" Target="../media/image328.png"/><Relationship Id="rId54" Type="http://schemas.openxmlformats.org/officeDocument/2006/relationships/image" Target="../media/image291.png"/><Relationship Id="rId70" Type="http://schemas.openxmlformats.org/officeDocument/2006/relationships/image" Target="../media/image299.png"/><Relationship Id="rId75" Type="http://schemas.openxmlformats.org/officeDocument/2006/relationships/customXml" Target="../ink/ink444.xml"/><Relationship Id="rId91" Type="http://schemas.openxmlformats.org/officeDocument/2006/relationships/customXml" Target="../ink/ink452.xml"/><Relationship Id="rId96" Type="http://schemas.openxmlformats.org/officeDocument/2006/relationships/image" Target="../media/image312.png"/><Relationship Id="rId140" Type="http://schemas.openxmlformats.org/officeDocument/2006/relationships/customXml" Target="../ink/ink47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9.png"/><Relationship Id="rId23" Type="http://schemas.openxmlformats.org/officeDocument/2006/relationships/customXml" Target="../ink/ink417.xml"/><Relationship Id="rId28" Type="http://schemas.openxmlformats.org/officeDocument/2006/relationships/image" Target="../media/image280.png"/><Relationship Id="rId49" Type="http://schemas.openxmlformats.org/officeDocument/2006/relationships/customXml" Target="../ink/ink431.xml"/><Relationship Id="rId114" Type="http://schemas.openxmlformats.org/officeDocument/2006/relationships/image" Target="../media/image321.png"/><Relationship Id="rId119" Type="http://schemas.openxmlformats.org/officeDocument/2006/relationships/customXml" Target="../ink/ink466.xml"/><Relationship Id="rId44" Type="http://schemas.openxmlformats.org/officeDocument/2006/relationships/image" Target="../media/image288.png"/><Relationship Id="rId60" Type="http://schemas.openxmlformats.org/officeDocument/2006/relationships/image" Target="../media/image294.png"/><Relationship Id="rId65" Type="http://schemas.openxmlformats.org/officeDocument/2006/relationships/customXml" Target="../ink/ink439.xml"/><Relationship Id="rId81" Type="http://schemas.openxmlformats.org/officeDocument/2006/relationships/customXml" Target="../ink/ink447.xml"/><Relationship Id="rId86" Type="http://schemas.openxmlformats.org/officeDocument/2006/relationships/image" Target="../media/image307.png"/><Relationship Id="rId130" Type="http://schemas.openxmlformats.org/officeDocument/2006/relationships/customXml" Target="../ink/ink472.xml"/><Relationship Id="rId135" Type="http://schemas.openxmlformats.org/officeDocument/2006/relationships/image" Target="../media/image331.png"/><Relationship Id="rId13" Type="http://schemas.openxmlformats.org/officeDocument/2006/relationships/customXml" Target="../ink/ink412.xml"/><Relationship Id="rId18" Type="http://schemas.openxmlformats.org/officeDocument/2006/relationships/image" Target="../media/image275.png"/><Relationship Id="rId39" Type="http://schemas.openxmlformats.org/officeDocument/2006/relationships/customXml" Target="../ink/ink425.xml"/><Relationship Id="rId109" Type="http://schemas.openxmlformats.org/officeDocument/2006/relationships/customXml" Target="../ink/ink461.xml"/><Relationship Id="rId34" Type="http://schemas.openxmlformats.org/officeDocument/2006/relationships/image" Target="../media/image283.png"/><Relationship Id="rId50" Type="http://schemas.openxmlformats.org/officeDocument/2006/relationships/image" Target="../media/image289.png"/><Relationship Id="rId55" Type="http://schemas.openxmlformats.org/officeDocument/2006/relationships/customXml" Target="../ink/ink434.xml"/><Relationship Id="rId76" Type="http://schemas.openxmlformats.org/officeDocument/2006/relationships/image" Target="../media/image302.png"/><Relationship Id="rId97" Type="http://schemas.openxmlformats.org/officeDocument/2006/relationships/customXml" Target="../ink/ink455.xml"/><Relationship Id="rId104" Type="http://schemas.openxmlformats.org/officeDocument/2006/relationships/image" Target="../media/image316.png"/><Relationship Id="rId120" Type="http://schemas.openxmlformats.org/officeDocument/2006/relationships/image" Target="../media/image324.png"/><Relationship Id="rId125" Type="http://schemas.openxmlformats.org/officeDocument/2006/relationships/customXml" Target="../ink/ink469.xml"/><Relationship Id="rId141" Type="http://schemas.openxmlformats.org/officeDocument/2006/relationships/image" Target="../media/image334.png"/><Relationship Id="rId7" Type="http://schemas.openxmlformats.org/officeDocument/2006/relationships/customXml" Target="../ink/ink409.xml"/><Relationship Id="rId71" Type="http://schemas.openxmlformats.org/officeDocument/2006/relationships/customXml" Target="../ink/ink442.xml"/><Relationship Id="rId92" Type="http://schemas.openxmlformats.org/officeDocument/2006/relationships/image" Target="../media/image310.png"/><Relationship Id="rId2" Type="http://schemas.openxmlformats.org/officeDocument/2006/relationships/image" Target="../media/image213.png"/><Relationship Id="rId29" Type="http://schemas.openxmlformats.org/officeDocument/2006/relationships/customXml" Target="../ink/ink420.xml"/><Relationship Id="rId24" Type="http://schemas.openxmlformats.org/officeDocument/2006/relationships/image" Target="../media/image278.png"/><Relationship Id="rId40" Type="http://schemas.openxmlformats.org/officeDocument/2006/relationships/image" Target="../media/image286.png"/><Relationship Id="rId45" Type="http://schemas.openxmlformats.org/officeDocument/2006/relationships/customXml" Target="../ink/ink428.xml"/><Relationship Id="rId66" Type="http://schemas.openxmlformats.org/officeDocument/2006/relationships/image" Target="../media/image297.png"/><Relationship Id="rId87" Type="http://schemas.openxmlformats.org/officeDocument/2006/relationships/customXml" Target="../ink/ink450.xml"/><Relationship Id="rId110" Type="http://schemas.openxmlformats.org/officeDocument/2006/relationships/image" Target="../media/image319.png"/><Relationship Id="rId115" Type="http://schemas.openxmlformats.org/officeDocument/2006/relationships/customXml" Target="../ink/ink464.xml"/><Relationship Id="rId131" Type="http://schemas.openxmlformats.org/officeDocument/2006/relationships/image" Target="../media/image329.png"/><Relationship Id="rId136" Type="http://schemas.openxmlformats.org/officeDocument/2006/relationships/customXml" Target="../ink/ink475.xml"/><Relationship Id="rId61" Type="http://schemas.openxmlformats.org/officeDocument/2006/relationships/customXml" Target="../ink/ink437.xml"/><Relationship Id="rId82" Type="http://schemas.openxmlformats.org/officeDocument/2006/relationships/image" Target="../media/image305.png"/><Relationship Id="rId19" Type="http://schemas.openxmlformats.org/officeDocument/2006/relationships/customXml" Target="../ink/ink415.xml"/><Relationship Id="rId14" Type="http://schemas.openxmlformats.org/officeDocument/2006/relationships/image" Target="../media/image273.png"/><Relationship Id="rId30" Type="http://schemas.openxmlformats.org/officeDocument/2006/relationships/image" Target="../media/image281.png"/><Relationship Id="rId35" Type="http://schemas.openxmlformats.org/officeDocument/2006/relationships/customXml" Target="../ink/ink423.xml"/><Relationship Id="rId56" Type="http://schemas.openxmlformats.org/officeDocument/2006/relationships/image" Target="../media/image292.png"/><Relationship Id="rId77" Type="http://schemas.openxmlformats.org/officeDocument/2006/relationships/customXml" Target="../ink/ink445.xml"/><Relationship Id="rId100" Type="http://schemas.openxmlformats.org/officeDocument/2006/relationships/image" Target="../media/image314.png"/><Relationship Id="rId105" Type="http://schemas.openxmlformats.org/officeDocument/2006/relationships/customXml" Target="../ink/ink459.xml"/><Relationship Id="rId126" Type="http://schemas.openxmlformats.org/officeDocument/2006/relationships/image" Target="../media/image327.png"/><Relationship Id="rId8" Type="http://schemas.openxmlformats.org/officeDocument/2006/relationships/image" Target="../media/image270.png"/><Relationship Id="rId51" Type="http://schemas.openxmlformats.org/officeDocument/2006/relationships/customXml" Target="../ink/ink432.xml"/><Relationship Id="rId72" Type="http://schemas.openxmlformats.org/officeDocument/2006/relationships/image" Target="../media/image300.png"/><Relationship Id="rId93" Type="http://schemas.openxmlformats.org/officeDocument/2006/relationships/customXml" Target="../ink/ink453.xml"/><Relationship Id="rId98" Type="http://schemas.openxmlformats.org/officeDocument/2006/relationships/image" Target="../media/image313.png"/><Relationship Id="rId121" Type="http://schemas.openxmlformats.org/officeDocument/2006/relationships/customXml" Target="../ink/ink467.xml"/><Relationship Id="rId3" Type="http://schemas.openxmlformats.org/officeDocument/2006/relationships/customXml" Target="../ink/ink407.xml"/><Relationship Id="rId25" Type="http://schemas.openxmlformats.org/officeDocument/2006/relationships/customXml" Target="../ink/ink418.xml"/><Relationship Id="rId46" Type="http://schemas.openxmlformats.org/officeDocument/2006/relationships/image" Target="../media/image240.png"/><Relationship Id="rId67" Type="http://schemas.openxmlformats.org/officeDocument/2006/relationships/customXml" Target="../ink/ink440.xml"/><Relationship Id="rId116" Type="http://schemas.openxmlformats.org/officeDocument/2006/relationships/image" Target="../media/image322.png"/><Relationship Id="rId137" Type="http://schemas.openxmlformats.org/officeDocument/2006/relationships/image" Target="../media/image332.png"/><Relationship Id="rId20" Type="http://schemas.openxmlformats.org/officeDocument/2006/relationships/image" Target="../media/image276.png"/><Relationship Id="rId41" Type="http://schemas.openxmlformats.org/officeDocument/2006/relationships/customXml" Target="../ink/ink426.xml"/><Relationship Id="rId62" Type="http://schemas.openxmlformats.org/officeDocument/2006/relationships/image" Target="../media/image295.png"/><Relationship Id="rId83" Type="http://schemas.openxmlformats.org/officeDocument/2006/relationships/customXml" Target="../ink/ink448.xml"/><Relationship Id="rId88" Type="http://schemas.openxmlformats.org/officeDocument/2006/relationships/image" Target="../media/image308.png"/><Relationship Id="rId111" Type="http://schemas.openxmlformats.org/officeDocument/2006/relationships/customXml" Target="../ink/ink462.xml"/><Relationship Id="rId132" Type="http://schemas.openxmlformats.org/officeDocument/2006/relationships/customXml" Target="../ink/ink473.xml"/><Relationship Id="rId15" Type="http://schemas.openxmlformats.org/officeDocument/2006/relationships/customXml" Target="../ink/ink413.xml"/><Relationship Id="rId36" Type="http://schemas.openxmlformats.org/officeDocument/2006/relationships/image" Target="../media/image284.png"/><Relationship Id="rId57" Type="http://schemas.openxmlformats.org/officeDocument/2006/relationships/customXml" Target="../ink/ink435.xml"/><Relationship Id="rId106" Type="http://schemas.openxmlformats.org/officeDocument/2006/relationships/image" Target="../media/image317.png"/><Relationship Id="rId127" Type="http://schemas.openxmlformats.org/officeDocument/2006/relationships/customXml" Target="../ink/ink470.xml"/><Relationship Id="rId10" Type="http://schemas.openxmlformats.org/officeDocument/2006/relationships/image" Target="../media/image271.png"/><Relationship Id="rId31" Type="http://schemas.openxmlformats.org/officeDocument/2006/relationships/customXml" Target="../ink/ink421.xml"/><Relationship Id="rId52" Type="http://schemas.openxmlformats.org/officeDocument/2006/relationships/image" Target="../media/image290.png"/><Relationship Id="rId73" Type="http://schemas.openxmlformats.org/officeDocument/2006/relationships/customXml" Target="../ink/ink443.xml"/><Relationship Id="rId78" Type="http://schemas.openxmlformats.org/officeDocument/2006/relationships/image" Target="../media/image303.png"/><Relationship Id="rId94" Type="http://schemas.openxmlformats.org/officeDocument/2006/relationships/image" Target="../media/image311.png"/><Relationship Id="rId99" Type="http://schemas.openxmlformats.org/officeDocument/2006/relationships/customXml" Target="../ink/ink456.xml"/><Relationship Id="rId101" Type="http://schemas.openxmlformats.org/officeDocument/2006/relationships/customXml" Target="../ink/ink457.xml"/><Relationship Id="rId122" Type="http://schemas.openxmlformats.org/officeDocument/2006/relationships/image" Target="../media/image325.png"/><Relationship Id="rId4" Type="http://schemas.openxmlformats.org/officeDocument/2006/relationships/image" Target="../media/image268.png"/><Relationship Id="rId9" Type="http://schemas.openxmlformats.org/officeDocument/2006/relationships/customXml" Target="../ink/ink410.xml"/><Relationship Id="rId26" Type="http://schemas.openxmlformats.org/officeDocument/2006/relationships/image" Target="../media/image279.png"/><Relationship Id="rId47" Type="http://schemas.openxmlformats.org/officeDocument/2006/relationships/customXml" Target="../ink/ink429.xml"/><Relationship Id="rId68" Type="http://schemas.openxmlformats.org/officeDocument/2006/relationships/image" Target="../media/image298.png"/><Relationship Id="rId89" Type="http://schemas.openxmlformats.org/officeDocument/2006/relationships/customXml" Target="../ink/ink451.xml"/><Relationship Id="rId112" Type="http://schemas.openxmlformats.org/officeDocument/2006/relationships/image" Target="../media/image320.png"/><Relationship Id="rId133" Type="http://schemas.openxmlformats.org/officeDocument/2006/relationships/image" Target="../media/image330.png"/><Relationship Id="rId16" Type="http://schemas.openxmlformats.org/officeDocument/2006/relationships/image" Target="../media/image2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8.xml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phicsmill.com/docs/gm5/Transformations.htm" TargetMode="External"/><Relationship Id="rId2" Type="http://schemas.openxmlformats.org/officeDocument/2006/relationships/image" Target="../media/image217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hyperlink" Target="https://mc.ai/part-ii-projective-transformations-in-2d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0.png"/><Relationship Id="rId13" Type="http://schemas.openxmlformats.org/officeDocument/2006/relationships/customXml" Target="../ink/ink484.xml"/><Relationship Id="rId18" Type="http://schemas.openxmlformats.org/officeDocument/2006/relationships/image" Target="../media/image970.png"/><Relationship Id="rId3" Type="http://schemas.openxmlformats.org/officeDocument/2006/relationships/customXml" Target="../ink/ink479.xml"/><Relationship Id="rId21" Type="http://schemas.openxmlformats.org/officeDocument/2006/relationships/customXml" Target="../ink/ink488.xml"/><Relationship Id="rId7" Type="http://schemas.openxmlformats.org/officeDocument/2006/relationships/customXml" Target="../ink/ink481.xml"/><Relationship Id="rId12" Type="http://schemas.openxmlformats.org/officeDocument/2006/relationships/image" Target="../media/image940.png"/><Relationship Id="rId17" Type="http://schemas.openxmlformats.org/officeDocument/2006/relationships/customXml" Target="../ink/ink486.xml"/><Relationship Id="rId2" Type="http://schemas.openxmlformats.org/officeDocument/2006/relationships/image" Target="../media/image220.png"/><Relationship Id="rId16" Type="http://schemas.openxmlformats.org/officeDocument/2006/relationships/image" Target="../media/image960.png"/><Relationship Id="rId20" Type="http://schemas.openxmlformats.org/officeDocument/2006/relationships/image" Target="../media/image9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customXml" Target="../ink/ink483.xml"/><Relationship Id="rId5" Type="http://schemas.openxmlformats.org/officeDocument/2006/relationships/customXml" Target="../ink/ink480.xml"/><Relationship Id="rId15" Type="http://schemas.openxmlformats.org/officeDocument/2006/relationships/customXml" Target="../ink/ink485.xml"/><Relationship Id="rId23" Type="http://schemas.openxmlformats.org/officeDocument/2006/relationships/hyperlink" Target="http://www.iup.uni-bremen.de/~melsheim/dip/dipSS17-L3.pdf" TargetMode="External"/><Relationship Id="rId10" Type="http://schemas.openxmlformats.org/officeDocument/2006/relationships/image" Target="../media/image930.png"/><Relationship Id="rId19" Type="http://schemas.openxmlformats.org/officeDocument/2006/relationships/customXml" Target="../ink/ink487.xml"/><Relationship Id="rId4" Type="http://schemas.openxmlformats.org/officeDocument/2006/relationships/image" Target="../media/image900.png"/><Relationship Id="rId9" Type="http://schemas.openxmlformats.org/officeDocument/2006/relationships/customXml" Target="../ink/ink482.xml"/><Relationship Id="rId14" Type="http://schemas.openxmlformats.org/officeDocument/2006/relationships/image" Target="../media/image950.png"/><Relationship Id="rId22" Type="http://schemas.openxmlformats.org/officeDocument/2006/relationships/image" Target="../media/image99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0.png"/><Relationship Id="rId3" Type="http://schemas.openxmlformats.org/officeDocument/2006/relationships/customXml" Target="../ink/ink489.xml"/><Relationship Id="rId7" Type="http://schemas.openxmlformats.org/officeDocument/2006/relationships/customXml" Target="../ink/ink491.xml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0.png"/><Relationship Id="rId5" Type="http://schemas.openxmlformats.org/officeDocument/2006/relationships/customXml" Target="../ink/ink490.xml"/><Relationship Id="rId4" Type="http://schemas.openxmlformats.org/officeDocument/2006/relationships/image" Target="../media/image1010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0.png"/><Relationship Id="rId18" Type="http://schemas.openxmlformats.org/officeDocument/2006/relationships/customXml" Target="../ink/ink499.xml"/><Relationship Id="rId26" Type="http://schemas.openxmlformats.org/officeDocument/2006/relationships/customXml" Target="../ink/ink503.xml"/><Relationship Id="rId21" Type="http://schemas.openxmlformats.org/officeDocument/2006/relationships/image" Target="../media/image1140.png"/><Relationship Id="rId34" Type="http://schemas.openxmlformats.org/officeDocument/2006/relationships/customXml" Target="../ink/ink507.xml"/><Relationship Id="rId7" Type="http://schemas.openxmlformats.org/officeDocument/2006/relationships/image" Target="../media/image1070.png"/><Relationship Id="rId12" Type="http://schemas.openxmlformats.org/officeDocument/2006/relationships/customXml" Target="../ink/ink496.xml"/><Relationship Id="rId17" Type="http://schemas.openxmlformats.org/officeDocument/2006/relationships/image" Target="../media/image1120.png"/><Relationship Id="rId25" Type="http://schemas.openxmlformats.org/officeDocument/2006/relationships/image" Target="../media/image1160.png"/><Relationship Id="rId33" Type="http://schemas.openxmlformats.org/officeDocument/2006/relationships/image" Target="../media/image1200.png"/><Relationship Id="rId38" Type="http://schemas.openxmlformats.org/officeDocument/2006/relationships/image" Target="../media/image224.png"/><Relationship Id="rId2" Type="http://schemas.openxmlformats.org/officeDocument/2006/relationships/image" Target="../media/image222.png"/><Relationship Id="rId16" Type="http://schemas.openxmlformats.org/officeDocument/2006/relationships/customXml" Target="../ink/ink498.xml"/><Relationship Id="rId20" Type="http://schemas.openxmlformats.org/officeDocument/2006/relationships/customXml" Target="../ink/ink500.xml"/><Relationship Id="rId29" Type="http://schemas.openxmlformats.org/officeDocument/2006/relationships/image" Target="../media/image118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93.xml"/><Relationship Id="rId11" Type="http://schemas.openxmlformats.org/officeDocument/2006/relationships/image" Target="../media/image1090.png"/><Relationship Id="rId24" Type="http://schemas.openxmlformats.org/officeDocument/2006/relationships/customXml" Target="../ink/ink502.xml"/><Relationship Id="rId32" Type="http://schemas.openxmlformats.org/officeDocument/2006/relationships/customXml" Target="../ink/ink506.xml"/><Relationship Id="rId37" Type="http://schemas.openxmlformats.org/officeDocument/2006/relationships/image" Target="../media/image1220.png"/><Relationship Id="rId5" Type="http://schemas.openxmlformats.org/officeDocument/2006/relationships/image" Target="../media/image1060.png"/><Relationship Id="rId15" Type="http://schemas.openxmlformats.org/officeDocument/2006/relationships/image" Target="../media/image1110.png"/><Relationship Id="rId23" Type="http://schemas.openxmlformats.org/officeDocument/2006/relationships/image" Target="../media/image1150.png"/><Relationship Id="rId28" Type="http://schemas.openxmlformats.org/officeDocument/2006/relationships/customXml" Target="../ink/ink504.xml"/><Relationship Id="rId36" Type="http://schemas.openxmlformats.org/officeDocument/2006/relationships/customXml" Target="../ink/ink508.xml"/><Relationship Id="rId10" Type="http://schemas.openxmlformats.org/officeDocument/2006/relationships/customXml" Target="../ink/ink495.xml"/><Relationship Id="rId19" Type="http://schemas.openxmlformats.org/officeDocument/2006/relationships/image" Target="../media/image1130.png"/><Relationship Id="rId31" Type="http://schemas.openxmlformats.org/officeDocument/2006/relationships/image" Target="../media/image1190.png"/><Relationship Id="rId4" Type="http://schemas.openxmlformats.org/officeDocument/2006/relationships/customXml" Target="../ink/ink492.xml"/><Relationship Id="rId9" Type="http://schemas.openxmlformats.org/officeDocument/2006/relationships/image" Target="../media/image1080.png"/><Relationship Id="rId14" Type="http://schemas.openxmlformats.org/officeDocument/2006/relationships/customXml" Target="../ink/ink497.xml"/><Relationship Id="rId22" Type="http://schemas.openxmlformats.org/officeDocument/2006/relationships/customXml" Target="../ink/ink501.xml"/><Relationship Id="rId27" Type="http://schemas.openxmlformats.org/officeDocument/2006/relationships/image" Target="../media/image1170.png"/><Relationship Id="rId30" Type="http://schemas.openxmlformats.org/officeDocument/2006/relationships/customXml" Target="../ink/ink505.xml"/><Relationship Id="rId35" Type="http://schemas.openxmlformats.org/officeDocument/2006/relationships/image" Target="../media/image1210.png"/><Relationship Id="rId8" Type="http://schemas.openxmlformats.org/officeDocument/2006/relationships/customXml" Target="../ink/ink494.xml"/><Relationship Id="rId3" Type="http://schemas.openxmlformats.org/officeDocument/2006/relationships/image" Target="../media/image2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ie.ntu.edu.tw/~cyy/courses/vfx/18spring/lectures/handouts/lec05_morphing.pdf" TargetMode="External"/><Relationship Id="rId2" Type="http://schemas.openxmlformats.org/officeDocument/2006/relationships/hyperlink" Target="http://www.iup.uni-bremen.de/~melsheim/dip/dipSS17-L3.pdf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229.png"/><Relationship Id="rId7" Type="http://schemas.openxmlformats.org/officeDocument/2006/relationships/customXml" Target="../ink/ink510.xml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00.png"/><Relationship Id="rId5" Type="http://schemas.openxmlformats.org/officeDocument/2006/relationships/customXml" Target="../ink/ink509.xml"/><Relationship Id="rId4" Type="http://schemas.openxmlformats.org/officeDocument/2006/relationships/image" Target="../media/image2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D235-B925-8D41-999C-F236334AC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461" y="1122363"/>
            <a:ext cx="10078277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Image Processing</a:t>
            </a:r>
            <a:br>
              <a:rPr lang="en-US" dirty="0"/>
            </a:br>
            <a:r>
              <a:rPr lang="en-US" dirty="0"/>
              <a:t>INT3404 20</a:t>
            </a:r>
            <a:br>
              <a:rPr lang="en-US" dirty="0"/>
            </a:br>
            <a:r>
              <a:rPr lang="en-US" sz="5300" dirty="0"/>
              <a:t>Week 11: </a:t>
            </a:r>
            <a:r>
              <a:rPr lang="en-US" sz="5300" dirty="0">
                <a:solidFill>
                  <a:srgbClr val="0070C0"/>
                </a:solidFill>
              </a:rPr>
              <a:t>Geometric transformation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9A23F-3D8E-AC4C-89F9-7C614FCB43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Nguyen </a:t>
            </a:r>
            <a:r>
              <a:rPr lang="en-US" dirty="0" err="1"/>
              <a:t>Thi</a:t>
            </a:r>
            <a:r>
              <a:rPr lang="en-US" dirty="0"/>
              <a:t> Ngoc Diep, Ph.D.</a:t>
            </a:r>
          </a:p>
          <a:p>
            <a:r>
              <a:rPr lang="en-US" dirty="0"/>
              <a:t>Email: </a:t>
            </a:r>
            <a:r>
              <a:rPr lang="en-US" dirty="0">
                <a:hlinkClick r:id="rId3"/>
              </a:rPr>
              <a:t>ngocdiep@vnu.edu.vn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651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B1458F-294F-7748-B1CE-9D7094EA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24"/>
            <a:ext cx="10515600" cy="1325563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63160-C336-DE4D-BF17-48EB6D8447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8BB798-0FFE-6D49-972C-07CB5C747B6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FAEF6-56A3-C648-93E2-574B6C205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738890"/>
              </p:ext>
            </p:extLst>
          </p:nvPr>
        </p:nvGraphicFramePr>
        <p:xfrm>
          <a:off x="838200" y="1483778"/>
          <a:ext cx="10871859" cy="508708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55242">
                  <a:extLst>
                    <a:ext uri="{9D8B030D-6E8A-4147-A177-3AD203B41FA5}">
                      <a16:colId xmlns:a16="http://schemas.microsoft.com/office/drawing/2014/main" val="3803651082"/>
                    </a:ext>
                  </a:extLst>
                </a:gridCol>
                <a:gridCol w="5420609">
                  <a:extLst>
                    <a:ext uri="{9D8B030D-6E8A-4147-A177-3AD203B41FA5}">
                      <a16:colId xmlns:a16="http://schemas.microsoft.com/office/drawing/2014/main" val="2534359574"/>
                    </a:ext>
                  </a:extLst>
                </a:gridCol>
                <a:gridCol w="4796008">
                  <a:extLst>
                    <a:ext uri="{9D8B030D-6E8A-4147-A177-3AD203B41FA5}">
                      <a16:colId xmlns:a16="http://schemas.microsoft.com/office/drawing/2014/main" val="2917458572"/>
                    </a:ext>
                  </a:extLst>
                </a:gridCol>
              </a:tblGrid>
              <a:tr h="1927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Tuần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Nội dung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Yêu cầu đối với sinh viên (ngoài việc đọc tài liệu tham khảo)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268104051"/>
                  </a:ext>
                </a:extLst>
              </a:tr>
              <a:tr h="43969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Giới thiệu môn học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Cài đặt môi trường: Python 3, OpenCV 3, Numpy, Jupyter Notebook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667570547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Ảnh số (Digital image) – Phép toán điểm (Point operations)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Làm quen với OpenCV + Python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Điều chỉnh độ tương phản (Contrast adjust)– Ghép ảnh (Combining images)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54920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Histogram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- Histogram equalization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Làm bài tập 1: điều chỉnh gamma tìm contrast hợp lý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644647"/>
                  </a:ext>
                </a:extLst>
              </a:tr>
              <a:tr h="27922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</a:t>
                      </a: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94523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 (cont.)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hành: Cách tìm filters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02893480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Thực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hành</a:t>
                      </a:r>
                      <a:r>
                        <a:rPr lang="en-US" sz="1200" dirty="0">
                          <a:effectLst/>
                        </a:rPr>
                        <a:t>: </a:t>
                      </a:r>
                      <a:r>
                        <a:rPr lang="en-US" sz="1200" dirty="0" err="1">
                          <a:effectLst/>
                        </a:rPr>
                        <a:t>Ứng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dụng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của</a:t>
                      </a:r>
                      <a:r>
                        <a:rPr lang="en-US" sz="1200" dirty="0">
                          <a:effectLst/>
                        </a:rPr>
                        <a:t> histogram; </a:t>
                      </a:r>
                      <a:r>
                        <a:rPr lang="en-US" sz="1200" dirty="0" err="1">
                          <a:effectLst/>
                        </a:rPr>
                        <a:t>Tìm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ảnh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mẫu</a:t>
                      </a:r>
                      <a:r>
                        <a:rPr lang="en-US" sz="1200" dirty="0">
                          <a:effectLst/>
                        </a:rPr>
                        <a:t> (Template matching)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</a:rPr>
                        <a:t>Bài tập mid-term</a:t>
                      </a:r>
                      <a:endParaRPr lang="vi-VN" sz="1200" dirty="0">
                        <a:effectLst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78418421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Trích rút đặc trưng của ảnh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Cạnh (Edge) và đường (Line) và texture</a:t>
                      </a: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</a:endParaRP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37645"/>
                  </a:ext>
                </a:extLst>
              </a:tr>
              <a:tr h="27320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Các phép biến đổi hình thái</a:t>
                      </a:r>
                      <a:r>
                        <a:rPr lang="en-US" sz="1200" dirty="0">
                          <a:effectLst/>
                        </a:rPr>
                        <a:t> (Morphological operations)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2: tìm barcode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24867615"/>
                  </a:ext>
                </a:extLst>
              </a:tr>
              <a:tr h="32977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Chuyển đổi không gian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– Miền tần số – Phép lọc trên miền tần số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Thông báo liên quan đồ án môn học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Đăng ký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474009523"/>
                  </a:ext>
                </a:extLst>
              </a:tr>
              <a:tr h="22849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Xử lý ảnh màu (Color digital image processing)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Làm bài tập 3: Chuyển đổi mô hình màu và thực hiện phân vùng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939931096"/>
                  </a:ext>
                </a:extLst>
              </a:tr>
              <a:tr h="414315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11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(Geometric transformations)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  <a:highlight>
                            <a:srgbClr val="FFFF00"/>
                          </a:highlight>
                        </a:rPr>
                        <a:t>Thực hành ở nhà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002170594"/>
                  </a:ext>
                </a:extLst>
              </a:tr>
              <a:tr h="25013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Nhiễu – Mô hình nhiễu – Khôi phục ảnh (Noise and restoration)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89213664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Nén ảnh (Compression)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835859816"/>
                  </a:ext>
                </a:extLst>
              </a:tr>
              <a:tr h="20715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384367590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Tổng kết cuối kỳ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52186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61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FBD8-14FC-1743-827E-2C779829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Recall week 10: Color image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4E490-458C-6446-AEA1-64591C5E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Color phenomenon</a:t>
            </a:r>
          </a:p>
          <a:p>
            <a:r>
              <a:rPr lang="en-VN" dirty="0"/>
              <a:t>Color matching/creation: additive vs substractive</a:t>
            </a:r>
          </a:p>
          <a:p>
            <a:r>
              <a:rPr lang="en-VN" dirty="0"/>
              <a:t>Attributes of colors:</a:t>
            </a:r>
          </a:p>
          <a:p>
            <a:pPr lvl="1"/>
            <a:r>
              <a:rPr lang="en-VN" dirty="0"/>
              <a:t>Hue</a:t>
            </a:r>
          </a:p>
          <a:p>
            <a:pPr lvl="1"/>
            <a:r>
              <a:rPr lang="en-VN" dirty="0"/>
              <a:t>Saturation, Chroma, Colorfulness</a:t>
            </a:r>
          </a:p>
          <a:p>
            <a:pPr lvl="1"/>
            <a:r>
              <a:rPr lang="en-VN" dirty="0"/>
              <a:t>Brightness, Lightness, Value, Intensity</a:t>
            </a:r>
          </a:p>
          <a:p>
            <a:r>
              <a:rPr lang="en-VN" dirty="0"/>
              <a:t>Color space: RGB, HSV, CYMK, YCbCr</a:t>
            </a:r>
          </a:p>
          <a:p>
            <a:r>
              <a:rPr lang="en-VN" dirty="0"/>
              <a:t>Image segmentation using color information</a:t>
            </a:r>
          </a:p>
        </p:txBody>
      </p:sp>
    </p:spTree>
    <p:extLst>
      <p:ext uri="{BB962C8B-B14F-4D97-AF65-F5344CB8AC3E}">
        <p14:creationId xmlns:p14="http://schemas.microsoft.com/office/powerpoint/2010/main" val="358586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1AF5-2E63-C54A-B477-99C9A0D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Frequency: Highpass ~ edge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318572-D6C3-7842-BF41-6760AAE34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 dirty="0"/>
          </a:p>
          <a:p>
            <a:endParaRPr lang="en-VN" dirty="0"/>
          </a:p>
          <a:p>
            <a:r>
              <a:rPr lang="en-VN" dirty="0"/>
              <a:t>”Frequency”:</a:t>
            </a:r>
          </a:p>
          <a:p>
            <a:pPr lvl="1"/>
            <a:r>
              <a:rPr lang="en-VN" dirty="0"/>
              <a:t>Frequency of changing</a:t>
            </a:r>
          </a:p>
          <a:p>
            <a:pPr lvl="1"/>
            <a:r>
              <a:rPr lang="en-VN" dirty="0"/>
              <a:t>Frequency of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3E0AE-7230-554A-B935-D33FA5CFB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278" y="1310938"/>
            <a:ext cx="5090556" cy="10812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CB29A7D-0BB5-7B46-9A70-9A3A92FC2292}"/>
              </a:ext>
            </a:extLst>
          </p:cNvPr>
          <p:cNvGrpSpPr/>
          <p:nvPr/>
        </p:nvGrpSpPr>
        <p:grpSpPr>
          <a:xfrm>
            <a:off x="4089429" y="4014076"/>
            <a:ext cx="887400" cy="563040"/>
            <a:chOff x="4089429" y="4014076"/>
            <a:chExt cx="88740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85113E-5109-E849-B91F-21D381C5A131}"/>
                    </a:ext>
                  </a:extLst>
                </p14:cNvPr>
                <p14:cNvContentPartPr/>
                <p14:nvPr/>
              </p14:nvContentPartPr>
              <p14:xfrm>
                <a:off x="4089429" y="4128556"/>
                <a:ext cx="29880" cy="44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85113E-5109-E849-B91F-21D381C5A13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080789" y="4119556"/>
                  <a:ext cx="475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D0BFA0C-0847-B648-9CB8-597BAE2E903F}"/>
                    </a:ext>
                  </a:extLst>
                </p14:cNvPr>
                <p14:cNvContentPartPr/>
                <p14:nvPr/>
              </p14:nvContentPartPr>
              <p14:xfrm>
                <a:off x="4173669" y="4261756"/>
                <a:ext cx="38520" cy="231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D0BFA0C-0847-B648-9CB8-597BAE2E90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65029" y="4253116"/>
                  <a:ext cx="56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BFE843-24EA-564D-8D74-12BF44773EB7}"/>
                    </a:ext>
                  </a:extLst>
                </p14:cNvPr>
                <p14:cNvContentPartPr/>
                <p14:nvPr/>
              </p14:nvContentPartPr>
              <p14:xfrm>
                <a:off x="4205709" y="4144756"/>
                <a:ext cx="24840" cy="302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BFE843-24EA-564D-8D74-12BF44773E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97069" y="4136116"/>
                  <a:ext cx="424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03F503-0CC1-4047-B8E9-0D7CE10F4B66}"/>
                    </a:ext>
                  </a:extLst>
                </p14:cNvPr>
                <p14:cNvContentPartPr/>
                <p14:nvPr/>
              </p14:nvContentPartPr>
              <p14:xfrm>
                <a:off x="4284549" y="4222516"/>
                <a:ext cx="6480" cy="173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03F503-0CC1-4047-B8E9-0D7CE10F4B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75909" y="4213516"/>
                  <a:ext cx="24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8AC970-41E7-534E-A0AD-EA462DE9D432}"/>
                    </a:ext>
                  </a:extLst>
                </p14:cNvPr>
                <p14:cNvContentPartPr/>
                <p14:nvPr/>
              </p14:nvContentPartPr>
              <p14:xfrm>
                <a:off x="4317669" y="4205956"/>
                <a:ext cx="16920" cy="175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8AC970-41E7-534E-A0AD-EA462DE9D4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08669" y="4197316"/>
                  <a:ext cx="34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B2AF24-F9CB-E04A-BC65-21ABE720A0DC}"/>
                    </a:ext>
                  </a:extLst>
                </p14:cNvPr>
                <p14:cNvContentPartPr/>
                <p14:nvPr/>
              </p14:nvContentPartPr>
              <p14:xfrm>
                <a:off x="4360509" y="4209556"/>
                <a:ext cx="13680" cy="218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B2AF24-F9CB-E04A-BC65-21ABE720A0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51869" y="4200556"/>
                  <a:ext cx="31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2249EB-D44A-3444-8512-03F9E32F6BFD}"/>
                    </a:ext>
                  </a:extLst>
                </p14:cNvPr>
                <p14:cNvContentPartPr/>
                <p14:nvPr/>
              </p14:nvContentPartPr>
              <p14:xfrm>
                <a:off x="4441149" y="4208836"/>
                <a:ext cx="18000" cy="211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2249EB-D44A-3444-8512-03F9E32F6BF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32509" y="4200196"/>
                  <a:ext cx="35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EDC91A-32C6-3242-9BCC-16327B322F14}"/>
                    </a:ext>
                  </a:extLst>
                </p14:cNvPr>
                <p14:cNvContentPartPr/>
                <p14:nvPr/>
              </p14:nvContentPartPr>
              <p14:xfrm>
                <a:off x="4474989" y="4119916"/>
                <a:ext cx="59040" cy="400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EDC91A-32C6-3242-9BCC-16327B322F1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66349" y="4110916"/>
                  <a:ext cx="766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D4CBDA-64C5-4E4C-A0EE-A206F2498FFE}"/>
                    </a:ext>
                  </a:extLst>
                </p14:cNvPr>
                <p14:cNvContentPartPr/>
                <p14:nvPr/>
              </p14:nvContentPartPr>
              <p14:xfrm>
                <a:off x="4508109" y="4014076"/>
                <a:ext cx="468720" cy="523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D4CBDA-64C5-4E4C-A0EE-A206F2498FF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99109" y="4005076"/>
                  <a:ext cx="486360" cy="54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BBF98D-F684-CF40-8F15-7DE7B376130D}"/>
                  </a:ext>
                </a:extLst>
              </p14:cNvPr>
              <p14:cNvContentPartPr/>
              <p14:nvPr/>
            </p14:nvContentPartPr>
            <p14:xfrm>
              <a:off x="5515389" y="3519076"/>
              <a:ext cx="42480" cy="33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BBF98D-F684-CF40-8F15-7DE7B376130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06749" y="3510076"/>
                <a:ext cx="601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114EBE7-9678-DF41-AB51-8D7257BA28EA}"/>
                  </a:ext>
                </a:extLst>
              </p14:cNvPr>
              <p14:cNvContentPartPr/>
              <p14:nvPr/>
            </p14:nvContentPartPr>
            <p14:xfrm>
              <a:off x="5992749" y="3519796"/>
              <a:ext cx="34920" cy="42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114EBE7-9678-DF41-AB51-8D7257BA28E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84109" y="3510796"/>
                <a:ext cx="5256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D57E0BAE-84E1-8A4D-93A9-45F41A92DF42}"/>
              </a:ext>
            </a:extLst>
          </p:cNvPr>
          <p:cNvGrpSpPr/>
          <p:nvPr/>
        </p:nvGrpSpPr>
        <p:grpSpPr>
          <a:xfrm>
            <a:off x="6443469" y="3154396"/>
            <a:ext cx="1442520" cy="368280"/>
            <a:chOff x="6443469" y="3154396"/>
            <a:chExt cx="144252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6C616CA-7335-3245-8B94-F2DCBAAEB04E}"/>
                    </a:ext>
                  </a:extLst>
                </p14:cNvPr>
                <p14:cNvContentPartPr/>
                <p14:nvPr/>
              </p14:nvContentPartPr>
              <p14:xfrm>
                <a:off x="6472269" y="3286876"/>
                <a:ext cx="66600" cy="235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6C616CA-7335-3245-8B94-F2DCBAAEB04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63629" y="3277876"/>
                  <a:ext cx="84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49DDF2-6DEA-784F-9EB0-8A0BC0F9F63C}"/>
                    </a:ext>
                  </a:extLst>
                </p14:cNvPr>
                <p14:cNvContentPartPr/>
                <p14:nvPr/>
              </p14:nvContentPartPr>
              <p14:xfrm>
                <a:off x="6443469" y="3391276"/>
                <a:ext cx="156240" cy="29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49DDF2-6DEA-784F-9EB0-8A0BC0F9F63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34829" y="3382636"/>
                  <a:ext cx="173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994A66-1F61-634F-9C94-1B2082671C9A}"/>
                    </a:ext>
                  </a:extLst>
                </p14:cNvPr>
                <p14:cNvContentPartPr/>
                <p14:nvPr/>
              </p14:nvContentPartPr>
              <p14:xfrm>
                <a:off x="6627429" y="3321076"/>
                <a:ext cx="6840" cy="95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994A66-1F61-634F-9C94-1B2082671C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18789" y="3312436"/>
                  <a:ext cx="244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996CD8-1F79-9549-B554-956EB4DB0C73}"/>
                    </a:ext>
                  </a:extLst>
                </p14:cNvPr>
                <p14:cNvContentPartPr/>
                <p14:nvPr/>
              </p14:nvContentPartPr>
              <p14:xfrm>
                <a:off x="6658029" y="3230716"/>
                <a:ext cx="360" cy="3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996CD8-1F79-9549-B554-956EB4DB0C7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49029" y="3221716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14C48FB-8D74-4F48-9E87-A41B2A113D09}"/>
                    </a:ext>
                  </a:extLst>
                </p14:cNvPr>
                <p14:cNvContentPartPr/>
                <p14:nvPr/>
              </p14:nvContentPartPr>
              <p14:xfrm>
                <a:off x="6737949" y="3300196"/>
                <a:ext cx="72720" cy="117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14C48FB-8D74-4F48-9E87-A41B2A113D0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28949" y="3291196"/>
                  <a:ext cx="90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805DF97-8041-A041-B4AC-DE9845B17AEC}"/>
                    </a:ext>
                  </a:extLst>
                </p14:cNvPr>
                <p14:cNvContentPartPr/>
                <p14:nvPr/>
              </p14:nvContentPartPr>
              <p14:xfrm>
                <a:off x="6744429" y="3305236"/>
                <a:ext cx="53640" cy="8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805DF97-8041-A041-B4AC-DE9845B17AE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35429" y="3296596"/>
                  <a:ext cx="71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861C265-67AA-9C4C-8FAD-9759AD514182}"/>
                    </a:ext>
                  </a:extLst>
                </p14:cNvPr>
                <p14:cNvContentPartPr/>
                <p14:nvPr/>
              </p14:nvContentPartPr>
              <p14:xfrm>
                <a:off x="7032789" y="3154396"/>
                <a:ext cx="53640" cy="253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861C265-67AA-9C4C-8FAD-9759AD5141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24149" y="3145396"/>
                  <a:ext cx="71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510979-D7B7-B042-8524-9290A453E190}"/>
                    </a:ext>
                  </a:extLst>
                </p14:cNvPr>
                <p14:cNvContentPartPr/>
                <p14:nvPr/>
              </p14:nvContentPartPr>
              <p14:xfrm>
                <a:off x="6966189" y="3304516"/>
                <a:ext cx="117720" cy="12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510979-D7B7-B042-8524-9290A453E19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57549" y="3295876"/>
                  <a:ext cx="135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2D523D-056A-2D45-A19C-034068C286CE}"/>
                    </a:ext>
                  </a:extLst>
                </p14:cNvPr>
                <p14:cNvContentPartPr/>
                <p14:nvPr/>
              </p14:nvContentPartPr>
              <p14:xfrm>
                <a:off x="7144029" y="3310636"/>
                <a:ext cx="72000" cy="10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2D523D-056A-2D45-A19C-034068C286C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35029" y="3301636"/>
                  <a:ext cx="89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AA7D36-9014-774B-A07F-E4647633CBD4}"/>
                    </a:ext>
                  </a:extLst>
                </p14:cNvPr>
                <p14:cNvContentPartPr/>
                <p14:nvPr/>
              </p14:nvContentPartPr>
              <p14:xfrm>
                <a:off x="7242669" y="3311716"/>
                <a:ext cx="60480" cy="110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AA7D36-9014-774B-A07F-E4647633CBD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33669" y="3303076"/>
                  <a:ext cx="78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F98BD2-C4F5-7742-858C-FD75B8734098}"/>
                    </a:ext>
                  </a:extLst>
                </p14:cNvPr>
                <p14:cNvContentPartPr/>
                <p14:nvPr/>
              </p14:nvContentPartPr>
              <p14:xfrm>
                <a:off x="7345629" y="3221356"/>
                <a:ext cx="540360" cy="196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F98BD2-C4F5-7742-858C-FD75B873409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336629" y="3212716"/>
                  <a:ext cx="558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AD28A8-6E15-204A-A8D5-385D0D7D99C0}"/>
                    </a:ext>
                  </a:extLst>
                </p14:cNvPr>
                <p14:cNvContentPartPr/>
                <p14:nvPr/>
              </p14:nvContentPartPr>
              <p14:xfrm>
                <a:off x="7581069" y="3279316"/>
                <a:ext cx="23040" cy="15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AD28A8-6E15-204A-A8D5-385D0D7D99C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572069" y="3270316"/>
                  <a:ext cx="40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3C1F61-318A-9C46-8144-2777FC32030A}"/>
                    </a:ext>
                  </a:extLst>
                </p14:cNvPr>
                <p14:cNvContentPartPr/>
                <p14:nvPr/>
              </p14:nvContentPartPr>
              <p14:xfrm>
                <a:off x="7378029" y="3249436"/>
                <a:ext cx="185040" cy="20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3C1F61-318A-9C46-8144-2777FC32030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369389" y="3240796"/>
                  <a:ext cx="20268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52867FE-B870-F24A-AA2F-057F05A19270}"/>
                  </a:ext>
                </a:extLst>
              </p14:cNvPr>
              <p14:cNvContentPartPr/>
              <p14:nvPr/>
            </p14:nvContentPartPr>
            <p14:xfrm>
              <a:off x="8870589" y="2768476"/>
              <a:ext cx="129240" cy="849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52867FE-B870-F24A-AA2F-057F05A1927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861589" y="2759476"/>
                <a:ext cx="146880" cy="86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4F6A9E6-A1FB-E743-A53A-EF0EA8316930}"/>
              </a:ext>
            </a:extLst>
          </p:cNvPr>
          <p:cNvGrpSpPr/>
          <p:nvPr/>
        </p:nvGrpSpPr>
        <p:grpSpPr>
          <a:xfrm>
            <a:off x="9266589" y="2567956"/>
            <a:ext cx="437400" cy="385560"/>
            <a:chOff x="9266589" y="2567956"/>
            <a:chExt cx="43740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B1E462D-98D7-AD42-83A9-6B1E70FF59D8}"/>
                    </a:ext>
                  </a:extLst>
                </p14:cNvPr>
                <p14:cNvContentPartPr/>
                <p14:nvPr/>
              </p14:nvContentPartPr>
              <p14:xfrm>
                <a:off x="9340749" y="2661196"/>
                <a:ext cx="33480" cy="292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B1E462D-98D7-AD42-83A9-6B1E70FF59D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32109" y="2652196"/>
                  <a:ext cx="51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1FFED53-67A5-3C4B-8351-3EF1D7F682D2}"/>
                    </a:ext>
                  </a:extLst>
                </p14:cNvPr>
                <p14:cNvContentPartPr/>
                <p14:nvPr/>
              </p14:nvContentPartPr>
              <p14:xfrm>
                <a:off x="9266589" y="2747956"/>
                <a:ext cx="120960" cy="49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1FFED53-67A5-3C4B-8351-3EF1D7F682D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57589" y="2739316"/>
                  <a:ext cx="138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65664A-D4CD-BE44-ABF3-5CB299CC580A}"/>
                    </a:ext>
                  </a:extLst>
                </p14:cNvPr>
                <p14:cNvContentPartPr/>
                <p14:nvPr/>
              </p14:nvContentPartPr>
              <p14:xfrm>
                <a:off x="9419589" y="2634196"/>
                <a:ext cx="140040" cy="131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65664A-D4CD-BE44-ABF3-5CB299CC58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10589" y="2625196"/>
                  <a:ext cx="157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3B2FAAA-DBA8-E54A-9873-72506A404443}"/>
                    </a:ext>
                  </a:extLst>
                </p14:cNvPr>
                <p14:cNvContentPartPr/>
                <p14:nvPr/>
              </p14:nvContentPartPr>
              <p14:xfrm>
                <a:off x="9608589" y="2567956"/>
                <a:ext cx="26280" cy="182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3B2FAAA-DBA8-E54A-9873-72506A40444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99949" y="2558956"/>
                  <a:ext cx="439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604BCD-52BA-494F-B639-C55FBC61751A}"/>
                    </a:ext>
                  </a:extLst>
                </p14:cNvPr>
                <p14:cNvContentPartPr/>
                <p14:nvPr/>
              </p14:nvContentPartPr>
              <p14:xfrm>
                <a:off x="9590949" y="2656876"/>
                <a:ext cx="113040" cy="2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604BCD-52BA-494F-B639-C55FBC6175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82309" y="2648236"/>
                  <a:ext cx="130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EFC822B-A096-3243-90BE-FC25450EFDDB}"/>
              </a:ext>
            </a:extLst>
          </p:cNvPr>
          <p:cNvGrpSpPr/>
          <p:nvPr/>
        </p:nvGrpSpPr>
        <p:grpSpPr>
          <a:xfrm>
            <a:off x="9931869" y="2459236"/>
            <a:ext cx="1025640" cy="958680"/>
            <a:chOff x="9931869" y="2459236"/>
            <a:chExt cx="1025640" cy="95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1A51F47-B04D-3445-85B7-79BAAC90807B}"/>
                    </a:ext>
                  </a:extLst>
                </p14:cNvPr>
                <p14:cNvContentPartPr/>
                <p14:nvPr/>
              </p14:nvContentPartPr>
              <p14:xfrm>
                <a:off x="9931869" y="2459236"/>
                <a:ext cx="429840" cy="286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1A51F47-B04D-3445-85B7-79BAAC90807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23229" y="2450596"/>
                  <a:ext cx="4474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31EC4EA-5548-1B48-A811-2302AAF0CD18}"/>
                    </a:ext>
                  </a:extLst>
                </p14:cNvPr>
                <p14:cNvContentPartPr/>
                <p14:nvPr/>
              </p14:nvContentPartPr>
              <p14:xfrm>
                <a:off x="10381869" y="2615476"/>
                <a:ext cx="273960" cy="135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31EC4EA-5548-1B48-A811-2302AAF0CD1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373229" y="2606836"/>
                  <a:ext cx="291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93BF2BF-65E6-1041-A4D1-4B6B2A5E257E}"/>
                    </a:ext>
                  </a:extLst>
                </p14:cNvPr>
                <p14:cNvContentPartPr/>
                <p14:nvPr/>
              </p14:nvContentPartPr>
              <p14:xfrm>
                <a:off x="10707669" y="2616196"/>
                <a:ext cx="220320" cy="27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93BF2BF-65E6-1041-A4D1-4B6B2A5E257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699029" y="2607556"/>
                  <a:ext cx="23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DFE070-7820-5047-A15A-53B549AE0CCC}"/>
                    </a:ext>
                  </a:extLst>
                </p14:cNvPr>
                <p14:cNvContentPartPr/>
                <p14:nvPr/>
              </p14:nvContentPartPr>
              <p14:xfrm>
                <a:off x="10249389" y="3135676"/>
                <a:ext cx="187200" cy="15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DFE070-7820-5047-A15A-53B549AE0CC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40749" y="3127036"/>
                  <a:ext cx="204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726751-31A2-9043-8110-A25B6F87BF26}"/>
                    </a:ext>
                  </a:extLst>
                </p14:cNvPr>
                <p14:cNvContentPartPr/>
                <p14:nvPr/>
              </p14:nvContentPartPr>
              <p14:xfrm>
                <a:off x="10469349" y="2982676"/>
                <a:ext cx="108000" cy="344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726751-31A2-9043-8110-A25B6F87BF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60709" y="2973676"/>
                  <a:ext cx="1256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197540A-C13E-8B48-9186-B7D24332A6CF}"/>
                    </a:ext>
                  </a:extLst>
                </p14:cNvPr>
                <p14:cNvContentPartPr/>
                <p14:nvPr/>
              </p14:nvContentPartPr>
              <p14:xfrm>
                <a:off x="10629549" y="3146476"/>
                <a:ext cx="102600" cy="210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197540A-C13E-8B48-9186-B7D24332A6C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20909" y="3137836"/>
                  <a:ext cx="120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17A917-205A-814C-81B6-25DDB0E9F08E}"/>
                    </a:ext>
                  </a:extLst>
                </p14:cNvPr>
                <p14:cNvContentPartPr/>
                <p14:nvPr/>
              </p14:nvContentPartPr>
              <p14:xfrm>
                <a:off x="10696509" y="3109396"/>
                <a:ext cx="261000" cy="308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17A917-205A-814C-81B6-25DDB0E9F08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87509" y="3100756"/>
                  <a:ext cx="278640" cy="32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4FB27E-F2B7-F44B-9BA2-CCE3BE2A6005}"/>
                  </a:ext>
                </a:extLst>
              </p14:cNvPr>
              <p14:cNvContentPartPr/>
              <p14:nvPr/>
            </p14:nvContentPartPr>
            <p14:xfrm>
              <a:off x="6056191" y="4595371"/>
              <a:ext cx="1800" cy="2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4FB27E-F2B7-F44B-9BA2-CCE3BE2A600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047551" y="4586731"/>
                <a:ext cx="19440" cy="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01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90679F-3AB9-994A-B1F3-EB1B94F3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High pass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B7D5A7-CB23-BF4C-895D-5C3FF0C86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066" y="1601365"/>
            <a:ext cx="7698205" cy="2421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463163-A93A-8842-8426-B10E24463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066" y="4220283"/>
            <a:ext cx="7654211" cy="2464790"/>
          </a:xfrm>
          <a:prstGeom prst="rect">
            <a:avLst/>
          </a:prstGeom>
        </p:spPr>
      </p:pic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83E6F254-7E8E-A349-AECD-F155AF23C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8" y="2060613"/>
            <a:ext cx="2284693" cy="20184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6EC361-05CF-B24E-8F62-6413883B38C4}"/>
                  </a:ext>
                </a:extLst>
              </p14:cNvPr>
              <p14:cNvContentPartPr/>
              <p14:nvPr/>
            </p14:nvContentPartPr>
            <p14:xfrm>
              <a:off x="479431" y="1827691"/>
              <a:ext cx="97920" cy="20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6EC361-05CF-B24E-8F62-6413883B38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0791" y="1819051"/>
                <a:ext cx="115560" cy="22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703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56A5-A02E-414B-8116-151395C7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D52CF8F-BADD-7348-9930-75AB82703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368" y="2376070"/>
            <a:ext cx="2708458" cy="21058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2D1DF3-CF84-464E-BC12-EA64ABCC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950" y="1930878"/>
            <a:ext cx="6366424" cy="18411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B52BBD-05E9-BF48-BB73-A1AE641ED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358" y="4124216"/>
            <a:ext cx="6483016" cy="18577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DBF89D-C02C-8442-9263-31BCBBE30160}"/>
                  </a:ext>
                </a:extLst>
              </p14:cNvPr>
              <p14:cNvContentPartPr/>
              <p14:nvPr/>
            </p14:nvContentPartPr>
            <p14:xfrm>
              <a:off x="1703071" y="2089771"/>
              <a:ext cx="113760" cy="218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DBF89D-C02C-8442-9263-31BCBBE301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4431" y="2080771"/>
                <a:ext cx="1314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05C184-BF01-9D4C-A529-8CDBC27DF7F3}"/>
                  </a:ext>
                </a:extLst>
              </p14:cNvPr>
              <p14:cNvContentPartPr/>
              <p14:nvPr/>
            </p14:nvContentPartPr>
            <p14:xfrm>
              <a:off x="1659871" y="2528251"/>
              <a:ext cx="220320" cy="64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05C184-BF01-9D4C-A529-8CDBC27DF7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51231" y="2519251"/>
                <a:ext cx="2379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D65F8AB-2E25-A048-BE78-CA7EEFD92492}"/>
                  </a:ext>
                </a:extLst>
              </p14:cNvPr>
              <p14:cNvContentPartPr/>
              <p14:nvPr/>
            </p14:nvContentPartPr>
            <p14:xfrm>
              <a:off x="1348111" y="1656331"/>
              <a:ext cx="2408400" cy="390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D65F8AB-2E25-A048-BE78-CA7EEFD924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39111" y="1647331"/>
                <a:ext cx="2426040" cy="40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ECB707E-13D4-DA41-A636-7C620EB20D0F}"/>
              </a:ext>
            </a:extLst>
          </p:cNvPr>
          <p:cNvGrpSpPr/>
          <p:nvPr/>
        </p:nvGrpSpPr>
        <p:grpSpPr>
          <a:xfrm>
            <a:off x="1383391" y="2024971"/>
            <a:ext cx="425880" cy="331200"/>
            <a:chOff x="1383391" y="2024971"/>
            <a:chExt cx="42588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E3A0B9-6EA5-B14C-AF09-E9DCB4371B85}"/>
                    </a:ext>
                  </a:extLst>
                </p14:cNvPr>
                <p14:cNvContentPartPr/>
                <p14:nvPr/>
              </p14:nvContentPartPr>
              <p14:xfrm>
                <a:off x="1383391" y="2119651"/>
                <a:ext cx="30600" cy="236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E3A0B9-6EA5-B14C-AF09-E9DCB4371B8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4751" y="2111011"/>
                  <a:ext cx="48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AEB301-C841-8044-AB96-3D8CB0B32462}"/>
                    </a:ext>
                  </a:extLst>
                </p14:cNvPr>
                <p14:cNvContentPartPr/>
                <p14:nvPr/>
              </p14:nvContentPartPr>
              <p14:xfrm>
                <a:off x="1423351" y="2024971"/>
                <a:ext cx="385920" cy="58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AEB301-C841-8044-AB96-3D8CB0B3246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14351" y="2015971"/>
                  <a:ext cx="403560" cy="7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5768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CC73-489A-4C4B-8A49-AB482AD1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Geometric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13FF6-AB1C-314C-8674-D944244B2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1832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1659BA-1EE1-0D43-9298-5CCF4032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What is Geometric transformation?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A11BAD-88AC-B643-8CF9-7BA025D15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So far, image processing operations </a:t>
            </a:r>
            <a:r>
              <a:rPr lang="en-VN" dirty="0">
                <a:sym typeface="Wingdings" pitchFamily="2" charset="2"/>
              </a:rPr>
              <a:t> modify the color values of pixels in a given image</a:t>
            </a:r>
          </a:p>
          <a:p>
            <a:r>
              <a:rPr lang="en-VN" dirty="0">
                <a:sym typeface="Wingdings" pitchFamily="2" charset="2"/>
              </a:rPr>
              <a:t>Geometric transformation  modify the positions of pixels in an image, but keep the color unchanged</a:t>
            </a:r>
          </a:p>
          <a:p>
            <a:r>
              <a:rPr lang="en-VN" dirty="0">
                <a:sym typeface="Wingdings" pitchFamily="2" charset="2"/>
              </a:rPr>
              <a:t>Purpose:</a:t>
            </a:r>
          </a:p>
          <a:p>
            <a:pPr lvl="1"/>
            <a:r>
              <a:rPr lang="en-VN" dirty="0"/>
              <a:t>To create special effects</a:t>
            </a:r>
          </a:p>
          <a:p>
            <a:pPr lvl="1"/>
            <a:r>
              <a:rPr lang="en-VN" dirty="0"/>
              <a:t>To register two images taken of the same scene at different times</a:t>
            </a:r>
          </a:p>
          <a:p>
            <a:pPr lvl="1"/>
            <a:r>
              <a:rPr lang="en-VN" dirty="0"/>
              <a:t>To morph one image to another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7AA7C9-2595-2342-8E41-0DDA8F2B8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42700">
            <a:off x="10456231" y="3522051"/>
            <a:ext cx="547169" cy="42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15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ic Geometric Transformations - MATLAB &amp; Simulink">
            <a:extLst>
              <a:ext uri="{FF2B5EF4-FFF2-40B4-BE49-F238E27FC236}">
                <a16:creationId xmlns:a16="http://schemas.microsoft.com/office/drawing/2014/main" id="{F9207B75-3350-5045-A6F7-E6CD7F6713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" t="8514" r="964" b="9719"/>
          <a:stretch/>
        </p:blipFill>
        <p:spPr bwMode="auto">
          <a:xfrm>
            <a:off x="1645920" y="594360"/>
            <a:ext cx="9258300" cy="581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F422E8-7187-AB46-A950-DDAC52631F26}"/>
              </a:ext>
            </a:extLst>
          </p:cNvPr>
          <p:cNvSpPr/>
          <p:nvPr/>
        </p:nvSpPr>
        <p:spPr>
          <a:xfrm>
            <a:off x="2766060" y="2137410"/>
            <a:ext cx="7280910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7E4E2-821E-224B-9F98-CF47BFF866A7}"/>
              </a:ext>
            </a:extLst>
          </p:cNvPr>
          <p:cNvSpPr/>
          <p:nvPr/>
        </p:nvSpPr>
        <p:spPr>
          <a:xfrm>
            <a:off x="2766060" y="4290060"/>
            <a:ext cx="7280910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02334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le 9">
            <a:extLst>
              <a:ext uri="{FF2B5EF4-FFF2-40B4-BE49-F238E27FC236}">
                <a16:creationId xmlns:a16="http://schemas.microsoft.com/office/drawing/2014/main" id="{52CBF9B2-A4A1-4841-B15D-52838A1C5A4E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941D6-1D0C-CD4F-A87C-4D53BF6B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Illustration of mapping functions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E69989F-3DBF-E046-8B0D-F3976A4B4C36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7715B8-0161-6647-91EB-4451BBEAAE19}"/>
              </a:ext>
            </a:extLst>
          </p:cNvPr>
          <p:cNvCxnSpPr>
            <a:cxnSpLocks/>
          </p:cNvCxnSpPr>
          <p:nvPr/>
        </p:nvCxnSpPr>
        <p:spPr>
          <a:xfrm flipV="1">
            <a:off x="3134226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56DDA3-95F8-144A-BE12-6007D0F8FAF1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956FB5-512F-2849-8F47-7853D525551C}"/>
              </a:ext>
            </a:extLst>
          </p:cNvPr>
          <p:cNvCxnSpPr>
            <a:cxnSpLocks/>
          </p:cNvCxnSpPr>
          <p:nvPr/>
        </p:nvCxnSpPr>
        <p:spPr>
          <a:xfrm flipV="1">
            <a:off x="7726279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3CC44B-D2CF-304B-ACAB-463E133A2CE6}"/>
              </a:ext>
            </a:extLst>
          </p:cNvPr>
          <p:cNvGrpSpPr/>
          <p:nvPr/>
        </p:nvGrpSpPr>
        <p:grpSpPr>
          <a:xfrm>
            <a:off x="4781709" y="2959996"/>
            <a:ext cx="1751760" cy="359640"/>
            <a:chOff x="4781709" y="2959996"/>
            <a:chExt cx="175176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5ADCCF-8311-2E41-A984-56FE792149CE}"/>
                    </a:ext>
                  </a:extLst>
                </p14:cNvPr>
                <p14:cNvContentPartPr/>
                <p14:nvPr/>
              </p14:nvContentPartPr>
              <p14:xfrm>
                <a:off x="4781709" y="2959996"/>
                <a:ext cx="1653840" cy="277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5ADCCF-8311-2E41-A984-56FE792149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73069" y="2951356"/>
                  <a:ext cx="16714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57D4EF-833B-004E-90EF-A37B65790901}"/>
                    </a:ext>
                  </a:extLst>
                </p14:cNvPr>
                <p14:cNvContentPartPr/>
                <p14:nvPr/>
              </p14:nvContentPartPr>
              <p14:xfrm>
                <a:off x="6386229" y="3124876"/>
                <a:ext cx="147240" cy="194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57D4EF-833B-004E-90EF-A37B657909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77229" y="3116236"/>
                  <a:ext cx="16488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9E8972-E930-8E4A-B5F2-D0C6DF8BA405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BD0461-2154-3144-BC83-9BBD12C8F4E0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BD0461-2154-3144-BC83-9BBD12C8F4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7F6311-52D0-9E41-AD83-94EC020D6162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7F6311-52D0-9E41-AD83-94EC020D61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F9551B-1105-5445-8F52-801BAFD8F9D3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F9551B-1105-5445-8F52-801BAFD8F9D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6587789-3C64-AA46-ABCC-F07E590ABBF3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BBCDEB-9141-494D-92D2-75553CFB27FA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BBCDEB-9141-494D-92D2-75553CFB27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769380-ECD5-9E45-98B2-B0FFB67CEBC0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769380-ECD5-9E45-98B2-B0FFB67CEB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A5496E-1AB9-2143-BDB5-1BA162615C20}"/>
              </a:ext>
            </a:extLst>
          </p:cNvPr>
          <p:cNvGrpSpPr/>
          <p:nvPr/>
        </p:nvGrpSpPr>
        <p:grpSpPr>
          <a:xfrm>
            <a:off x="4602429" y="3780436"/>
            <a:ext cx="2005200" cy="457920"/>
            <a:chOff x="4602429" y="3780436"/>
            <a:chExt cx="200520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2878DC-4FB4-9D41-A729-7149568800FC}"/>
                    </a:ext>
                  </a:extLst>
                </p14:cNvPr>
                <p14:cNvContentPartPr/>
                <p14:nvPr/>
              </p14:nvContentPartPr>
              <p14:xfrm>
                <a:off x="4639149" y="3900676"/>
                <a:ext cx="1968480" cy="292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2878DC-4FB4-9D41-A729-7149568800F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30509" y="3891676"/>
                  <a:ext cx="1986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D3899C9-EE10-F747-AE91-0D85CA4C55C5}"/>
                    </a:ext>
                  </a:extLst>
                </p14:cNvPr>
                <p14:cNvContentPartPr/>
                <p14:nvPr/>
              </p14:nvContentPartPr>
              <p14:xfrm>
                <a:off x="4602429" y="3969076"/>
                <a:ext cx="123840" cy="269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D3899C9-EE10-F747-AE91-0D85CA4C55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93789" y="3960436"/>
                  <a:ext cx="141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118307-D6E0-0F44-BAE0-A586D943837F}"/>
                    </a:ext>
                  </a:extLst>
                </p14:cNvPr>
                <p14:cNvContentPartPr/>
                <p14:nvPr/>
              </p14:nvContentPartPr>
              <p14:xfrm>
                <a:off x="5199309" y="3780436"/>
                <a:ext cx="45000" cy="106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118307-D6E0-0F44-BAE0-A586D94383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90309" y="3771436"/>
                  <a:ext cx="62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073570-6230-9A41-AE1C-A8E58711BDB8}"/>
                    </a:ext>
                  </a:extLst>
                </p14:cNvPr>
                <p14:cNvContentPartPr/>
                <p14:nvPr/>
              </p14:nvContentPartPr>
              <p14:xfrm>
                <a:off x="5268069" y="3785836"/>
                <a:ext cx="74880" cy="83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073570-6230-9A41-AE1C-A8E58711BD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59069" y="3777196"/>
                  <a:ext cx="9252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8698EF7-3397-5C45-A1BC-4B98D74EAEDB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8698EF7-3397-5C45-A1BC-4B98D74EAE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7F8BD0D9-9A71-B44C-8682-F7CE9D39572B}"/>
              </a:ext>
            </a:extLst>
          </p:cNvPr>
          <p:cNvGrpSpPr/>
          <p:nvPr/>
        </p:nvGrpSpPr>
        <p:grpSpPr>
          <a:xfrm>
            <a:off x="5009589" y="2218756"/>
            <a:ext cx="1578600" cy="560160"/>
            <a:chOff x="5009589" y="2218756"/>
            <a:chExt cx="157860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994F44-697F-5B40-B23B-21F9FE1E5831}"/>
                    </a:ext>
                  </a:extLst>
                </p14:cNvPr>
                <p14:cNvContentPartPr/>
                <p14:nvPr/>
              </p14:nvContentPartPr>
              <p14:xfrm>
                <a:off x="5198229" y="2326756"/>
                <a:ext cx="41040" cy="10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994F44-697F-5B40-B23B-21F9FE1E58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89229" y="2317756"/>
                  <a:ext cx="58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EBEA0F4-65EB-F04A-8891-3F3DD7357930}"/>
                    </a:ext>
                  </a:extLst>
                </p14:cNvPr>
                <p14:cNvContentPartPr/>
                <p14:nvPr/>
              </p14:nvContentPartPr>
              <p14:xfrm>
                <a:off x="5201109" y="2346556"/>
                <a:ext cx="47160" cy="58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EBEA0F4-65EB-F04A-8891-3F3DD735793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92469" y="2337556"/>
                  <a:ext cx="64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488D83-FCA9-CB41-9981-0F8A1E6FDD6F}"/>
                    </a:ext>
                  </a:extLst>
                </p14:cNvPr>
                <p14:cNvContentPartPr/>
                <p14:nvPr/>
              </p14:nvContentPartPr>
              <p14:xfrm>
                <a:off x="5294709" y="2233156"/>
                <a:ext cx="5040" cy="46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488D83-FCA9-CB41-9981-0F8A1E6FDD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86069" y="2224516"/>
                  <a:ext cx="22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F7AA142-B5E4-A642-8EC6-30AFD4AFAE8C}"/>
                    </a:ext>
                  </a:extLst>
                </p14:cNvPr>
                <p14:cNvContentPartPr/>
                <p14:nvPr/>
              </p14:nvContentPartPr>
              <p14:xfrm>
                <a:off x="5191389" y="2572276"/>
                <a:ext cx="40320" cy="132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F7AA142-B5E4-A642-8EC6-30AFD4AFAE8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82389" y="2563276"/>
                  <a:ext cx="57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D8A20A4-079F-8B4B-AC65-E1656E664BAB}"/>
                    </a:ext>
                  </a:extLst>
                </p14:cNvPr>
                <p14:cNvContentPartPr/>
                <p14:nvPr/>
              </p14:nvContentPartPr>
              <p14:xfrm>
                <a:off x="5295789" y="2517916"/>
                <a:ext cx="5040" cy="4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D8A20A4-079F-8B4B-AC65-E1656E664B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87149" y="2508916"/>
                  <a:ext cx="22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D859255-706D-0F4C-87CE-415F392B924F}"/>
                    </a:ext>
                  </a:extLst>
                </p14:cNvPr>
                <p14:cNvContentPartPr/>
                <p14:nvPr/>
              </p14:nvContentPartPr>
              <p14:xfrm>
                <a:off x="5009589" y="2272756"/>
                <a:ext cx="128160" cy="389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D859255-706D-0F4C-87CE-415F392B92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00589" y="2264116"/>
                  <a:ext cx="1458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2A3C3E-A2F1-0542-B9FA-C5E813EE0FBC}"/>
                    </a:ext>
                  </a:extLst>
                </p14:cNvPr>
                <p14:cNvContentPartPr/>
                <p14:nvPr/>
              </p14:nvContentPartPr>
              <p14:xfrm>
                <a:off x="5404869" y="2305156"/>
                <a:ext cx="53280" cy="356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2A3C3E-A2F1-0542-B9FA-C5E813EE0F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95869" y="2296516"/>
                  <a:ext cx="709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EE61EDC-0C29-AD44-8204-92E1E155AE46}"/>
                    </a:ext>
                  </a:extLst>
                </p14:cNvPr>
                <p14:cNvContentPartPr/>
                <p14:nvPr/>
              </p14:nvContentPartPr>
              <p14:xfrm>
                <a:off x="5645709" y="2433676"/>
                <a:ext cx="94320" cy="5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EE61EDC-0C29-AD44-8204-92E1E155AE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37069" y="2425036"/>
                  <a:ext cx="111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5727B5B-9E75-7342-A086-C176BEF6C2E6}"/>
                    </a:ext>
                  </a:extLst>
                </p14:cNvPr>
                <p14:cNvContentPartPr/>
                <p14:nvPr/>
              </p14:nvContentPartPr>
              <p14:xfrm>
                <a:off x="5657229" y="2511076"/>
                <a:ext cx="99360" cy="5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5727B5B-9E75-7342-A086-C176BEF6C2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48229" y="2502436"/>
                  <a:ext cx="117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6387D2-6737-9F4A-9B9A-3355AA2CEB71}"/>
                    </a:ext>
                  </a:extLst>
                </p14:cNvPr>
                <p14:cNvContentPartPr/>
                <p14:nvPr/>
              </p14:nvContentPartPr>
              <p14:xfrm>
                <a:off x="5853789" y="2334316"/>
                <a:ext cx="129960" cy="9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6387D2-6737-9F4A-9B9A-3355AA2CEB7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44789" y="2325316"/>
                  <a:ext cx="147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95FB551-A42F-C54C-9F03-3E0021A11242}"/>
                    </a:ext>
                  </a:extLst>
                </p14:cNvPr>
                <p14:cNvContentPartPr/>
                <p14:nvPr/>
              </p14:nvContentPartPr>
              <p14:xfrm>
                <a:off x="5908149" y="2363836"/>
                <a:ext cx="20160" cy="178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95FB551-A42F-C54C-9F03-3E0021A1124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99149" y="2355196"/>
                  <a:ext cx="37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3CC79BD-7880-9F44-877F-FF9FF839DB64}"/>
                    </a:ext>
                  </a:extLst>
                </p14:cNvPr>
                <p14:cNvContentPartPr/>
                <p14:nvPr/>
              </p14:nvContentPartPr>
              <p14:xfrm>
                <a:off x="6167349" y="2218756"/>
                <a:ext cx="166320" cy="528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3CC79BD-7880-9F44-877F-FF9FF839DB6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58709" y="2210116"/>
                  <a:ext cx="1839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3B747A-D850-764B-8C91-F25A0FEBFAA7}"/>
                    </a:ext>
                  </a:extLst>
                </p14:cNvPr>
                <p14:cNvContentPartPr/>
                <p14:nvPr/>
              </p14:nvContentPartPr>
              <p14:xfrm>
                <a:off x="6358149" y="2329276"/>
                <a:ext cx="109080" cy="93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3B747A-D850-764B-8C91-F25A0FEBFAA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49509" y="2320636"/>
                  <a:ext cx="126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A68AA8-E94C-FC43-9A77-9BF1806151A2}"/>
                    </a:ext>
                  </a:extLst>
                </p14:cNvPr>
                <p14:cNvContentPartPr/>
                <p14:nvPr/>
              </p14:nvContentPartPr>
              <p14:xfrm>
                <a:off x="6395229" y="2559676"/>
                <a:ext cx="118800" cy="219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A68AA8-E94C-FC43-9A77-9BF1806151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86229" y="2550676"/>
                  <a:ext cx="136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640D8B5-57B4-0A4F-90F5-A117BCE506AE}"/>
                    </a:ext>
                  </a:extLst>
                </p14:cNvPr>
                <p14:cNvContentPartPr/>
                <p14:nvPr/>
              </p14:nvContentPartPr>
              <p14:xfrm>
                <a:off x="6497829" y="2226676"/>
                <a:ext cx="90360" cy="545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640D8B5-57B4-0A4F-90F5-A117BCE506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89189" y="2218036"/>
                  <a:ext cx="108000" cy="56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047C366-D56D-2D44-8781-595D3A91C6D3}"/>
              </a:ext>
            </a:extLst>
          </p:cNvPr>
          <p:cNvGrpSpPr/>
          <p:nvPr/>
        </p:nvGrpSpPr>
        <p:grpSpPr>
          <a:xfrm>
            <a:off x="4923909" y="4493596"/>
            <a:ext cx="1676520" cy="712800"/>
            <a:chOff x="4923909" y="4493596"/>
            <a:chExt cx="167652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356B7A-523F-9043-A50F-35B465E55E7E}"/>
                    </a:ext>
                  </a:extLst>
                </p14:cNvPr>
                <p14:cNvContentPartPr/>
                <p14:nvPr/>
              </p14:nvContentPartPr>
              <p14:xfrm>
                <a:off x="5085909" y="4668556"/>
                <a:ext cx="58680" cy="117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356B7A-523F-9043-A50F-35B465E55E7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76909" y="4659916"/>
                  <a:ext cx="76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815CCC3-12BC-2448-BA70-026C6DCD7934}"/>
                    </a:ext>
                  </a:extLst>
                </p14:cNvPr>
                <p14:cNvContentPartPr/>
                <p14:nvPr/>
              </p14:nvContentPartPr>
              <p14:xfrm>
                <a:off x="5100309" y="4696996"/>
                <a:ext cx="95400" cy="97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815CCC3-12BC-2448-BA70-026C6DCD793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1669" y="4688356"/>
                  <a:ext cx="113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8DE0B1-B380-DE4F-9B54-953D26D30684}"/>
                    </a:ext>
                  </a:extLst>
                </p14:cNvPr>
                <p14:cNvContentPartPr/>
                <p14:nvPr/>
              </p14:nvContentPartPr>
              <p14:xfrm>
                <a:off x="5080869" y="4957996"/>
                <a:ext cx="87840" cy="174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8DE0B1-B380-DE4F-9B54-953D26D306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71869" y="4949356"/>
                  <a:ext cx="105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C078233-E27E-334F-9629-7FD7B2C330BE}"/>
                    </a:ext>
                  </a:extLst>
                </p14:cNvPr>
                <p14:cNvContentPartPr/>
                <p14:nvPr/>
              </p14:nvContentPartPr>
              <p14:xfrm>
                <a:off x="4923909" y="4600156"/>
                <a:ext cx="122760" cy="476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C078233-E27E-334F-9629-7FD7B2C330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14909" y="4591156"/>
                  <a:ext cx="14040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696D636-9D7E-984A-8F03-02CAE655A918}"/>
                    </a:ext>
                  </a:extLst>
                </p14:cNvPr>
                <p14:cNvContentPartPr/>
                <p14:nvPr/>
              </p14:nvContentPartPr>
              <p14:xfrm>
                <a:off x="5262669" y="4630396"/>
                <a:ext cx="82800" cy="450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96D636-9D7E-984A-8F03-02CAE655A9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53669" y="4621396"/>
                  <a:ext cx="1004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F4298E2-683C-094D-9488-6A03D81CFA92}"/>
                    </a:ext>
                  </a:extLst>
                </p14:cNvPr>
                <p14:cNvContentPartPr/>
                <p14:nvPr/>
              </p14:nvContentPartPr>
              <p14:xfrm>
                <a:off x="5545269" y="4862596"/>
                <a:ext cx="9144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F4298E2-683C-094D-9488-6A03D81CFA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36629" y="4853956"/>
                  <a:ext cx="10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963A74-5561-AB49-9E83-217F51D2B487}"/>
                    </a:ext>
                  </a:extLst>
                </p14:cNvPr>
                <p14:cNvContentPartPr/>
                <p14:nvPr/>
              </p14:nvContentPartPr>
              <p14:xfrm>
                <a:off x="5540229" y="4932436"/>
                <a:ext cx="68040" cy="9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963A74-5561-AB49-9E83-217F51D2B4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31229" y="4923796"/>
                  <a:ext cx="85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D3E557B-B715-8148-9BBF-2B4B503F4D8D}"/>
                    </a:ext>
                  </a:extLst>
                </p14:cNvPr>
                <p14:cNvContentPartPr/>
                <p14:nvPr/>
              </p14:nvContentPartPr>
              <p14:xfrm>
                <a:off x="5832909" y="4693396"/>
                <a:ext cx="176400" cy="7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D3E557B-B715-8148-9BBF-2B4B503F4D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23909" y="4684396"/>
                  <a:ext cx="194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3B867F-FCD3-A041-9A60-C28034965ECF}"/>
                    </a:ext>
                  </a:extLst>
                </p14:cNvPr>
                <p14:cNvContentPartPr/>
                <p14:nvPr/>
              </p14:nvContentPartPr>
              <p14:xfrm>
                <a:off x="5892309" y="4713916"/>
                <a:ext cx="11520" cy="242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3B867F-FCD3-A041-9A60-C28034965EC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83309" y="4705276"/>
                  <a:ext cx="291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4E8FDF-60BB-0246-AEB3-17CF66C42141}"/>
                    </a:ext>
                  </a:extLst>
                </p14:cNvPr>
                <p14:cNvContentPartPr/>
                <p14:nvPr/>
              </p14:nvContentPartPr>
              <p14:xfrm>
                <a:off x="6161229" y="4540756"/>
                <a:ext cx="106560" cy="621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4E8FDF-60BB-0246-AEB3-17CF66C4214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52229" y="4531756"/>
                  <a:ext cx="12420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2545BE-E34F-6843-B43A-423C7E6CDAFD}"/>
                    </a:ext>
                  </a:extLst>
                </p14:cNvPr>
                <p14:cNvContentPartPr/>
                <p14:nvPr/>
              </p14:nvContentPartPr>
              <p14:xfrm>
                <a:off x="6274989" y="4667836"/>
                <a:ext cx="61560" cy="95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2545BE-E34F-6843-B43A-423C7E6CDA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66349" y="4658836"/>
                  <a:ext cx="79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CC35D7A-9E0D-3D4F-8F03-C879B50CB7CE}"/>
                    </a:ext>
                  </a:extLst>
                </p14:cNvPr>
                <p14:cNvContentPartPr/>
                <p14:nvPr/>
              </p14:nvContentPartPr>
              <p14:xfrm>
                <a:off x="6273549" y="4717156"/>
                <a:ext cx="63000" cy="63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CC35D7A-9E0D-3D4F-8F03-C879B50CB7C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64549" y="4708156"/>
                  <a:ext cx="80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3266B8-63AF-F844-8CAB-432A360DCDAF}"/>
                    </a:ext>
                  </a:extLst>
                </p14:cNvPr>
                <p14:cNvContentPartPr/>
                <p14:nvPr/>
              </p14:nvContentPartPr>
              <p14:xfrm>
                <a:off x="6405669" y="4598716"/>
                <a:ext cx="9360" cy="46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3266B8-63AF-F844-8CAB-432A360DCD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96669" y="4589716"/>
                  <a:ext cx="27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A18FCD9-1B55-D945-886B-7D5F06EB4100}"/>
                    </a:ext>
                  </a:extLst>
                </p14:cNvPr>
                <p14:cNvContentPartPr/>
                <p14:nvPr/>
              </p14:nvContentPartPr>
              <p14:xfrm>
                <a:off x="6286149" y="5012356"/>
                <a:ext cx="84600" cy="19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A18FCD9-1B55-D945-886B-7D5F06EB410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77149" y="5003716"/>
                  <a:ext cx="102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E799989-7DB2-1E48-AF5A-18B64FFA1CA3}"/>
                    </a:ext>
                  </a:extLst>
                </p14:cNvPr>
                <p14:cNvContentPartPr/>
                <p14:nvPr/>
              </p14:nvContentPartPr>
              <p14:xfrm>
                <a:off x="6407469" y="4965556"/>
                <a:ext cx="14400" cy="48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E799989-7DB2-1E48-AF5A-18B64FFA1CA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98469" y="4956556"/>
                  <a:ext cx="32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E07C2A-9159-B446-91F6-D0DC28C60DF8}"/>
                    </a:ext>
                  </a:extLst>
                </p14:cNvPr>
                <p14:cNvContentPartPr/>
                <p14:nvPr/>
              </p14:nvContentPartPr>
              <p14:xfrm>
                <a:off x="6490269" y="4493596"/>
                <a:ext cx="110160" cy="663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E07C2A-9159-B446-91F6-D0DC28C60DF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81269" y="4484596"/>
                  <a:ext cx="127800" cy="68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D504CE6-F656-704A-870F-509C51358FBC}"/>
                  </a:ext>
                </a:extLst>
              </p14:cNvPr>
              <p14:cNvContentPartPr/>
              <p14:nvPr/>
            </p14:nvContentPartPr>
            <p14:xfrm>
              <a:off x="3352149" y="3434476"/>
              <a:ext cx="15120" cy="21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D504CE6-F656-704A-870F-509C51358FB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43509" y="3425836"/>
                <a:ext cx="32760" cy="39600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Triangle 71">
            <a:extLst>
              <a:ext uri="{FF2B5EF4-FFF2-40B4-BE49-F238E27FC236}">
                <a16:creationId xmlns:a16="http://schemas.microsoft.com/office/drawing/2014/main" id="{8F8DEC17-73DA-F541-867D-20FAF1390419}"/>
              </a:ext>
            </a:extLst>
          </p:cNvPr>
          <p:cNvSpPr/>
          <p:nvPr/>
        </p:nvSpPr>
        <p:spPr>
          <a:xfrm rot="614510">
            <a:off x="7821413" y="2258389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3A059F5-9782-CE41-B5F6-0B42D34644B1}"/>
                  </a:ext>
                </a:extLst>
              </p14:cNvPr>
              <p14:cNvContentPartPr/>
              <p14:nvPr/>
            </p14:nvContentPartPr>
            <p14:xfrm rot="614510">
              <a:off x="8581760" y="2955681"/>
              <a:ext cx="15120" cy="219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3A059F5-9782-CE41-B5F6-0B42D34644B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 rot="614510">
                <a:off x="8573120" y="2947041"/>
                <a:ext cx="32760" cy="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87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69D201-AC86-7A44-8AE4-136F55C10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Geometric transformations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AFEBA6-5EBD-B848-A9B4-CEDA53608EB5}"/>
              </a:ext>
            </a:extLst>
          </p:cNvPr>
          <p:cNvCxnSpPr>
            <a:cxnSpLocks/>
          </p:cNvCxnSpPr>
          <p:nvPr/>
        </p:nvCxnSpPr>
        <p:spPr>
          <a:xfrm flipV="1">
            <a:off x="838200" y="2048007"/>
            <a:ext cx="0" cy="462934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C8619C-FBA0-9247-BD6B-D8654ECD156E}"/>
              </a:ext>
            </a:extLst>
          </p:cNvPr>
          <p:cNvCxnSpPr>
            <a:cxnSpLocks/>
          </p:cNvCxnSpPr>
          <p:nvPr/>
        </p:nvCxnSpPr>
        <p:spPr>
          <a:xfrm>
            <a:off x="838200" y="6678333"/>
            <a:ext cx="1023480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B5E0290-6FB5-2E4E-987E-00C82CE6E5EA}"/>
              </a:ext>
            </a:extLst>
          </p:cNvPr>
          <p:cNvSpPr txBox="1"/>
          <p:nvPr/>
        </p:nvSpPr>
        <p:spPr>
          <a:xfrm>
            <a:off x="919619" y="1684681"/>
            <a:ext cx="1600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0070C0"/>
                </a:solidFill>
              </a:rPr>
              <a:t>Identical shape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CEC9D9-9DBE-804F-8BF9-4B2B9E5821B1}"/>
              </a:ext>
            </a:extLst>
          </p:cNvPr>
          <p:cNvSpPr txBox="1"/>
          <p:nvPr/>
        </p:nvSpPr>
        <p:spPr>
          <a:xfrm>
            <a:off x="7420167" y="1678347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0070C0"/>
                </a:solidFill>
              </a:rPr>
              <a:t>Similar shape</a:t>
            </a:r>
          </a:p>
        </p:txBody>
      </p:sp>
      <p:sp>
        <p:nvSpPr>
          <p:cNvPr id="25" name="Pie 24">
            <a:extLst>
              <a:ext uri="{FF2B5EF4-FFF2-40B4-BE49-F238E27FC236}">
                <a16:creationId xmlns:a16="http://schemas.microsoft.com/office/drawing/2014/main" id="{D6E69F92-ACF9-C449-B8D4-5DA51EFC574E}"/>
              </a:ext>
            </a:extLst>
          </p:cNvPr>
          <p:cNvSpPr>
            <a:spLocks noChangeAspect="1"/>
          </p:cNvSpPr>
          <p:nvPr/>
        </p:nvSpPr>
        <p:spPr>
          <a:xfrm>
            <a:off x="1117865" y="2913732"/>
            <a:ext cx="875355" cy="875355"/>
          </a:xfrm>
          <a:prstGeom prst="pi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26" name="Pie 25">
            <a:extLst>
              <a:ext uri="{FF2B5EF4-FFF2-40B4-BE49-F238E27FC236}">
                <a16:creationId xmlns:a16="http://schemas.microsoft.com/office/drawing/2014/main" id="{B979F36D-3674-1D47-8AA0-3A3626F0CA63}"/>
              </a:ext>
            </a:extLst>
          </p:cNvPr>
          <p:cNvSpPr>
            <a:spLocks noChangeAspect="1"/>
          </p:cNvSpPr>
          <p:nvPr/>
        </p:nvSpPr>
        <p:spPr>
          <a:xfrm rot="3049699">
            <a:off x="5652528" y="2130007"/>
            <a:ext cx="875355" cy="875355"/>
          </a:xfrm>
          <a:prstGeom prst="pi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27" name="Pie 26">
            <a:extLst>
              <a:ext uri="{FF2B5EF4-FFF2-40B4-BE49-F238E27FC236}">
                <a16:creationId xmlns:a16="http://schemas.microsoft.com/office/drawing/2014/main" id="{DC36C252-7A7D-B144-A0E4-9DF63A1295D3}"/>
              </a:ext>
            </a:extLst>
          </p:cNvPr>
          <p:cNvSpPr>
            <a:spLocks noChangeAspect="1"/>
          </p:cNvSpPr>
          <p:nvPr/>
        </p:nvSpPr>
        <p:spPr>
          <a:xfrm>
            <a:off x="2602922" y="3230264"/>
            <a:ext cx="875355" cy="875355"/>
          </a:xfrm>
          <a:prstGeom prst="pi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28" name="Pie 27">
            <a:extLst>
              <a:ext uri="{FF2B5EF4-FFF2-40B4-BE49-F238E27FC236}">
                <a16:creationId xmlns:a16="http://schemas.microsoft.com/office/drawing/2014/main" id="{88F9F04E-430D-3443-8EE7-7F4C9ED3EAC6}"/>
              </a:ext>
            </a:extLst>
          </p:cNvPr>
          <p:cNvSpPr>
            <a:spLocks noChangeAspect="1"/>
          </p:cNvSpPr>
          <p:nvPr/>
        </p:nvSpPr>
        <p:spPr>
          <a:xfrm flipH="1">
            <a:off x="4521547" y="2991600"/>
            <a:ext cx="874800" cy="874800"/>
          </a:xfrm>
          <a:prstGeom prst="pi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30" name="Pie 29">
            <a:extLst>
              <a:ext uri="{FF2B5EF4-FFF2-40B4-BE49-F238E27FC236}">
                <a16:creationId xmlns:a16="http://schemas.microsoft.com/office/drawing/2014/main" id="{7EFBE88A-4581-8F44-A09A-73AE29AC6C90}"/>
              </a:ext>
            </a:extLst>
          </p:cNvPr>
          <p:cNvSpPr>
            <a:spLocks noChangeAspect="1"/>
          </p:cNvSpPr>
          <p:nvPr/>
        </p:nvSpPr>
        <p:spPr>
          <a:xfrm>
            <a:off x="3075680" y="2151328"/>
            <a:ext cx="875355" cy="875355"/>
          </a:xfrm>
          <a:prstGeom prst="pi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32" name="Pie 31">
            <a:extLst>
              <a:ext uri="{FF2B5EF4-FFF2-40B4-BE49-F238E27FC236}">
                <a16:creationId xmlns:a16="http://schemas.microsoft.com/office/drawing/2014/main" id="{524DE80D-D4A5-3442-9BD8-7AC54364DBB3}"/>
              </a:ext>
            </a:extLst>
          </p:cNvPr>
          <p:cNvSpPr>
            <a:spLocks noChangeAspect="1"/>
          </p:cNvSpPr>
          <p:nvPr/>
        </p:nvSpPr>
        <p:spPr>
          <a:xfrm>
            <a:off x="8751181" y="2812625"/>
            <a:ext cx="1272129" cy="1272129"/>
          </a:xfrm>
          <a:prstGeom prst="pi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33" name="Pie 32">
            <a:extLst>
              <a:ext uri="{FF2B5EF4-FFF2-40B4-BE49-F238E27FC236}">
                <a16:creationId xmlns:a16="http://schemas.microsoft.com/office/drawing/2014/main" id="{6FA85932-F9D2-0C4B-9EDB-64D7589EC88A}"/>
              </a:ext>
            </a:extLst>
          </p:cNvPr>
          <p:cNvSpPr>
            <a:spLocks noChangeAspect="1"/>
          </p:cNvSpPr>
          <p:nvPr/>
        </p:nvSpPr>
        <p:spPr>
          <a:xfrm>
            <a:off x="7661514" y="2900133"/>
            <a:ext cx="476959" cy="476959"/>
          </a:xfrm>
          <a:prstGeom prst="pi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34" name="Pie 33">
            <a:extLst>
              <a:ext uri="{FF2B5EF4-FFF2-40B4-BE49-F238E27FC236}">
                <a16:creationId xmlns:a16="http://schemas.microsoft.com/office/drawing/2014/main" id="{0AC3B77D-E7CF-874E-82DC-8DFB1FCCFA5A}"/>
              </a:ext>
            </a:extLst>
          </p:cNvPr>
          <p:cNvSpPr>
            <a:spLocks/>
          </p:cNvSpPr>
          <p:nvPr/>
        </p:nvSpPr>
        <p:spPr>
          <a:xfrm rot="19683889">
            <a:off x="5838047" y="4781664"/>
            <a:ext cx="458815" cy="1720029"/>
          </a:xfrm>
          <a:prstGeom prst="pi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35" name="Pie 34">
            <a:extLst>
              <a:ext uri="{FF2B5EF4-FFF2-40B4-BE49-F238E27FC236}">
                <a16:creationId xmlns:a16="http://schemas.microsoft.com/office/drawing/2014/main" id="{7774D2B4-7FE7-AF46-957F-699965E296D5}"/>
              </a:ext>
            </a:extLst>
          </p:cNvPr>
          <p:cNvSpPr>
            <a:spLocks/>
          </p:cNvSpPr>
          <p:nvPr/>
        </p:nvSpPr>
        <p:spPr>
          <a:xfrm rot="2267307">
            <a:off x="3785840" y="5338117"/>
            <a:ext cx="1071965" cy="387417"/>
          </a:xfrm>
          <a:prstGeom prst="pi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36" name="Pie 35">
            <a:extLst>
              <a:ext uri="{FF2B5EF4-FFF2-40B4-BE49-F238E27FC236}">
                <a16:creationId xmlns:a16="http://schemas.microsoft.com/office/drawing/2014/main" id="{FCFA2322-EAE0-7F4E-8269-84F1D4D0ECEE}"/>
              </a:ext>
            </a:extLst>
          </p:cNvPr>
          <p:cNvSpPr>
            <a:spLocks/>
          </p:cNvSpPr>
          <p:nvPr/>
        </p:nvSpPr>
        <p:spPr>
          <a:xfrm rot="2267307">
            <a:off x="7998540" y="4676941"/>
            <a:ext cx="1071965" cy="1400730"/>
          </a:xfrm>
          <a:prstGeom prst="pie">
            <a:avLst>
              <a:gd name="adj1" fmla="val 20166271"/>
              <a:gd name="adj2" fmla="val 12522656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029C6D5-1561-0848-BB9E-DBB5E0A35952}"/>
              </a:ext>
            </a:extLst>
          </p:cNvPr>
          <p:cNvSpPr/>
          <p:nvPr/>
        </p:nvSpPr>
        <p:spPr>
          <a:xfrm>
            <a:off x="919618" y="2087073"/>
            <a:ext cx="5767761" cy="217632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DF1D28-C3F2-E24E-A277-36649EF5E83C}"/>
              </a:ext>
            </a:extLst>
          </p:cNvPr>
          <p:cNvSpPr/>
          <p:nvPr/>
        </p:nvSpPr>
        <p:spPr>
          <a:xfrm>
            <a:off x="7257892" y="2086943"/>
            <a:ext cx="3007168" cy="2176323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AFD69D-6750-124B-91E9-81FE39FFA8A0}"/>
              </a:ext>
            </a:extLst>
          </p:cNvPr>
          <p:cNvSpPr/>
          <p:nvPr/>
        </p:nvSpPr>
        <p:spPr>
          <a:xfrm>
            <a:off x="3706423" y="4705373"/>
            <a:ext cx="7366586" cy="176380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14DC67-6E5C-7747-BC26-DDB9BA415BCC}"/>
              </a:ext>
            </a:extLst>
          </p:cNvPr>
          <p:cNvSpPr txBox="1"/>
          <p:nvPr/>
        </p:nvSpPr>
        <p:spPr>
          <a:xfrm>
            <a:off x="3676127" y="4374498"/>
            <a:ext cx="1668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0070C0"/>
                </a:solidFill>
              </a:rPr>
              <a:t>Distorted shape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679BFD-E8FD-3C40-B80A-76543890A84D}"/>
              </a:ext>
            </a:extLst>
          </p:cNvPr>
          <p:cNvSpPr txBox="1"/>
          <p:nvPr/>
        </p:nvSpPr>
        <p:spPr>
          <a:xfrm>
            <a:off x="4452132" y="4768319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shearing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D5CE60-3169-9D4F-AB76-632EF2788AF3}"/>
              </a:ext>
            </a:extLst>
          </p:cNvPr>
          <p:cNvSpPr/>
          <p:nvPr/>
        </p:nvSpPr>
        <p:spPr>
          <a:xfrm>
            <a:off x="6886307" y="4743059"/>
            <a:ext cx="1145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VN" dirty="0"/>
              <a:t>projection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004559-6A4A-7B43-BDB9-2F07E9CE1196}"/>
              </a:ext>
            </a:extLst>
          </p:cNvPr>
          <p:cNvSpPr txBox="1"/>
          <p:nvPr/>
        </p:nvSpPr>
        <p:spPr>
          <a:xfrm>
            <a:off x="7640238" y="2193419"/>
            <a:ext cx="1552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dilation (scale)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F45D9F-E562-5C4F-8D15-A12BDE19F51A}"/>
              </a:ext>
            </a:extLst>
          </p:cNvPr>
          <p:cNvSpPr txBox="1"/>
          <p:nvPr/>
        </p:nvSpPr>
        <p:spPr>
          <a:xfrm>
            <a:off x="1993220" y="2118268"/>
            <a:ext cx="1194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translation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9EB364-12D4-AE4F-8830-B0A241703F1C}"/>
              </a:ext>
            </a:extLst>
          </p:cNvPr>
          <p:cNvSpPr txBox="1"/>
          <p:nvPr/>
        </p:nvSpPr>
        <p:spPr>
          <a:xfrm>
            <a:off x="4298923" y="2517282"/>
            <a:ext cx="101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relection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7B592A-FDC5-964A-B3A7-B852A32E13EA}"/>
              </a:ext>
            </a:extLst>
          </p:cNvPr>
          <p:cNvSpPr txBox="1"/>
          <p:nvPr/>
        </p:nvSpPr>
        <p:spPr>
          <a:xfrm>
            <a:off x="5670562" y="3102354"/>
            <a:ext cx="93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rotation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03C00C-1E60-974B-90F4-B6EF0E5604A8}"/>
              </a:ext>
            </a:extLst>
          </p:cNvPr>
          <p:cNvSpPr txBox="1"/>
          <p:nvPr/>
        </p:nvSpPr>
        <p:spPr>
          <a:xfrm>
            <a:off x="1122333" y="3859689"/>
            <a:ext cx="651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200" dirty="0">
                <a:solidFill>
                  <a:srgbClr val="0070C0"/>
                </a:solidFill>
              </a:rPr>
              <a:t>original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7C692AB7-4DC7-A843-98B1-B5A585D24048}"/>
              </a:ext>
            </a:extLst>
          </p:cNvPr>
          <p:cNvSpPr/>
          <p:nvPr/>
        </p:nvSpPr>
        <p:spPr>
          <a:xfrm>
            <a:off x="933189" y="1346548"/>
            <a:ext cx="9851721" cy="5198301"/>
          </a:xfrm>
          <a:custGeom>
            <a:avLst/>
            <a:gdLst>
              <a:gd name="connsiteX0" fmla="*/ 9225419 w 9851721"/>
              <a:gd name="connsiteY0" fmla="*/ 3212926 h 5198301"/>
              <a:gd name="connsiteX1" fmla="*/ 8523962 w 9851721"/>
              <a:gd name="connsiteY1" fmla="*/ 3206663 h 5198301"/>
              <a:gd name="connsiteX2" fmla="*/ 7734822 w 9851721"/>
              <a:gd name="connsiteY2" fmla="*/ 3200400 h 5198301"/>
              <a:gd name="connsiteX3" fmla="*/ 7471775 w 9851721"/>
              <a:gd name="connsiteY3" fmla="*/ 3187874 h 5198301"/>
              <a:gd name="connsiteX4" fmla="*/ 7315200 w 9851721"/>
              <a:gd name="connsiteY4" fmla="*/ 3181611 h 5198301"/>
              <a:gd name="connsiteX5" fmla="*/ 6776581 w 9851721"/>
              <a:gd name="connsiteY5" fmla="*/ 3194137 h 5198301"/>
              <a:gd name="connsiteX6" fmla="*/ 6701425 w 9851721"/>
              <a:gd name="connsiteY6" fmla="*/ 3206663 h 5198301"/>
              <a:gd name="connsiteX7" fmla="*/ 6613743 w 9851721"/>
              <a:gd name="connsiteY7" fmla="*/ 3219189 h 5198301"/>
              <a:gd name="connsiteX8" fmla="*/ 6156543 w 9851721"/>
              <a:gd name="connsiteY8" fmla="*/ 3212926 h 5198301"/>
              <a:gd name="connsiteX9" fmla="*/ 5956126 w 9851721"/>
              <a:gd name="connsiteY9" fmla="*/ 3225452 h 5198301"/>
              <a:gd name="connsiteX10" fmla="*/ 5924811 w 9851721"/>
              <a:gd name="connsiteY10" fmla="*/ 3237978 h 5198301"/>
              <a:gd name="connsiteX11" fmla="*/ 5887233 w 9851721"/>
              <a:gd name="connsiteY11" fmla="*/ 3281819 h 5198301"/>
              <a:gd name="connsiteX12" fmla="*/ 5874707 w 9851721"/>
              <a:gd name="connsiteY12" fmla="*/ 3319397 h 5198301"/>
              <a:gd name="connsiteX13" fmla="*/ 5880970 w 9851721"/>
              <a:gd name="connsiteY13" fmla="*/ 3438394 h 5198301"/>
              <a:gd name="connsiteX14" fmla="*/ 5893496 w 9851721"/>
              <a:gd name="connsiteY14" fmla="*/ 3526077 h 5198301"/>
              <a:gd name="connsiteX15" fmla="*/ 5906022 w 9851721"/>
              <a:gd name="connsiteY15" fmla="*/ 3620022 h 5198301"/>
              <a:gd name="connsiteX16" fmla="*/ 5918548 w 9851721"/>
              <a:gd name="connsiteY16" fmla="*/ 3732756 h 5198301"/>
              <a:gd name="connsiteX17" fmla="*/ 5924811 w 9851721"/>
              <a:gd name="connsiteY17" fmla="*/ 3782860 h 5198301"/>
              <a:gd name="connsiteX18" fmla="*/ 5937337 w 9851721"/>
              <a:gd name="connsiteY18" fmla="*/ 3839227 h 5198301"/>
              <a:gd name="connsiteX19" fmla="*/ 5949863 w 9851721"/>
              <a:gd name="connsiteY19" fmla="*/ 3977014 h 5198301"/>
              <a:gd name="connsiteX20" fmla="*/ 5962389 w 9851721"/>
              <a:gd name="connsiteY20" fmla="*/ 4409162 h 5198301"/>
              <a:gd name="connsiteX21" fmla="*/ 5956126 w 9851721"/>
              <a:gd name="connsiteY21" fmla="*/ 4841310 h 5198301"/>
              <a:gd name="connsiteX22" fmla="*/ 5943600 w 9851721"/>
              <a:gd name="connsiteY22" fmla="*/ 4966570 h 5198301"/>
              <a:gd name="connsiteX23" fmla="*/ 5918548 w 9851721"/>
              <a:gd name="connsiteY23" fmla="*/ 5047989 h 5198301"/>
              <a:gd name="connsiteX24" fmla="*/ 5843392 w 9851721"/>
              <a:gd name="connsiteY24" fmla="*/ 5085567 h 5198301"/>
              <a:gd name="connsiteX25" fmla="*/ 5705606 w 9851721"/>
              <a:gd name="connsiteY25" fmla="*/ 5141934 h 5198301"/>
              <a:gd name="connsiteX26" fmla="*/ 5661764 w 9851721"/>
              <a:gd name="connsiteY26" fmla="*/ 5154460 h 5198301"/>
              <a:gd name="connsiteX27" fmla="*/ 5617923 w 9851721"/>
              <a:gd name="connsiteY27" fmla="*/ 5160723 h 5198301"/>
              <a:gd name="connsiteX28" fmla="*/ 5567819 w 9851721"/>
              <a:gd name="connsiteY28" fmla="*/ 5173249 h 5198301"/>
              <a:gd name="connsiteX29" fmla="*/ 5367403 w 9851721"/>
              <a:gd name="connsiteY29" fmla="*/ 5192038 h 5198301"/>
              <a:gd name="connsiteX30" fmla="*/ 5304773 w 9851721"/>
              <a:gd name="connsiteY30" fmla="*/ 5198301 h 5198301"/>
              <a:gd name="connsiteX31" fmla="*/ 4622104 w 9851721"/>
              <a:gd name="connsiteY31" fmla="*/ 5179512 h 5198301"/>
              <a:gd name="connsiteX32" fmla="*/ 4409162 w 9851721"/>
              <a:gd name="connsiteY32" fmla="*/ 5185775 h 5198301"/>
              <a:gd name="connsiteX33" fmla="*/ 4308953 w 9851721"/>
              <a:gd name="connsiteY33" fmla="*/ 5192038 h 5198301"/>
              <a:gd name="connsiteX34" fmla="*/ 3945699 w 9851721"/>
              <a:gd name="connsiteY34" fmla="*/ 5185775 h 5198301"/>
              <a:gd name="connsiteX35" fmla="*/ 3726493 w 9851721"/>
              <a:gd name="connsiteY35" fmla="*/ 5173249 h 5198301"/>
              <a:gd name="connsiteX36" fmla="*/ 3576181 w 9851721"/>
              <a:gd name="connsiteY36" fmla="*/ 5160723 h 5198301"/>
              <a:gd name="connsiteX37" fmla="*/ 3501025 w 9851721"/>
              <a:gd name="connsiteY37" fmla="*/ 5154460 h 5198301"/>
              <a:gd name="connsiteX38" fmla="*/ 3156559 w 9851721"/>
              <a:gd name="connsiteY38" fmla="*/ 5141934 h 5198301"/>
              <a:gd name="connsiteX39" fmla="*/ 3062614 w 9851721"/>
              <a:gd name="connsiteY39" fmla="*/ 5135671 h 5198301"/>
              <a:gd name="connsiteX40" fmla="*/ 2661781 w 9851721"/>
              <a:gd name="connsiteY40" fmla="*/ 5123145 h 5198301"/>
              <a:gd name="connsiteX41" fmla="*/ 2417523 w 9851721"/>
              <a:gd name="connsiteY41" fmla="*/ 5104356 h 5198301"/>
              <a:gd name="connsiteX42" fmla="*/ 2336104 w 9851721"/>
              <a:gd name="connsiteY42" fmla="*/ 5091830 h 5198301"/>
              <a:gd name="connsiteX43" fmla="*/ 2223370 w 9851721"/>
              <a:gd name="connsiteY43" fmla="*/ 5079304 h 5198301"/>
              <a:gd name="connsiteX44" fmla="*/ 2116899 w 9851721"/>
              <a:gd name="connsiteY44" fmla="*/ 5066778 h 5198301"/>
              <a:gd name="connsiteX45" fmla="*/ 2098110 w 9851721"/>
              <a:gd name="connsiteY45" fmla="*/ 5060515 h 5198301"/>
              <a:gd name="connsiteX46" fmla="*/ 1985375 w 9851721"/>
              <a:gd name="connsiteY46" fmla="*/ 5047989 h 5198301"/>
              <a:gd name="connsiteX47" fmla="*/ 1966586 w 9851721"/>
              <a:gd name="connsiteY47" fmla="*/ 5041726 h 5198301"/>
              <a:gd name="connsiteX48" fmla="*/ 1766170 w 9851721"/>
              <a:gd name="connsiteY48" fmla="*/ 5004148 h 5198301"/>
              <a:gd name="connsiteX49" fmla="*/ 1703540 w 9851721"/>
              <a:gd name="connsiteY49" fmla="*/ 4991622 h 5198301"/>
              <a:gd name="connsiteX50" fmla="*/ 1553227 w 9851721"/>
              <a:gd name="connsiteY50" fmla="*/ 4947781 h 5198301"/>
              <a:gd name="connsiteX51" fmla="*/ 1496860 w 9851721"/>
              <a:gd name="connsiteY51" fmla="*/ 4941518 h 5198301"/>
              <a:gd name="connsiteX52" fmla="*/ 1365337 w 9851721"/>
              <a:gd name="connsiteY52" fmla="*/ 4910203 h 5198301"/>
              <a:gd name="connsiteX53" fmla="*/ 1321496 w 9851721"/>
              <a:gd name="connsiteY53" fmla="*/ 4897677 h 5198301"/>
              <a:gd name="connsiteX54" fmla="*/ 1258866 w 9851721"/>
              <a:gd name="connsiteY54" fmla="*/ 4885151 h 5198301"/>
              <a:gd name="connsiteX55" fmla="*/ 1240077 w 9851721"/>
              <a:gd name="connsiteY55" fmla="*/ 4878888 h 5198301"/>
              <a:gd name="connsiteX56" fmla="*/ 1158658 w 9851721"/>
              <a:gd name="connsiteY56" fmla="*/ 4866362 h 5198301"/>
              <a:gd name="connsiteX57" fmla="*/ 1102290 w 9851721"/>
              <a:gd name="connsiteY57" fmla="*/ 4860099 h 5198301"/>
              <a:gd name="connsiteX58" fmla="*/ 989556 w 9851721"/>
              <a:gd name="connsiteY58" fmla="*/ 4835047 h 5198301"/>
              <a:gd name="connsiteX59" fmla="*/ 970767 w 9851721"/>
              <a:gd name="connsiteY59" fmla="*/ 4828784 h 5198301"/>
              <a:gd name="connsiteX60" fmla="*/ 920663 w 9851721"/>
              <a:gd name="connsiteY60" fmla="*/ 4816257 h 5198301"/>
              <a:gd name="connsiteX61" fmla="*/ 895611 w 9851721"/>
              <a:gd name="connsiteY61" fmla="*/ 4803731 h 5198301"/>
              <a:gd name="connsiteX62" fmla="*/ 839244 w 9851721"/>
              <a:gd name="connsiteY62" fmla="*/ 4778679 h 5198301"/>
              <a:gd name="connsiteX63" fmla="*/ 701458 w 9851721"/>
              <a:gd name="connsiteY63" fmla="*/ 4690997 h 5198301"/>
              <a:gd name="connsiteX64" fmla="*/ 670143 w 9851721"/>
              <a:gd name="connsiteY64" fmla="*/ 4678471 h 5198301"/>
              <a:gd name="connsiteX65" fmla="*/ 582460 w 9851721"/>
              <a:gd name="connsiteY65" fmla="*/ 4628367 h 5198301"/>
              <a:gd name="connsiteX66" fmla="*/ 457200 w 9851721"/>
              <a:gd name="connsiteY66" fmla="*/ 4509370 h 5198301"/>
              <a:gd name="connsiteX67" fmla="*/ 369518 w 9851721"/>
              <a:gd name="connsiteY67" fmla="*/ 4384110 h 5198301"/>
              <a:gd name="connsiteX68" fmla="*/ 300625 w 9851721"/>
              <a:gd name="connsiteY68" fmla="*/ 4233797 h 5198301"/>
              <a:gd name="connsiteX69" fmla="*/ 281836 w 9851721"/>
              <a:gd name="connsiteY69" fmla="*/ 4183693 h 5198301"/>
              <a:gd name="connsiteX70" fmla="*/ 269310 w 9851721"/>
              <a:gd name="connsiteY70" fmla="*/ 4114800 h 5198301"/>
              <a:gd name="connsiteX71" fmla="*/ 244258 w 9851721"/>
              <a:gd name="connsiteY71" fmla="*/ 4027118 h 5198301"/>
              <a:gd name="connsiteX72" fmla="*/ 219206 w 9851721"/>
              <a:gd name="connsiteY72" fmla="*/ 3970751 h 5198301"/>
              <a:gd name="connsiteX73" fmla="*/ 175364 w 9851721"/>
              <a:gd name="connsiteY73" fmla="*/ 3845490 h 5198301"/>
              <a:gd name="connsiteX74" fmla="*/ 162838 w 9851721"/>
              <a:gd name="connsiteY74" fmla="*/ 3814175 h 5198301"/>
              <a:gd name="connsiteX75" fmla="*/ 144049 w 9851721"/>
              <a:gd name="connsiteY75" fmla="*/ 3776597 h 5198301"/>
              <a:gd name="connsiteX76" fmla="*/ 131523 w 9851721"/>
              <a:gd name="connsiteY76" fmla="*/ 3739019 h 5198301"/>
              <a:gd name="connsiteX77" fmla="*/ 125260 w 9851721"/>
              <a:gd name="connsiteY77" fmla="*/ 3695178 h 5198301"/>
              <a:gd name="connsiteX78" fmla="*/ 118997 w 9851721"/>
              <a:gd name="connsiteY78" fmla="*/ 3670126 h 5198301"/>
              <a:gd name="connsiteX79" fmla="*/ 112734 w 9851721"/>
              <a:gd name="connsiteY79" fmla="*/ 3626285 h 5198301"/>
              <a:gd name="connsiteX80" fmla="*/ 106471 w 9851721"/>
              <a:gd name="connsiteY80" fmla="*/ 3594970 h 5198301"/>
              <a:gd name="connsiteX81" fmla="*/ 87682 w 9851721"/>
              <a:gd name="connsiteY81" fmla="*/ 3501025 h 5198301"/>
              <a:gd name="connsiteX82" fmla="*/ 81419 w 9851721"/>
              <a:gd name="connsiteY82" fmla="*/ 3457184 h 5198301"/>
              <a:gd name="connsiteX83" fmla="*/ 75156 w 9851721"/>
              <a:gd name="connsiteY83" fmla="*/ 3425868 h 5198301"/>
              <a:gd name="connsiteX84" fmla="*/ 56367 w 9851721"/>
              <a:gd name="connsiteY84" fmla="*/ 3093929 h 5198301"/>
              <a:gd name="connsiteX85" fmla="*/ 43841 w 9851721"/>
              <a:gd name="connsiteY85" fmla="*/ 2924827 h 5198301"/>
              <a:gd name="connsiteX86" fmla="*/ 31315 w 9851721"/>
              <a:gd name="connsiteY86" fmla="*/ 2724411 h 5198301"/>
              <a:gd name="connsiteX87" fmla="*/ 43841 w 9851721"/>
              <a:gd name="connsiteY87" fmla="*/ 2442575 h 5198301"/>
              <a:gd name="connsiteX88" fmla="*/ 56367 w 9851721"/>
              <a:gd name="connsiteY88" fmla="*/ 2367419 h 5198301"/>
              <a:gd name="connsiteX89" fmla="*/ 68893 w 9851721"/>
              <a:gd name="connsiteY89" fmla="*/ 2116899 h 5198301"/>
              <a:gd name="connsiteX90" fmla="*/ 56367 w 9851721"/>
              <a:gd name="connsiteY90" fmla="*/ 1716066 h 5198301"/>
              <a:gd name="connsiteX91" fmla="*/ 43841 w 9851721"/>
              <a:gd name="connsiteY91" fmla="*/ 1521912 h 5198301"/>
              <a:gd name="connsiteX92" fmla="*/ 25052 w 9851721"/>
              <a:gd name="connsiteY92" fmla="*/ 1415441 h 5198301"/>
              <a:gd name="connsiteX93" fmla="*/ 18789 w 9851721"/>
              <a:gd name="connsiteY93" fmla="*/ 1359074 h 5198301"/>
              <a:gd name="connsiteX94" fmla="*/ 6263 w 9851721"/>
              <a:gd name="connsiteY94" fmla="*/ 1258866 h 5198301"/>
              <a:gd name="connsiteX95" fmla="*/ 0 w 9851721"/>
              <a:gd name="connsiteY95" fmla="*/ 1152394 h 5198301"/>
              <a:gd name="connsiteX96" fmla="*/ 6263 w 9851721"/>
              <a:gd name="connsiteY96" fmla="*/ 726510 h 5198301"/>
              <a:gd name="connsiteX97" fmla="*/ 18789 w 9851721"/>
              <a:gd name="connsiteY97" fmla="*/ 607512 h 5198301"/>
              <a:gd name="connsiteX98" fmla="*/ 25052 w 9851721"/>
              <a:gd name="connsiteY98" fmla="*/ 551145 h 5198301"/>
              <a:gd name="connsiteX99" fmla="*/ 37578 w 9851721"/>
              <a:gd name="connsiteY99" fmla="*/ 501041 h 5198301"/>
              <a:gd name="connsiteX100" fmla="*/ 43841 w 9851721"/>
              <a:gd name="connsiteY100" fmla="*/ 482252 h 5198301"/>
              <a:gd name="connsiteX101" fmla="*/ 137786 w 9851721"/>
              <a:gd name="connsiteY101" fmla="*/ 375781 h 5198301"/>
              <a:gd name="connsiteX102" fmla="*/ 244258 w 9851721"/>
              <a:gd name="connsiteY102" fmla="*/ 319414 h 5198301"/>
              <a:gd name="connsiteX103" fmla="*/ 325677 w 9851721"/>
              <a:gd name="connsiteY103" fmla="*/ 300625 h 5198301"/>
              <a:gd name="connsiteX104" fmla="*/ 400833 w 9851721"/>
              <a:gd name="connsiteY104" fmla="*/ 288099 h 5198301"/>
              <a:gd name="connsiteX105" fmla="*/ 726510 w 9851721"/>
              <a:gd name="connsiteY105" fmla="*/ 275573 h 5198301"/>
              <a:gd name="connsiteX106" fmla="*/ 1045923 w 9851721"/>
              <a:gd name="connsiteY106" fmla="*/ 269310 h 5198301"/>
              <a:gd name="connsiteX107" fmla="*/ 1515649 w 9851721"/>
              <a:gd name="connsiteY107" fmla="*/ 263047 h 5198301"/>
              <a:gd name="connsiteX108" fmla="*/ 1684751 w 9851721"/>
              <a:gd name="connsiteY108" fmla="*/ 250520 h 5198301"/>
              <a:gd name="connsiteX109" fmla="*/ 1778696 w 9851721"/>
              <a:gd name="connsiteY109" fmla="*/ 237994 h 5198301"/>
              <a:gd name="connsiteX110" fmla="*/ 1966586 w 9851721"/>
              <a:gd name="connsiteY110" fmla="*/ 219205 h 5198301"/>
              <a:gd name="connsiteX111" fmla="*/ 2154477 w 9851721"/>
              <a:gd name="connsiteY111" fmla="*/ 206679 h 5198301"/>
              <a:gd name="connsiteX112" fmla="*/ 2480153 w 9851721"/>
              <a:gd name="connsiteY112" fmla="*/ 181627 h 5198301"/>
              <a:gd name="connsiteX113" fmla="*/ 2636729 w 9851721"/>
              <a:gd name="connsiteY113" fmla="*/ 169101 h 5198301"/>
              <a:gd name="connsiteX114" fmla="*/ 3043825 w 9851721"/>
              <a:gd name="connsiteY114" fmla="*/ 144049 h 5198301"/>
              <a:gd name="connsiteX115" fmla="*/ 3194137 w 9851721"/>
              <a:gd name="connsiteY115" fmla="*/ 131523 h 5198301"/>
              <a:gd name="connsiteX116" fmla="*/ 3532340 w 9851721"/>
              <a:gd name="connsiteY116" fmla="*/ 106471 h 5198301"/>
              <a:gd name="connsiteX117" fmla="*/ 3914384 w 9851721"/>
              <a:gd name="connsiteY117" fmla="*/ 62630 h 5198301"/>
              <a:gd name="connsiteX118" fmla="*/ 4521896 w 9851721"/>
              <a:gd name="connsiteY118" fmla="*/ 37578 h 5198301"/>
              <a:gd name="connsiteX119" fmla="*/ 4822521 w 9851721"/>
              <a:gd name="connsiteY119" fmla="*/ 12526 h 5198301"/>
              <a:gd name="connsiteX120" fmla="*/ 4885151 w 9851721"/>
              <a:gd name="connsiteY120" fmla="*/ 6263 h 5198301"/>
              <a:gd name="connsiteX121" fmla="*/ 5104356 w 9851721"/>
              <a:gd name="connsiteY121" fmla="*/ 0 h 5198301"/>
              <a:gd name="connsiteX122" fmla="*/ 5592871 w 9851721"/>
              <a:gd name="connsiteY122" fmla="*/ 12526 h 5198301"/>
              <a:gd name="connsiteX123" fmla="*/ 6012493 w 9851721"/>
              <a:gd name="connsiteY123" fmla="*/ 25052 h 5198301"/>
              <a:gd name="connsiteX124" fmla="*/ 6375748 w 9851721"/>
              <a:gd name="connsiteY124" fmla="*/ 37578 h 5198301"/>
              <a:gd name="connsiteX125" fmla="*/ 6532323 w 9851721"/>
              <a:gd name="connsiteY125" fmla="*/ 43841 h 5198301"/>
              <a:gd name="connsiteX126" fmla="*/ 6607479 w 9851721"/>
              <a:gd name="connsiteY126" fmla="*/ 50104 h 5198301"/>
              <a:gd name="connsiteX127" fmla="*/ 6695162 w 9851721"/>
              <a:gd name="connsiteY127" fmla="*/ 56367 h 5198301"/>
              <a:gd name="connsiteX128" fmla="*/ 6883052 w 9851721"/>
              <a:gd name="connsiteY128" fmla="*/ 75156 h 5198301"/>
              <a:gd name="connsiteX129" fmla="*/ 7196203 w 9851721"/>
              <a:gd name="connsiteY129" fmla="*/ 100208 h 5198301"/>
              <a:gd name="connsiteX130" fmla="*/ 7271359 w 9851721"/>
              <a:gd name="connsiteY130" fmla="*/ 106471 h 5198301"/>
              <a:gd name="connsiteX131" fmla="*/ 7534406 w 9851721"/>
              <a:gd name="connsiteY131" fmla="*/ 131523 h 5198301"/>
              <a:gd name="connsiteX132" fmla="*/ 7678455 w 9851721"/>
              <a:gd name="connsiteY132" fmla="*/ 144049 h 5198301"/>
              <a:gd name="connsiteX133" fmla="*/ 7947764 w 9851721"/>
              <a:gd name="connsiteY133" fmla="*/ 169101 h 5198301"/>
              <a:gd name="connsiteX134" fmla="*/ 8179496 w 9851721"/>
              <a:gd name="connsiteY134" fmla="*/ 194153 h 5198301"/>
              <a:gd name="connsiteX135" fmla="*/ 8279704 w 9851721"/>
              <a:gd name="connsiteY135" fmla="*/ 212942 h 5198301"/>
              <a:gd name="connsiteX136" fmla="*/ 8467595 w 9851721"/>
              <a:gd name="connsiteY136" fmla="*/ 237994 h 5198301"/>
              <a:gd name="connsiteX137" fmla="*/ 8505173 w 9851721"/>
              <a:gd name="connsiteY137" fmla="*/ 250520 h 5198301"/>
              <a:gd name="connsiteX138" fmla="*/ 8636696 w 9851721"/>
              <a:gd name="connsiteY138" fmla="*/ 269310 h 5198301"/>
              <a:gd name="connsiteX139" fmla="*/ 8668011 w 9851721"/>
              <a:gd name="connsiteY139" fmla="*/ 281836 h 5198301"/>
              <a:gd name="connsiteX140" fmla="*/ 8693063 w 9851721"/>
              <a:gd name="connsiteY140" fmla="*/ 288099 h 5198301"/>
              <a:gd name="connsiteX141" fmla="*/ 8755693 w 9851721"/>
              <a:gd name="connsiteY141" fmla="*/ 306888 h 5198301"/>
              <a:gd name="connsiteX142" fmla="*/ 8868427 w 9851721"/>
              <a:gd name="connsiteY142" fmla="*/ 350729 h 5198301"/>
              <a:gd name="connsiteX143" fmla="*/ 8906006 w 9851721"/>
              <a:gd name="connsiteY143" fmla="*/ 369518 h 5198301"/>
              <a:gd name="connsiteX144" fmla="*/ 8999951 w 9851721"/>
              <a:gd name="connsiteY144" fmla="*/ 413359 h 5198301"/>
              <a:gd name="connsiteX145" fmla="*/ 9018740 w 9851721"/>
              <a:gd name="connsiteY145" fmla="*/ 419622 h 5198301"/>
              <a:gd name="connsiteX146" fmla="*/ 9112685 w 9851721"/>
              <a:gd name="connsiteY146" fmla="*/ 482252 h 5198301"/>
              <a:gd name="connsiteX147" fmla="*/ 9175315 w 9851721"/>
              <a:gd name="connsiteY147" fmla="*/ 532356 h 5198301"/>
              <a:gd name="connsiteX148" fmla="*/ 9225419 w 9851721"/>
              <a:gd name="connsiteY148" fmla="*/ 582460 h 5198301"/>
              <a:gd name="connsiteX149" fmla="*/ 9275523 w 9851721"/>
              <a:gd name="connsiteY149" fmla="*/ 626301 h 5198301"/>
              <a:gd name="connsiteX150" fmla="*/ 9469677 w 9851721"/>
              <a:gd name="connsiteY150" fmla="*/ 845507 h 5198301"/>
              <a:gd name="connsiteX151" fmla="*/ 9601200 w 9851721"/>
              <a:gd name="connsiteY151" fmla="*/ 1027134 h 5198301"/>
              <a:gd name="connsiteX152" fmla="*/ 9645041 w 9851721"/>
              <a:gd name="connsiteY152" fmla="*/ 1077238 h 5198301"/>
              <a:gd name="connsiteX153" fmla="*/ 9676356 w 9851721"/>
              <a:gd name="connsiteY153" fmla="*/ 1133605 h 5198301"/>
              <a:gd name="connsiteX154" fmla="*/ 9738986 w 9851721"/>
              <a:gd name="connsiteY154" fmla="*/ 1252603 h 5198301"/>
              <a:gd name="connsiteX155" fmla="*/ 9764038 w 9851721"/>
              <a:gd name="connsiteY155" fmla="*/ 1334022 h 5198301"/>
              <a:gd name="connsiteX156" fmla="*/ 9770301 w 9851721"/>
              <a:gd name="connsiteY156" fmla="*/ 1377863 h 5198301"/>
              <a:gd name="connsiteX157" fmla="*/ 9789090 w 9851721"/>
              <a:gd name="connsiteY157" fmla="*/ 1453019 h 5198301"/>
              <a:gd name="connsiteX158" fmla="*/ 9801616 w 9851721"/>
              <a:gd name="connsiteY158" fmla="*/ 1509386 h 5198301"/>
              <a:gd name="connsiteX159" fmla="*/ 9820406 w 9851721"/>
              <a:gd name="connsiteY159" fmla="*/ 1628384 h 5198301"/>
              <a:gd name="connsiteX160" fmla="*/ 9826669 w 9851721"/>
              <a:gd name="connsiteY160" fmla="*/ 1734855 h 5198301"/>
              <a:gd name="connsiteX161" fmla="*/ 9832932 w 9851721"/>
              <a:gd name="connsiteY161" fmla="*/ 1897693 h 5198301"/>
              <a:gd name="connsiteX162" fmla="*/ 9851721 w 9851721"/>
              <a:gd name="connsiteY162" fmla="*/ 2116899 h 5198301"/>
              <a:gd name="connsiteX163" fmla="*/ 9845458 w 9851721"/>
              <a:gd name="connsiteY163" fmla="*/ 2542784 h 5198301"/>
              <a:gd name="connsiteX164" fmla="*/ 9832932 w 9851721"/>
              <a:gd name="connsiteY164" fmla="*/ 2649255 h 5198301"/>
              <a:gd name="connsiteX165" fmla="*/ 9820406 w 9851721"/>
              <a:gd name="connsiteY165" fmla="*/ 2705622 h 5198301"/>
              <a:gd name="connsiteX166" fmla="*/ 9814143 w 9851721"/>
              <a:gd name="connsiteY166" fmla="*/ 2761989 h 5198301"/>
              <a:gd name="connsiteX167" fmla="*/ 9801616 w 9851721"/>
              <a:gd name="connsiteY167" fmla="*/ 2818356 h 5198301"/>
              <a:gd name="connsiteX168" fmla="*/ 9776564 w 9851721"/>
              <a:gd name="connsiteY168" fmla="*/ 2931090 h 5198301"/>
              <a:gd name="connsiteX169" fmla="*/ 9757775 w 9851721"/>
              <a:gd name="connsiteY169" fmla="*/ 2968668 h 5198301"/>
              <a:gd name="connsiteX170" fmla="*/ 9745249 w 9851721"/>
              <a:gd name="connsiteY170" fmla="*/ 3006247 h 5198301"/>
              <a:gd name="connsiteX171" fmla="*/ 9732723 w 9851721"/>
              <a:gd name="connsiteY171" fmla="*/ 3037562 h 5198301"/>
              <a:gd name="connsiteX172" fmla="*/ 9726460 w 9851721"/>
              <a:gd name="connsiteY172" fmla="*/ 3056351 h 5198301"/>
              <a:gd name="connsiteX173" fmla="*/ 9701408 w 9851721"/>
              <a:gd name="connsiteY173" fmla="*/ 3093929 h 5198301"/>
              <a:gd name="connsiteX174" fmla="*/ 9645041 w 9851721"/>
              <a:gd name="connsiteY174" fmla="*/ 3118981 h 5198301"/>
              <a:gd name="connsiteX175" fmla="*/ 9613726 w 9851721"/>
              <a:gd name="connsiteY175" fmla="*/ 3131507 h 5198301"/>
              <a:gd name="connsiteX176" fmla="*/ 9544833 w 9851721"/>
              <a:gd name="connsiteY176" fmla="*/ 3150296 h 5198301"/>
              <a:gd name="connsiteX177" fmla="*/ 9513518 w 9851721"/>
              <a:gd name="connsiteY177" fmla="*/ 3156559 h 5198301"/>
              <a:gd name="connsiteX178" fmla="*/ 9450888 w 9851721"/>
              <a:gd name="connsiteY178" fmla="*/ 3162822 h 5198301"/>
              <a:gd name="connsiteX179" fmla="*/ 9407047 w 9851721"/>
              <a:gd name="connsiteY179" fmla="*/ 3175348 h 5198301"/>
              <a:gd name="connsiteX180" fmla="*/ 9369469 w 9851721"/>
              <a:gd name="connsiteY180" fmla="*/ 3187874 h 5198301"/>
              <a:gd name="connsiteX181" fmla="*/ 9344416 w 9851721"/>
              <a:gd name="connsiteY181" fmla="*/ 3194137 h 5198301"/>
              <a:gd name="connsiteX182" fmla="*/ 9300575 w 9851721"/>
              <a:gd name="connsiteY182" fmla="*/ 3206663 h 5198301"/>
              <a:gd name="connsiteX183" fmla="*/ 9256734 w 9851721"/>
              <a:gd name="connsiteY183" fmla="*/ 3200400 h 5198301"/>
              <a:gd name="connsiteX184" fmla="*/ 9237945 w 9851721"/>
              <a:gd name="connsiteY184" fmla="*/ 3206663 h 5198301"/>
              <a:gd name="connsiteX185" fmla="*/ 9225419 w 9851721"/>
              <a:gd name="connsiteY185" fmla="*/ 3212926 h 5198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9851721" h="5198301">
                <a:moveTo>
                  <a:pt x="9225419" y="3212926"/>
                </a:moveTo>
                <a:cubicBezTo>
                  <a:pt x="8845712" y="3191228"/>
                  <a:pt x="9079395" y="3199450"/>
                  <a:pt x="8523962" y="3206663"/>
                </a:cubicBezTo>
                <a:lnTo>
                  <a:pt x="7734822" y="3200400"/>
                </a:lnTo>
                <a:cubicBezTo>
                  <a:pt x="7209640" y="3193752"/>
                  <a:pt x="7696277" y="3200703"/>
                  <a:pt x="7471775" y="3187874"/>
                </a:cubicBezTo>
                <a:cubicBezTo>
                  <a:pt x="7419627" y="3184894"/>
                  <a:pt x="7367392" y="3183699"/>
                  <a:pt x="7315200" y="3181611"/>
                </a:cubicBezTo>
                <a:cubicBezTo>
                  <a:pt x="7211245" y="3183403"/>
                  <a:pt x="6919483" y="3186198"/>
                  <a:pt x="6776581" y="3194137"/>
                </a:cubicBezTo>
                <a:cubicBezTo>
                  <a:pt x="6693903" y="3198730"/>
                  <a:pt x="6755097" y="3197718"/>
                  <a:pt x="6701425" y="3206663"/>
                </a:cubicBezTo>
                <a:cubicBezTo>
                  <a:pt x="6672303" y="3211517"/>
                  <a:pt x="6613743" y="3219189"/>
                  <a:pt x="6613743" y="3219189"/>
                </a:cubicBezTo>
                <a:lnTo>
                  <a:pt x="6156543" y="3212926"/>
                </a:lnTo>
                <a:cubicBezTo>
                  <a:pt x="6063376" y="3212926"/>
                  <a:pt x="6022026" y="3200740"/>
                  <a:pt x="5956126" y="3225452"/>
                </a:cubicBezTo>
                <a:cubicBezTo>
                  <a:pt x="5945599" y="3229399"/>
                  <a:pt x="5935249" y="3233803"/>
                  <a:pt x="5924811" y="3237978"/>
                </a:cubicBezTo>
                <a:cubicBezTo>
                  <a:pt x="5912395" y="3250394"/>
                  <a:pt x="5894864" y="3264650"/>
                  <a:pt x="5887233" y="3281819"/>
                </a:cubicBezTo>
                <a:cubicBezTo>
                  <a:pt x="5881871" y="3293885"/>
                  <a:pt x="5874707" y="3319397"/>
                  <a:pt x="5874707" y="3319397"/>
                </a:cubicBezTo>
                <a:cubicBezTo>
                  <a:pt x="5876795" y="3359063"/>
                  <a:pt x="5877374" y="3398837"/>
                  <a:pt x="5880970" y="3438394"/>
                </a:cubicBezTo>
                <a:cubicBezTo>
                  <a:pt x="5883643" y="3467797"/>
                  <a:pt x="5889321" y="3496849"/>
                  <a:pt x="5893496" y="3526077"/>
                </a:cubicBezTo>
                <a:cubicBezTo>
                  <a:pt x="5899300" y="3566705"/>
                  <a:pt x="5901165" y="3577931"/>
                  <a:pt x="5906022" y="3620022"/>
                </a:cubicBezTo>
                <a:cubicBezTo>
                  <a:pt x="5910356" y="3657582"/>
                  <a:pt x="5913858" y="3695239"/>
                  <a:pt x="5918548" y="3732756"/>
                </a:cubicBezTo>
                <a:cubicBezTo>
                  <a:pt x="5920636" y="3749457"/>
                  <a:pt x="5921886" y="3766285"/>
                  <a:pt x="5924811" y="3782860"/>
                </a:cubicBezTo>
                <a:cubicBezTo>
                  <a:pt x="5928156" y="3801814"/>
                  <a:pt x="5933162" y="3820438"/>
                  <a:pt x="5937337" y="3839227"/>
                </a:cubicBezTo>
                <a:cubicBezTo>
                  <a:pt x="5941512" y="3885156"/>
                  <a:pt x="5948617" y="3930912"/>
                  <a:pt x="5949863" y="3977014"/>
                </a:cubicBezTo>
                <a:cubicBezTo>
                  <a:pt x="5957932" y="4275559"/>
                  <a:pt x="5953712" y="4131511"/>
                  <a:pt x="5962389" y="4409162"/>
                </a:cubicBezTo>
                <a:cubicBezTo>
                  <a:pt x="5960301" y="4553211"/>
                  <a:pt x="5959596" y="4697287"/>
                  <a:pt x="5956126" y="4841310"/>
                </a:cubicBezTo>
                <a:cubicBezTo>
                  <a:pt x="5954880" y="4893033"/>
                  <a:pt x="5952114" y="4921162"/>
                  <a:pt x="5943600" y="4966570"/>
                </a:cubicBezTo>
                <a:cubicBezTo>
                  <a:pt x="5943171" y="4968857"/>
                  <a:pt x="5938085" y="5035430"/>
                  <a:pt x="5918548" y="5047989"/>
                </a:cubicBezTo>
                <a:cubicBezTo>
                  <a:pt x="5894987" y="5063135"/>
                  <a:pt x="5868444" y="5073041"/>
                  <a:pt x="5843392" y="5085567"/>
                </a:cubicBezTo>
                <a:cubicBezTo>
                  <a:pt x="5774578" y="5119974"/>
                  <a:pt x="5795833" y="5111858"/>
                  <a:pt x="5705606" y="5141934"/>
                </a:cubicBezTo>
                <a:cubicBezTo>
                  <a:pt x="5691187" y="5146740"/>
                  <a:pt x="5676625" y="5151275"/>
                  <a:pt x="5661764" y="5154460"/>
                </a:cubicBezTo>
                <a:cubicBezTo>
                  <a:pt x="5647330" y="5157553"/>
                  <a:pt x="5632398" y="5157828"/>
                  <a:pt x="5617923" y="5160723"/>
                </a:cubicBezTo>
                <a:cubicBezTo>
                  <a:pt x="5601042" y="5164099"/>
                  <a:pt x="5584800" y="5170419"/>
                  <a:pt x="5567819" y="5173249"/>
                </a:cubicBezTo>
                <a:cubicBezTo>
                  <a:pt x="5474716" y="5188766"/>
                  <a:pt x="5461127" y="5184828"/>
                  <a:pt x="5367403" y="5192038"/>
                </a:cubicBezTo>
                <a:cubicBezTo>
                  <a:pt x="5346484" y="5193647"/>
                  <a:pt x="5325650" y="5196213"/>
                  <a:pt x="5304773" y="5198301"/>
                </a:cubicBezTo>
                <a:lnTo>
                  <a:pt x="4622104" y="5179512"/>
                </a:lnTo>
                <a:lnTo>
                  <a:pt x="4409162" y="5185775"/>
                </a:lnTo>
                <a:cubicBezTo>
                  <a:pt x="4375721" y="5187113"/>
                  <a:pt x="4342421" y="5192038"/>
                  <a:pt x="4308953" y="5192038"/>
                </a:cubicBezTo>
                <a:cubicBezTo>
                  <a:pt x="4187850" y="5192038"/>
                  <a:pt x="4066784" y="5187863"/>
                  <a:pt x="3945699" y="5185775"/>
                </a:cubicBezTo>
                <a:cubicBezTo>
                  <a:pt x="3730319" y="5167827"/>
                  <a:pt x="4072177" y="5195314"/>
                  <a:pt x="3726493" y="5173249"/>
                </a:cubicBezTo>
                <a:cubicBezTo>
                  <a:pt x="3676317" y="5170046"/>
                  <a:pt x="3626285" y="5164898"/>
                  <a:pt x="3576181" y="5160723"/>
                </a:cubicBezTo>
                <a:cubicBezTo>
                  <a:pt x="3551129" y="5158635"/>
                  <a:pt x="3526152" y="5155221"/>
                  <a:pt x="3501025" y="5154460"/>
                </a:cubicBezTo>
                <a:cubicBezTo>
                  <a:pt x="3360552" y="5150203"/>
                  <a:pt x="3288381" y="5149060"/>
                  <a:pt x="3156559" y="5141934"/>
                </a:cubicBezTo>
                <a:cubicBezTo>
                  <a:pt x="3125220" y="5140240"/>
                  <a:pt x="3093976" y="5136862"/>
                  <a:pt x="3062614" y="5135671"/>
                </a:cubicBezTo>
                <a:lnTo>
                  <a:pt x="2661781" y="5123145"/>
                </a:lnTo>
                <a:cubicBezTo>
                  <a:pt x="2496997" y="5106667"/>
                  <a:pt x="2578425" y="5112824"/>
                  <a:pt x="2417523" y="5104356"/>
                </a:cubicBezTo>
                <a:cubicBezTo>
                  <a:pt x="2378142" y="5091229"/>
                  <a:pt x="2407488" y="5099478"/>
                  <a:pt x="2336104" y="5091830"/>
                </a:cubicBezTo>
                <a:lnTo>
                  <a:pt x="2223370" y="5079304"/>
                </a:lnTo>
                <a:cubicBezTo>
                  <a:pt x="2154507" y="5070696"/>
                  <a:pt x="2189994" y="5074900"/>
                  <a:pt x="2116899" y="5066778"/>
                </a:cubicBezTo>
                <a:cubicBezTo>
                  <a:pt x="2110636" y="5064690"/>
                  <a:pt x="2104645" y="5061449"/>
                  <a:pt x="2098110" y="5060515"/>
                </a:cubicBezTo>
                <a:cubicBezTo>
                  <a:pt x="2060680" y="5055168"/>
                  <a:pt x="1985375" y="5047989"/>
                  <a:pt x="1985375" y="5047989"/>
                </a:cubicBezTo>
                <a:cubicBezTo>
                  <a:pt x="1979112" y="5045901"/>
                  <a:pt x="1972991" y="5043327"/>
                  <a:pt x="1966586" y="5041726"/>
                </a:cubicBezTo>
                <a:cubicBezTo>
                  <a:pt x="1886801" y="5021780"/>
                  <a:pt x="1868009" y="5024516"/>
                  <a:pt x="1766170" y="5004148"/>
                </a:cubicBezTo>
                <a:cubicBezTo>
                  <a:pt x="1745293" y="4999973"/>
                  <a:pt x="1724141" y="4996996"/>
                  <a:pt x="1703540" y="4991622"/>
                </a:cubicBezTo>
                <a:cubicBezTo>
                  <a:pt x="1690757" y="4988287"/>
                  <a:pt x="1572908" y="4949968"/>
                  <a:pt x="1553227" y="4947781"/>
                </a:cubicBezTo>
                <a:lnTo>
                  <a:pt x="1496860" y="4941518"/>
                </a:lnTo>
                <a:cubicBezTo>
                  <a:pt x="1368051" y="4902875"/>
                  <a:pt x="1502603" y="4940707"/>
                  <a:pt x="1365337" y="4910203"/>
                </a:cubicBezTo>
                <a:cubicBezTo>
                  <a:pt x="1350500" y="4906906"/>
                  <a:pt x="1336290" y="4901158"/>
                  <a:pt x="1321496" y="4897677"/>
                </a:cubicBezTo>
                <a:cubicBezTo>
                  <a:pt x="1300772" y="4892801"/>
                  <a:pt x="1279611" y="4889938"/>
                  <a:pt x="1258866" y="4885151"/>
                </a:cubicBezTo>
                <a:cubicBezTo>
                  <a:pt x="1252433" y="4883667"/>
                  <a:pt x="1246522" y="4880320"/>
                  <a:pt x="1240077" y="4878888"/>
                </a:cubicBezTo>
                <a:cubicBezTo>
                  <a:pt x="1226645" y="4875903"/>
                  <a:pt x="1170074" y="4867789"/>
                  <a:pt x="1158658" y="4866362"/>
                </a:cubicBezTo>
                <a:cubicBezTo>
                  <a:pt x="1139899" y="4864017"/>
                  <a:pt x="1120964" y="4863047"/>
                  <a:pt x="1102290" y="4860099"/>
                </a:cubicBezTo>
                <a:cubicBezTo>
                  <a:pt x="1069252" y="4854883"/>
                  <a:pt x="1022736" y="4844096"/>
                  <a:pt x="989556" y="4835047"/>
                </a:cubicBezTo>
                <a:cubicBezTo>
                  <a:pt x="983187" y="4833310"/>
                  <a:pt x="977136" y="4830521"/>
                  <a:pt x="970767" y="4828784"/>
                </a:cubicBezTo>
                <a:cubicBezTo>
                  <a:pt x="954158" y="4824254"/>
                  <a:pt x="936995" y="4821701"/>
                  <a:pt x="920663" y="4816257"/>
                </a:cubicBezTo>
                <a:cubicBezTo>
                  <a:pt x="911806" y="4813304"/>
                  <a:pt x="904088" y="4807643"/>
                  <a:pt x="895611" y="4803731"/>
                </a:cubicBezTo>
                <a:cubicBezTo>
                  <a:pt x="876942" y="4795115"/>
                  <a:pt x="857025" y="4789003"/>
                  <a:pt x="839244" y="4778679"/>
                </a:cubicBezTo>
                <a:cubicBezTo>
                  <a:pt x="792165" y="4751343"/>
                  <a:pt x="752004" y="4711215"/>
                  <a:pt x="701458" y="4690997"/>
                </a:cubicBezTo>
                <a:cubicBezTo>
                  <a:pt x="691020" y="4686822"/>
                  <a:pt x="679904" y="4684049"/>
                  <a:pt x="670143" y="4678471"/>
                </a:cubicBezTo>
                <a:cubicBezTo>
                  <a:pt x="567909" y="4620052"/>
                  <a:pt x="652919" y="4656551"/>
                  <a:pt x="582460" y="4628367"/>
                </a:cubicBezTo>
                <a:cubicBezTo>
                  <a:pt x="543631" y="4594391"/>
                  <a:pt x="487483" y="4547223"/>
                  <a:pt x="457200" y="4509370"/>
                </a:cubicBezTo>
                <a:cubicBezTo>
                  <a:pt x="425223" y="4469399"/>
                  <a:pt x="392866" y="4430806"/>
                  <a:pt x="369518" y="4384110"/>
                </a:cubicBezTo>
                <a:cubicBezTo>
                  <a:pt x="328491" y="4302054"/>
                  <a:pt x="334295" y="4317971"/>
                  <a:pt x="300625" y="4233797"/>
                </a:cubicBezTo>
                <a:cubicBezTo>
                  <a:pt x="294000" y="4217236"/>
                  <a:pt x="287082" y="4200741"/>
                  <a:pt x="281836" y="4183693"/>
                </a:cubicBezTo>
                <a:cubicBezTo>
                  <a:pt x="277998" y="4171218"/>
                  <a:pt x="271460" y="4125548"/>
                  <a:pt x="269310" y="4114800"/>
                </a:cubicBezTo>
                <a:cubicBezTo>
                  <a:pt x="265088" y="4093689"/>
                  <a:pt x="246967" y="4034472"/>
                  <a:pt x="244258" y="4027118"/>
                </a:cubicBezTo>
                <a:cubicBezTo>
                  <a:pt x="237150" y="4007825"/>
                  <a:pt x="226498" y="3989976"/>
                  <a:pt x="219206" y="3970751"/>
                </a:cubicBezTo>
                <a:cubicBezTo>
                  <a:pt x="203517" y="3929389"/>
                  <a:pt x="191793" y="3886563"/>
                  <a:pt x="175364" y="3845490"/>
                </a:cubicBezTo>
                <a:cubicBezTo>
                  <a:pt x="171189" y="3835052"/>
                  <a:pt x="167490" y="3824410"/>
                  <a:pt x="162838" y="3814175"/>
                </a:cubicBezTo>
                <a:cubicBezTo>
                  <a:pt x="157043" y="3801426"/>
                  <a:pt x="149435" y="3789524"/>
                  <a:pt x="144049" y="3776597"/>
                </a:cubicBezTo>
                <a:cubicBezTo>
                  <a:pt x="138971" y="3764409"/>
                  <a:pt x="135698" y="3751545"/>
                  <a:pt x="131523" y="3739019"/>
                </a:cubicBezTo>
                <a:cubicBezTo>
                  <a:pt x="129435" y="3724405"/>
                  <a:pt x="127901" y="3709702"/>
                  <a:pt x="125260" y="3695178"/>
                </a:cubicBezTo>
                <a:cubicBezTo>
                  <a:pt x="123720" y="3686709"/>
                  <a:pt x="120537" y="3678595"/>
                  <a:pt x="118997" y="3670126"/>
                </a:cubicBezTo>
                <a:cubicBezTo>
                  <a:pt x="116356" y="3655602"/>
                  <a:pt x="115161" y="3640846"/>
                  <a:pt x="112734" y="3626285"/>
                </a:cubicBezTo>
                <a:cubicBezTo>
                  <a:pt x="110984" y="3615785"/>
                  <a:pt x="108321" y="3605453"/>
                  <a:pt x="106471" y="3594970"/>
                </a:cubicBezTo>
                <a:cubicBezTo>
                  <a:pt x="91158" y="3508198"/>
                  <a:pt x="102419" y="3545235"/>
                  <a:pt x="87682" y="3501025"/>
                </a:cubicBezTo>
                <a:cubicBezTo>
                  <a:pt x="85594" y="3486411"/>
                  <a:pt x="83846" y="3471745"/>
                  <a:pt x="81419" y="3457184"/>
                </a:cubicBezTo>
                <a:cubicBezTo>
                  <a:pt x="79669" y="3446683"/>
                  <a:pt x="76400" y="3436440"/>
                  <a:pt x="75156" y="3425868"/>
                </a:cubicBezTo>
                <a:cubicBezTo>
                  <a:pt x="65625" y="3344850"/>
                  <a:pt x="57000" y="3104683"/>
                  <a:pt x="56367" y="3093929"/>
                </a:cubicBezTo>
                <a:cubicBezTo>
                  <a:pt x="53048" y="3037505"/>
                  <a:pt x="47601" y="2981224"/>
                  <a:pt x="43841" y="2924827"/>
                </a:cubicBezTo>
                <a:cubicBezTo>
                  <a:pt x="35213" y="2795409"/>
                  <a:pt x="39421" y="2862212"/>
                  <a:pt x="31315" y="2724411"/>
                </a:cubicBezTo>
                <a:cubicBezTo>
                  <a:pt x="32347" y="2696544"/>
                  <a:pt x="38869" y="2492296"/>
                  <a:pt x="43841" y="2442575"/>
                </a:cubicBezTo>
                <a:cubicBezTo>
                  <a:pt x="46368" y="2417303"/>
                  <a:pt x="56367" y="2367419"/>
                  <a:pt x="56367" y="2367419"/>
                </a:cubicBezTo>
                <a:cubicBezTo>
                  <a:pt x="60542" y="2283912"/>
                  <a:pt x="70932" y="2200485"/>
                  <a:pt x="68893" y="2116899"/>
                </a:cubicBezTo>
                <a:cubicBezTo>
                  <a:pt x="65324" y="1970564"/>
                  <a:pt x="64179" y="1856684"/>
                  <a:pt x="56367" y="1716066"/>
                </a:cubicBezTo>
                <a:cubicBezTo>
                  <a:pt x="52770" y="1651313"/>
                  <a:pt x="51885" y="1586264"/>
                  <a:pt x="43841" y="1521912"/>
                </a:cubicBezTo>
                <a:cubicBezTo>
                  <a:pt x="24581" y="1367830"/>
                  <a:pt x="53362" y="1585302"/>
                  <a:pt x="25052" y="1415441"/>
                </a:cubicBezTo>
                <a:cubicBezTo>
                  <a:pt x="21944" y="1396794"/>
                  <a:pt x="21134" y="1377833"/>
                  <a:pt x="18789" y="1359074"/>
                </a:cubicBezTo>
                <a:cubicBezTo>
                  <a:pt x="12996" y="1312731"/>
                  <a:pt x="10130" y="1309143"/>
                  <a:pt x="6263" y="1258866"/>
                </a:cubicBezTo>
                <a:cubicBezTo>
                  <a:pt x="3536" y="1223419"/>
                  <a:pt x="2088" y="1187885"/>
                  <a:pt x="0" y="1152394"/>
                </a:cubicBezTo>
                <a:cubicBezTo>
                  <a:pt x="2088" y="1010433"/>
                  <a:pt x="2715" y="868442"/>
                  <a:pt x="6263" y="726510"/>
                </a:cubicBezTo>
                <a:cubicBezTo>
                  <a:pt x="7722" y="668164"/>
                  <a:pt x="12512" y="657729"/>
                  <a:pt x="18789" y="607512"/>
                </a:cubicBezTo>
                <a:cubicBezTo>
                  <a:pt x="21134" y="588753"/>
                  <a:pt x="21767" y="569762"/>
                  <a:pt x="25052" y="551145"/>
                </a:cubicBezTo>
                <a:cubicBezTo>
                  <a:pt x="28044" y="534192"/>
                  <a:pt x="32134" y="517373"/>
                  <a:pt x="37578" y="501041"/>
                </a:cubicBezTo>
                <a:cubicBezTo>
                  <a:pt x="39666" y="494778"/>
                  <a:pt x="40179" y="487745"/>
                  <a:pt x="43841" y="482252"/>
                </a:cubicBezTo>
                <a:cubicBezTo>
                  <a:pt x="57882" y="461190"/>
                  <a:pt x="114809" y="389184"/>
                  <a:pt x="137786" y="375781"/>
                </a:cubicBezTo>
                <a:cubicBezTo>
                  <a:pt x="197783" y="340783"/>
                  <a:pt x="195655" y="337088"/>
                  <a:pt x="244258" y="319414"/>
                </a:cubicBezTo>
                <a:cubicBezTo>
                  <a:pt x="294058" y="301305"/>
                  <a:pt x="270758" y="309778"/>
                  <a:pt x="325677" y="300625"/>
                </a:cubicBezTo>
                <a:cubicBezTo>
                  <a:pt x="353494" y="295989"/>
                  <a:pt x="371379" y="289597"/>
                  <a:pt x="400833" y="288099"/>
                </a:cubicBezTo>
                <a:cubicBezTo>
                  <a:pt x="509332" y="282582"/>
                  <a:pt x="617892" y="277703"/>
                  <a:pt x="726510" y="275573"/>
                </a:cubicBezTo>
                <a:lnTo>
                  <a:pt x="1045923" y="269310"/>
                </a:lnTo>
                <a:lnTo>
                  <a:pt x="1515649" y="263047"/>
                </a:lnTo>
                <a:cubicBezTo>
                  <a:pt x="1572016" y="258871"/>
                  <a:pt x="1628484" y="255879"/>
                  <a:pt x="1684751" y="250520"/>
                </a:cubicBezTo>
                <a:cubicBezTo>
                  <a:pt x="1716201" y="247525"/>
                  <a:pt x="1747297" y="241483"/>
                  <a:pt x="1778696" y="237994"/>
                </a:cubicBezTo>
                <a:cubicBezTo>
                  <a:pt x="1841253" y="231043"/>
                  <a:pt x="1903861" y="224432"/>
                  <a:pt x="1966586" y="219205"/>
                </a:cubicBezTo>
                <a:cubicBezTo>
                  <a:pt x="2029139" y="213992"/>
                  <a:pt x="2091965" y="212362"/>
                  <a:pt x="2154477" y="206679"/>
                </a:cubicBezTo>
                <a:cubicBezTo>
                  <a:pt x="2481850" y="176918"/>
                  <a:pt x="2135343" y="194398"/>
                  <a:pt x="2480153" y="181627"/>
                </a:cubicBezTo>
                <a:lnTo>
                  <a:pt x="2636729" y="169101"/>
                </a:lnTo>
                <a:cubicBezTo>
                  <a:pt x="2772383" y="160057"/>
                  <a:pt x="2908339" y="155339"/>
                  <a:pt x="3043825" y="144049"/>
                </a:cubicBezTo>
                <a:lnTo>
                  <a:pt x="3194137" y="131523"/>
                </a:lnTo>
                <a:cubicBezTo>
                  <a:pt x="3306847" y="122853"/>
                  <a:pt x="3419811" y="117245"/>
                  <a:pt x="3532340" y="106471"/>
                </a:cubicBezTo>
                <a:cubicBezTo>
                  <a:pt x="3777700" y="82979"/>
                  <a:pt x="3724651" y="76182"/>
                  <a:pt x="3914384" y="62630"/>
                </a:cubicBezTo>
                <a:cubicBezTo>
                  <a:pt x="4116642" y="48183"/>
                  <a:pt x="4319274" y="43537"/>
                  <a:pt x="4521896" y="37578"/>
                </a:cubicBezTo>
                <a:cubicBezTo>
                  <a:pt x="4962005" y="-5013"/>
                  <a:pt x="4536005" y="33749"/>
                  <a:pt x="4822521" y="12526"/>
                </a:cubicBezTo>
                <a:cubicBezTo>
                  <a:pt x="4843444" y="10976"/>
                  <a:pt x="4864191" y="7195"/>
                  <a:pt x="4885151" y="6263"/>
                </a:cubicBezTo>
                <a:cubicBezTo>
                  <a:pt x="4958177" y="3017"/>
                  <a:pt x="5031288" y="2088"/>
                  <a:pt x="5104356" y="0"/>
                </a:cubicBezTo>
                <a:lnTo>
                  <a:pt x="5592871" y="12526"/>
                </a:lnTo>
                <a:cubicBezTo>
                  <a:pt x="6008104" y="26602"/>
                  <a:pt x="5379332" y="10327"/>
                  <a:pt x="6012493" y="25052"/>
                </a:cubicBezTo>
                <a:cubicBezTo>
                  <a:pt x="6192928" y="40088"/>
                  <a:pt x="6026006" y="27726"/>
                  <a:pt x="6375748" y="37578"/>
                </a:cubicBezTo>
                <a:cubicBezTo>
                  <a:pt x="6427961" y="39049"/>
                  <a:pt x="6480131" y="41753"/>
                  <a:pt x="6532323" y="43841"/>
                </a:cubicBezTo>
                <a:lnTo>
                  <a:pt x="6607479" y="50104"/>
                </a:lnTo>
                <a:lnTo>
                  <a:pt x="6695162" y="56367"/>
                </a:lnTo>
                <a:lnTo>
                  <a:pt x="6883052" y="75156"/>
                </a:lnTo>
                <a:lnTo>
                  <a:pt x="7196203" y="100208"/>
                </a:lnTo>
                <a:lnTo>
                  <a:pt x="7271359" y="106471"/>
                </a:lnTo>
                <a:lnTo>
                  <a:pt x="7534406" y="131523"/>
                </a:lnTo>
                <a:lnTo>
                  <a:pt x="7678455" y="144049"/>
                </a:lnTo>
                <a:lnTo>
                  <a:pt x="7947764" y="169101"/>
                </a:lnTo>
                <a:cubicBezTo>
                  <a:pt x="8003428" y="174488"/>
                  <a:pt x="8160917" y="190669"/>
                  <a:pt x="8179496" y="194153"/>
                </a:cubicBezTo>
                <a:cubicBezTo>
                  <a:pt x="8212899" y="200416"/>
                  <a:pt x="8246182" y="207355"/>
                  <a:pt x="8279704" y="212942"/>
                </a:cubicBezTo>
                <a:cubicBezTo>
                  <a:pt x="8331566" y="221586"/>
                  <a:pt x="8416928" y="231661"/>
                  <a:pt x="8467595" y="237994"/>
                </a:cubicBezTo>
                <a:cubicBezTo>
                  <a:pt x="8480121" y="242169"/>
                  <a:pt x="8492170" y="248225"/>
                  <a:pt x="8505173" y="250520"/>
                </a:cubicBezTo>
                <a:cubicBezTo>
                  <a:pt x="8547145" y="257927"/>
                  <a:pt x="8595886" y="252986"/>
                  <a:pt x="8636696" y="269310"/>
                </a:cubicBezTo>
                <a:cubicBezTo>
                  <a:pt x="8647134" y="273485"/>
                  <a:pt x="8657345" y="278281"/>
                  <a:pt x="8668011" y="281836"/>
                </a:cubicBezTo>
                <a:cubicBezTo>
                  <a:pt x="8676177" y="284558"/>
                  <a:pt x="8684787" y="285734"/>
                  <a:pt x="8693063" y="288099"/>
                </a:cubicBezTo>
                <a:cubicBezTo>
                  <a:pt x="8714020" y="294087"/>
                  <a:pt x="8735167" y="299557"/>
                  <a:pt x="8755693" y="306888"/>
                </a:cubicBezTo>
                <a:cubicBezTo>
                  <a:pt x="8793664" y="320449"/>
                  <a:pt x="8832364" y="332698"/>
                  <a:pt x="8868427" y="350729"/>
                </a:cubicBezTo>
                <a:cubicBezTo>
                  <a:pt x="8880953" y="356992"/>
                  <a:pt x="8893134" y="364001"/>
                  <a:pt x="8906006" y="369518"/>
                </a:cubicBezTo>
                <a:cubicBezTo>
                  <a:pt x="9084128" y="445855"/>
                  <a:pt x="8834694" y="330731"/>
                  <a:pt x="8999951" y="413359"/>
                </a:cubicBezTo>
                <a:cubicBezTo>
                  <a:pt x="9005856" y="416311"/>
                  <a:pt x="9012944" y="416461"/>
                  <a:pt x="9018740" y="419622"/>
                </a:cubicBezTo>
                <a:cubicBezTo>
                  <a:pt x="9045271" y="434094"/>
                  <a:pt x="9088199" y="463527"/>
                  <a:pt x="9112685" y="482252"/>
                </a:cubicBezTo>
                <a:cubicBezTo>
                  <a:pt x="9133922" y="498492"/>
                  <a:pt x="9155333" y="514594"/>
                  <a:pt x="9175315" y="532356"/>
                </a:cubicBezTo>
                <a:cubicBezTo>
                  <a:pt x="9192968" y="548048"/>
                  <a:pt x="9208188" y="566306"/>
                  <a:pt x="9225419" y="582460"/>
                </a:cubicBezTo>
                <a:cubicBezTo>
                  <a:pt x="9241609" y="597638"/>
                  <a:pt x="9260422" y="610039"/>
                  <a:pt x="9275523" y="626301"/>
                </a:cubicBezTo>
                <a:cubicBezTo>
                  <a:pt x="9341941" y="697828"/>
                  <a:pt x="9426025" y="758203"/>
                  <a:pt x="9469677" y="845507"/>
                </a:cubicBezTo>
                <a:cubicBezTo>
                  <a:pt x="9507938" y="922029"/>
                  <a:pt x="9501702" y="913422"/>
                  <a:pt x="9601200" y="1027134"/>
                </a:cubicBezTo>
                <a:cubicBezTo>
                  <a:pt x="9615814" y="1043835"/>
                  <a:pt x="9632243" y="1059108"/>
                  <a:pt x="9645041" y="1077238"/>
                </a:cubicBezTo>
                <a:cubicBezTo>
                  <a:pt x="9657436" y="1094798"/>
                  <a:pt x="9665526" y="1115039"/>
                  <a:pt x="9676356" y="1133605"/>
                </a:cubicBezTo>
                <a:cubicBezTo>
                  <a:pt x="9717090" y="1203434"/>
                  <a:pt x="9648344" y="1046597"/>
                  <a:pt x="9738986" y="1252603"/>
                </a:cubicBezTo>
                <a:cubicBezTo>
                  <a:pt x="9743815" y="1263577"/>
                  <a:pt x="9760222" y="1313033"/>
                  <a:pt x="9764038" y="1334022"/>
                </a:cubicBezTo>
                <a:cubicBezTo>
                  <a:pt x="9766679" y="1348546"/>
                  <a:pt x="9767260" y="1363418"/>
                  <a:pt x="9770301" y="1377863"/>
                </a:cubicBezTo>
                <a:cubicBezTo>
                  <a:pt x="9775621" y="1403132"/>
                  <a:pt x="9783488" y="1427811"/>
                  <a:pt x="9789090" y="1453019"/>
                </a:cubicBezTo>
                <a:cubicBezTo>
                  <a:pt x="9793265" y="1471808"/>
                  <a:pt x="9798232" y="1490438"/>
                  <a:pt x="9801616" y="1509386"/>
                </a:cubicBezTo>
                <a:cubicBezTo>
                  <a:pt x="9808675" y="1548918"/>
                  <a:pt x="9820406" y="1628384"/>
                  <a:pt x="9820406" y="1628384"/>
                </a:cubicBezTo>
                <a:cubicBezTo>
                  <a:pt x="9822494" y="1663874"/>
                  <a:pt x="9825017" y="1699342"/>
                  <a:pt x="9826669" y="1734855"/>
                </a:cubicBezTo>
                <a:cubicBezTo>
                  <a:pt x="9829193" y="1789116"/>
                  <a:pt x="9829378" y="1843490"/>
                  <a:pt x="9832932" y="1897693"/>
                </a:cubicBezTo>
                <a:cubicBezTo>
                  <a:pt x="9837731" y="1970872"/>
                  <a:pt x="9851721" y="2116899"/>
                  <a:pt x="9851721" y="2116899"/>
                </a:cubicBezTo>
                <a:cubicBezTo>
                  <a:pt x="9849633" y="2258861"/>
                  <a:pt x="9849144" y="2400855"/>
                  <a:pt x="9845458" y="2542784"/>
                </a:cubicBezTo>
                <a:cubicBezTo>
                  <a:pt x="9845321" y="2548076"/>
                  <a:pt x="9834431" y="2640759"/>
                  <a:pt x="9832932" y="2649255"/>
                </a:cubicBezTo>
                <a:cubicBezTo>
                  <a:pt x="9829587" y="2668209"/>
                  <a:pt x="9823570" y="2686637"/>
                  <a:pt x="9820406" y="2705622"/>
                </a:cubicBezTo>
                <a:cubicBezTo>
                  <a:pt x="9817298" y="2724269"/>
                  <a:pt x="9817251" y="2743342"/>
                  <a:pt x="9814143" y="2761989"/>
                </a:cubicBezTo>
                <a:cubicBezTo>
                  <a:pt x="9810979" y="2780974"/>
                  <a:pt x="9804961" y="2799401"/>
                  <a:pt x="9801616" y="2818356"/>
                </a:cubicBezTo>
                <a:cubicBezTo>
                  <a:pt x="9789729" y="2885714"/>
                  <a:pt x="9803972" y="2858002"/>
                  <a:pt x="9776564" y="2931090"/>
                </a:cubicBezTo>
                <a:cubicBezTo>
                  <a:pt x="9771647" y="2944203"/>
                  <a:pt x="9763161" y="2955741"/>
                  <a:pt x="9757775" y="2968668"/>
                </a:cubicBezTo>
                <a:cubicBezTo>
                  <a:pt x="9752697" y="2980856"/>
                  <a:pt x="9749761" y="2993838"/>
                  <a:pt x="9745249" y="3006247"/>
                </a:cubicBezTo>
                <a:cubicBezTo>
                  <a:pt x="9741407" y="3016813"/>
                  <a:pt x="9736670" y="3027035"/>
                  <a:pt x="9732723" y="3037562"/>
                </a:cubicBezTo>
                <a:cubicBezTo>
                  <a:pt x="9730405" y="3043743"/>
                  <a:pt x="9729666" y="3050580"/>
                  <a:pt x="9726460" y="3056351"/>
                </a:cubicBezTo>
                <a:cubicBezTo>
                  <a:pt x="9719149" y="3069511"/>
                  <a:pt x="9713934" y="3085578"/>
                  <a:pt x="9701408" y="3093929"/>
                </a:cubicBezTo>
                <a:cubicBezTo>
                  <a:pt x="9665260" y="3118028"/>
                  <a:pt x="9700940" y="3096622"/>
                  <a:pt x="9645041" y="3118981"/>
                </a:cubicBezTo>
                <a:cubicBezTo>
                  <a:pt x="9634603" y="3123156"/>
                  <a:pt x="9624253" y="3127560"/>
                  <a:pt x="9613726" y="3131507"/>
                </a:cubicBezTo>
                <a:cubicBezTo>
                  <a:pt x="9593159" y="3139220"/>
                  <a:pt x="9563391" y="3146584"/>
                  <a:pt x="9544833" y="3150296"/>
                </a:cubicBezTo>
                <a:cubicBezTo>
                  <a:pt x="9534395" y="3152384"/>
                  <a:pt x="9524070" y="3155152"/>
                  <a:pt x="9513518" y="3156559"/>
                </a:cubicBezTo>
                <a:cubicBezTo>
                  <a:pt x="9492721" y="3159332"/>
                  <a:pt x="9471765" y="3160734"/>
                  <a:pt x="9450888" y="3162822"/>
                </a:cubicBezTo>
                <a:cubicBezTo>
                  <a:pt x="9387744" y="3183870"/>
                  <a:pt x="9485689" y="3151755"/>
                  <a:pt x="9407047" y="3175348"/>
                </a:cubicBezTo>
                <a:cubicBezTo>
                  <a:pt x="9394400" y="3179142"/>
                  <a:pt x="9382278" y="3184672"/>
                  <a:pt x="9369469" y="3187874"/>
                </a:cubicBezTo>
                <a:cubicBezTo>
                  <a:pt x="9361118" y="3189962"/>
                  <a:pt x="9352693" y="3191772"/>
                  <a:pt x="9344416" y="3194137"/>
                </a:cubicBezTo>
                <a:cubicBezTo>
                  <a:pt x="9281510" y="3212110"/>
                  <a:pt x="9378907" y="3187080"/>
                  <a:pt x="9300575" y="3206663"/>
                </a:cubicBezTo>
                <a:cubicBezTo>
                  <a:pt x="9285961" y="3204575"/>
                  <a:pt x="9271496" y="3200400"/>
                  <a:pt x="9256734" y="3200400"/>
                </a:cubicBezTo>
                <a:cubicBezTo>
                  <a:pt x="9250132" y="3200400"/>
                  <a:pt x="9244293" y="3204849"/>
                  <a:pt x="9237945" y="3206663"/>
                </a:cubicBezTo>
                <a:cubicBezTo>
                  <a:pt x="9210708" y="3214445"/>
                  <a:pt x="9218670" y="3212926"/>
                  <a:pt x="9225419" y="3212926"/>
                </a:cubicBezTo>
                <a:close/>
              </a:path>
            </a:pathLst>
          </a:custGeom>
          <a:noFill/>
          <a:ln w="1905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150BFE-FC3B-DA4E-9EDE-A7D07ECDABA4}"/>
              </a:ext>
            </a:extLst>
          </p:cNvPr>
          <p:cNvSpPr txBox="1"/>
          <p:nvPr/>
        </p:nvSpPr>
        <p:spPr>
          <a:xfrm>
            <a:off x="8963054" y="1203432"/>
            <a:ext cx="2295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7030A0"/>
                </a:solidFill>
              </a:rPr>
              <a:t>Affine transformations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E1FD35-79BB-E54A-BA44-939CBAF9F914}"/>
              </a:ext>
            </a:extLst>
          </p:cNvPr>
          <p:cNvSpPr txBox="1"/>
          <p:nvPr/>
        </p:nvSpPr>
        <p:spPr>
          <a:xfrm>
            <a:off x="8525184" y="6115788"/>
            <a:ext cx="2632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r>
              <a:rPr lang="en-VN" dirty="0"/>
              <a:t>ther: warping, morphing</a:t>
            </a:r>
          </a:p>
        </p:txBody>
      </p:sp>
    </p:spTree>
    <p:extLst>
      <p:ext uri="{BB962C8B-B14F-4D97-AF65-F5344CB8AC3E}">
        <p14:creationId xmlns:p14="http://schemas.microsoft.com/office/powerpoint/2010/main" val="249215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FD0A94-C742-1D4B-9EF0-69872C80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Two basic operations</a:t>
            </a:r>
            <a:br>
              <a:rPr lang="en-VN" dirty="0"/>
            </a:br>
            <a:r>
              <a:rPr lang="en-VN" dirty="0"/>
              <a:t>of geometric transformation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58944-DFDA-5848-B0A4-993834CB7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VN" dirty="0"/>
              <a:t>Spatial transformation of coordinates</a:t>
            </a:r>
          </a:p>
          <a:p>
            <a:pPr marL="514350" indent="-514350">
              <a:buFont typeface="+mj-lt"/>
              <a:buAutoNum type="arabicPeriod"/>
            </a:pPr>
            <a:endParaRPr lang="en-VN" dirty="0"/>
          </a:p>
          <a:p>
            <a:pPr marL="514350" indent="-514350">
              <a:buFont typeface="+mj-lt"/>
              <a:buAutoNum type="arabicPeriod"/>
            </a:pPr>
            <a:endParaRPr lang="en-VN" dirty="0"/>
          </a:p>
          <a:p>
            <a:pPr marL="514350" indent="-514350">
              <a:buFont typeface="+mj-lt"/>
              <a:buAutoNum type="arabicPeriod"/>
            </a:pPr>
            <a:r>
              <a:rPr lang="en-VN" dirty="0"/>
              <a:t>Intensity interpolation that assigns intensity values to the spatially transformed pixels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E40E6-E4A2-CE43-9B5E-2351DEF5A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009" y="2397777"/>
            <a:ext cx="1321497" cy="76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A2688E-4762-BC43-BB9A-5B515AA900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1" t="1507" r="1023" b="20998"/>
          <a:stretch/>
        </p:blipFill>
        <p:spPr>
          <a:xfrm>
            <a:off x="3313135" y="4453522"/>
            <a:ext cx="5242141" cy="17982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C96FD2-263B-CF40-B5A0-30609CDDAC20}"/>
                  </a:ext>
                </a:extLst>
              </p14:cNvPr>
              <p14:cNvContentPartPr/>
              <p14:nvPr/>
            </p14:nvContentPartPr>
            <p14:xfrm>
              <a:off x="4250693" y="5008902"/>
              <a:ext cx="50040" cy="51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C96FD2-263B-CF40-B5A0-30609CDDAC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42053" y="5000262"/>
                <a:ext cx="676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949A75C-24E9-9548-B447-B56A904C0DC6}"/>
                  </a:ext>
                </a:extLst>
              </p14:cNvPr>
              <p14:cNvContentPartPr/>
              <p14:nvPr/>
            </p14:nvContentPartPr>
            <p14:xfrm>
              <a:off x="4342493" y="5283582"/>
              <a:ext cx="27000" cy="45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49A75C-24E9-9548-B447-B56A904C0D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33493" y="5274582"/>
                <a:ext cx="446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1A7C66-A325-1B45-A115-17D5DDB70854}"/>
                  </a:ext>
                </a:extLst>
              </p14:cNvPr>
              <p14:cNvContentPartPr/>
              <p14:nvPr/>
            </p14:nvContentPartPr>
            <p14:xfrm>
              <a:off x="7628213" y="4784622"/>
              <a:ext cx="36720" cy="36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1A7C66-A325-1B45-A115-17D5DDB708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19213" y="4775622"/>
                <a:ext cx="54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D4F4E5E-5978-4542-B2AE-BC380388F1C1}"/>
                  </a:ext>
                </a:extLst>
              </p14:cNvPr>
              <p14:cNvContentPartPr/>
              <p14:nvPr/>
            </p14:nvContentPartPr>
            <p14:xfrm>
              <a:off x="7810373" y="5110782"/>
              <a:ext cx="49680" cy="55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D4F4E5E-5978-4542-B2AE-BC380388F1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01373" y="5102142"/>
                <a:ext cx="673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EC42D6F-3AC7-4744-A06D-F6C34A787555}"/>
                  </a:ext>
                </a:extLst>
              </p14:cNvPr>
              <p14:cNvContentPartPr/>
              <p14:nvPr/>
            </p14:nvContentPartPr>
            <p14:xfrm>
              <a:off x="3763613" y="5245422"/>
              <a:ext cx="109080" cy="76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EC42D6F-3AC7-4744-A06D-F6C34A7875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54613" y="5236422"/>
                <a:ext cx="12672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2279895-C0AE-5240-8860-6C9E48983BD2}"/>
              </a:ext>
            </a:extLst>
          </p:cNvPr>
          <p:cNvGrpSpPr/>
          <p:nvPr/>
        </p:nvGrpSpPr>
        <p:grpSpPr>
          <a:xfrm>
            <a:off x="7565213" y="5231742"/>
            <a:ext cx="69840" cy="48600"/>
            <a:chOff x="7565213" y="5231742"/>
            <a:chExt cx="69840" cy="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394D70-7332-1D46-BDFB-A0759313D75B}"/>
                    </a:ext>
                  </a:extLst>
                </p14:cNvPr>
                <p14:cNvContentPartPr/>
                <p14:nvPr/>
              </p14:nvContentPartPr>
              <p14:xfrm>
                <a:off x="7565213" y="5231742"/>
                <a:ext cx="69840" cy="4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394D70-7332-1D46-BDFB-A0759313D75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56213" y="5222742"/>
                  <a:ext cx="87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9CC54B7-2136-AC48-B163-1C8B393E570B}"/>
                    </a:ext>
                  </a:extLst>
                </p14:cNvPr>
                <p14:cNvContentPartPr/>
                <p14:nvPr/>
              </p14:nvContentPartPr>
              <p14:xfrm>
                <a:off x="7579253" y="5234622"/>
                <a:ext cx="31680" cy="43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9CC54B7-2136-AC48-B163-1C8B393E570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70613" y="5225982"/>
                  <a:ext cx="49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8994EB-5A61-3647-8967-AE15FF91BEFF}"/>
                    </a:ext>
                  </a:extLst>
                </p14:cNvPr>
                <p14:cNvContentPartPr/>
                <p14:nvPr/>
              </p14:nvContentPartPr>
              <p14:xfrm>
                <a:off x="7574573" y="5250102"/>
                <a:ext cx="30240" cy="3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8994EB-5A61-3647-8967-AE15FF91BE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65933" y="5241102"/>
                  <a:ext cx="4788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73F9ECF-608B-C642-9C9E-A9632C2EDF94}"/>
                  </a:ext>
                </a:extLst>
              </p14:cNvPr>
              <p14:cNvContentPartPr/>
              <p14:nvPr/>
            </p14:nvContentPartPr>
            <p14:xfrm>
              <a:off x="3727973" y="4935822"/>
              <a:ext cx="58320" cy="43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73F9ECF-608B-C642-9C9E-A9632C2EDF9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19333" y="4926822"/>
                <a:ext cx="759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4DF1140-6716-0C46-9C0A-DEB82C7C8882}"/>
                  </a:ext>
                </a:extLst>
              </p14:cNvPr>
              <p14:cNvContentPartPr/>
              <p14:nvPr/>
            </p14:nvContentPartPr>
            <p14:xfrm>
              <a:off x="7214573" y="4939062"/>
              <a:ext cx="74520" cy="48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4DF1140-6716-0C46-9C0A-DEB82C7C88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205573" y="4930422"/>
                <a:ext cx="9216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5F141FF-65F1-464D-9160-6B64310A6589}"/>
                  </a:ext>
                </a:extLst>
              </p14:cNvPr>
              <p14:cNvContentPartPr/>
              <p14:nvPr/>
            </p14:nvContentPartPr>
            <p14:xfrm>
              <a:off x="7313933" y="4882542"/>
              <a:ext cx="22680" cy="25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5F141FF-65F1-464D-9160-6B64310A65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05293" y="4873542"/>
                <a:ext cx="403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2952E9A-DFB8-0C47-92CD-B5E8F3C2F9B7}"/>
                  </a:ext>
                </a:extLst>
              </p14:cNvPr>
              <p14:cNvContentPartPr/>
              <p14:nvPr/>
            </p14:nvContentPartPr>
            <p14:xfrm>
              <a:off x="7703453" y="4880022"/>
              <a:ext cx="30960" cy="28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2952E9A-DFB8-0C47-92CD-B5E8F3C2F9B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94813" y="4871382"/>
                <a:ext cx="486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33B5755-A495-B841-993E-F7A4C043F4FB}"/>
                  </a:ext>
                </a:extLst>
              </p14:cNvPr>
              <p14:cNvContentPartPr/>
              <p14:nvPr/>
            </p14:nvContentPartPr>
            <p14:xfrm>
              <a:off x="8094053" y="4889382"/>
              <a:ext cx="18000" cy="320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33B5755-A495-B841-993E-F7A4C043F4F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85413" y="4880742"/>
                <a:ext cx="356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87B4CF3-1FE6-2F47-99D1-21AA0B0C90A4}"/>
                  </a:ext>
                </a:extLst>
              </p14:cNvPr>
              <p14:cNvContentPartPr/>
              <p14:nvPr/>
            </p14:nvContentPartPr>
            <p14:xfrm>
              <a:off x="8100173" y="5264862"/>
              <a:ext cx="36360" cy="41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87B4CF3-1FE6-2F47-99D1-21AA0B0C90A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91533" y="5255862"/>
                <a:ext cx="540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B1084A3-9AEC-1545-9848-6B99B230A038}"/>
                  </a:ext>
                </a:extLst>
              </p14:cNvPr>
              <p14:cNvContentPartPr/>
              <p14:nvPr/>
            </p14:nvContentPartPr>
            <p14:xfrm>
              <a:off x="7703453" y="5293302"/>
              <a:ext cx="27720" cy="26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B1084A3-9AEC-1545-9848-6B99B230A0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94453" y="5284662"/>
                <a:ext cx="45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C6C2943-40E8-F448-8CC3-7C8137C6C895}"/>
                  </a:ext>
                </a:extLst>
              </p14:cNvPr>
              <p14:cNvContentPartPr/>
              <p14:nvPr/>
            </p14:nvContentPartPr>
            <p14:xfrm>
              <a:off x="7288013" y="5274582"/>
              <a:ext cx="70200" cy="44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C6C2943-40E8-F448-8CC3-7C8137C6C8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279013" y="5265582"/>
                <a:ext cx="878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0073665-5A4F-7444-AEB2-1F58CB83BF0A}"/>
                  </a:ext>
                </a:extLst>
              </p14:cNvPr>
              <p14:cNvContentPartPr/>
              <p14:nvPr/>
            </p14:nvContentPartPr>
            <p14:xfrm>
              <a:off x="7327253" y="5673462"/>
              <a:ext cx="18360" cy="40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0073665-5A4F-7444-AEB2-1F58CB83BF0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18253" y="5664822"/>
                <a:ext cx="360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DEB69A7-3FB3-A444-BD1A-13D98D2EFED5}"/>
                  </a:ext>
                </a:extLst>
              </p14:cNvPr>
              <p14:cNvContentPartPr/>
              <p14:nvPr/>
            </p14:nvContentPartPr>
            <p14:xfrm>
              <a:off x="6908933" y="5672382"/>
              <a:ext cx="46080" cy="28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DEB69A7-3FB3-A444-BD1A-13D98D2EFE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99933" y="5663382"/>
                <a:ext cx="637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F90310C-95C7-DA4E-9CF6-68647E78069E}"/>
                  </a:ext>
                </a:extLst>
              </p14:cNvPr>
              <p14:cNvContentPartPr/>
              <p14:nvPr/>
            </p14:nvContentPartPr>
            <p14:xfrm>
              <a:off x="6907853" y="5299422"/>
              <a:ext cx="37080" cy="33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F90310C-95C7-DA4E-9CF6-68647E78069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98853" y="5290422"/>
                <a:ext cx="547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8369520-8229-0046-B991-DE86A0E9A9BD}"/>
                  </a:ext>
                </a:extLst>
              </p14:cNvPr>
              <p14:cNvContentPartPr/>
              <p14:nvPr/>
            </p14:nvContentPartPr>
            <p14:xfrm>
              <a:off x="6918653" y="4878582"/>
              <a:ext cx="26640" cy="45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8369520-8229-0046-B991-DE86A0E9A9B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09653" y="4869582"/>
                <a:ext cx="442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548E11E-0372-2D4F-95AF-3F3986F84EE2}"/>
                  </a:ext>
                </a:extLst>
              </p14:cNvPr>
              <p14:cNvContentPartPr/>
              <p14:nvPr/>
            </p14:nvContentPartPr>
            <p14:xfrm>
              <a:off x="8528213" y="4868502"/>
              <a:ext cx="8640" cy="35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548E11E-0372-2D4F-95AF-3F3986F84EE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19213" y="4859862"/>
                <a:ext cx="262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9AE2C6A-8018-784D-B10A-CD39828F4DD7}"/>
                  </a:ext>
                </a:extLst>
              </p14:cNvPr>
              <p14:cNvContentPartPr/>
              <p14:nvPr/>
            </p14:nvContentPartPr>
            <p14:xfrm>
              <a:off x="8510573" y="5271702"/>
              <a:ext cx="39960" cy="50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9AE2C6A-8018-784D-B10A-CD39828F4DD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01573" y="5263062"/>
                <a:ext cx="5760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3618C51-C9D6-3047-A33E-AFE13205188E}"/>
                  </a:ext>
                </a:extLst>
              </p14:cNvPr>
              <p14:cNvContentPartPr/>
              <p14:nvPr/>
            </p14:nvContentPartPr>
            <p14:xfrm>
              <a:off x="8487533" y="5657622"/>
              <a:ext cx="43200" cy="478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3618C51-C9D6-3047-A33E-AFE13205188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78893" y="5648982"/>
                <a:ext cx="608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8CBCF7B-7807-0D48-9729-962566FBF1B2}"/>
                  </a:ext>
                </a:extLst>
              </p14:cNvPr>
              <p14:cNvContentPartPr/>
              <p14:nvPr/>
            </p14:nvContentPartPr>
            <p14:xfrm>
              <a:off x="8503733" y="6059022"/>
              <a:ext cx="42480" cy="45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8CBCF7B-7807-0D48-9729-962566FBF1B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94733" y="6050022"/>
                <a:ext cx="601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593E0B4-C465-4044-9F78-C5E1CD341C8B}"/>
                  </a:ext>
                </a:extLst>
              </p14:cNvPr>
              <p14:cNvContentPartPr/>
              <p14:nvPr/>
            </p14:nvContentPartPr>
            <p14:xfrm>
              <a:off x="8101973" y="5646822"/>
              <a:ext cx="32760" cy="52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593E0B4-C465-4044-9F78-C5E1CD341C8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93333" y="5637822"/>
                <a:ext cx="504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665DD46-F88A-D446-BB6D-215FCE79AEFE}"/>
                  </a:ext>
                </a:extLst>
              </p14:cNvPr>
              <p14:cNvContentPartPr/>
              <p14:nvPr/>
            </p14:nvContentPartPr>
            <p14:xfrm>
              <a:off x="7698773" y="5673102"/>
              <a:ext cx="27720" cy="29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665DD46-F88A-D446-BB6D-215FCE79AEF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90133" y="5664462"/>
                <a:ext cx="453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7A6AB99-E6F4-7E43-9FA0-092E6C81200F}"/>
                  </a:ext>
                </a:extLst>
              </p14:cNvPr>
              <p14:cNvContentPartPr/>
              <p14:nvPr/>
            </p14:nvContentPartPr>
            <p14:xfrm>
              <a:off x="7705253" y="6046782"/>
              <a:ext cx="49680" cy="46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7A6AB99-E6F4-7E43-9FA0-092E6C81200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696613" y="6037782"/>
                <a:ext cx="673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40C7D53-182E-DB46-ABE8-517AF539ABBE}"/>
                  </a:ext>
                </a:extLst>
              </p14:cNvPr>
              <p14:cNvContentPartPr/>
              <p14:nvPr/>
            </p14:nvContentPartPr>
            <p14:xfrm>
              <a:off x="7304213" y="6055422"/>
              <a:ext cx="47160" cy="51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40C7D53-182E-DB46-ABE8-517AF539ABB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95573" y="6046782"/>
                <a:ext cx="648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342B879-7F83-8847-B876-0A80C9F7D307}"/>
                  </a:ext>
                </a:extLst>
              </p14:cNvPr>
              <p14:cNvContentPartPr/>
              <p14:nvPr/>
            </p14:nvContentPartPr>
            <p14:xfrm>
              <a:off x="6904613" y="6077742"/>
              <a:ext cx="29160" cy="30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342B879-7F83-8847-B876-0A80C9F7D30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95613" y="6068742"/>
                <a:ext cx="4680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ABACED89-C89F-C745-9EB6-8926C326A974}"/>
              </a:ext>
            </a:extLst>
          </p:cNvPr>
          <p:cNvGrpSpPr/>
          <p:nvPr/>
        </p:nvGrpSpPr>
        <p:grpSpPr>
          <a:xfrm>
            <a:off x="6891833" y="4471845"/>
            <a:ext cx="1621080" cy="43920"/>
            <a:chOff x="6905333" y="4495542"/>
            <a:chExt cx="1621080" cy="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2E76A75-18C5-7F4B-8F3D-E44277061B85}"/>
                    </a:ext>
                  </a:extLst>
                </p14:cNvPr>
                <p14:cNvContentPartPr/>
                <p14:nvPr/>
              </p14:nvContentPartPr>
              <p14:xfrm>
                <a:off x="6905333" y="4505982"/>
                <a:ext cx="19800" cy="25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2E76A75-18C5-7F4B-8F3D-E44277061B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96693" y="4497342"/>
                  <a:ext cx="37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F1E8BF-C473-884A-972D-D4B2D472308D}"/>
                    </a:ext>
                  </a:extLst>
                </p14:cNvPr>
                <p14:cNvContentPartPr/>
                <p14:nvPr/>
              </p14:nvContentPartPr>
              <p14:xfrm>
                <a:off x="7326533" y="4497702"/>
                <a:ext cx="14400" cy="21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F1E8BF-C473-884A-972D-D4B2D47230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17533" y="4488702"/>
                  <a:ext cx="32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353523-FEB0-5344-A0EB-7445D1E2A453}"/>
                    </a:ext>
                  </a:extLst>
                </p14:cNvPr>
                <p14:cNvContentPartPr/>
                <p14:nvPr/>
              </p14:nvContentPartPr>
              <p14:xfrm>
                <a:off x="7695893" y="4495542"/>
                <a:ext cx="26280" cy="42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353523-FEB0-5344-A0EB-7445D1E2A45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86893" y="4486542"/>
                  <a:ext cx="43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F40C6B9-5317-924E-A819-CE8C240B405A}"/>
                    </a:ext>
                  </a:extLst>
                </p14:cNvPr>
                <p14:cNvContentPartPr/>
                <p14:nvPr/>
              </p14:nvContentPartPr>
              <p14:xfrm>
                <a:off x="8098013" y="4508862"/>
                <a:ext cx="26280" cy="20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F40C6B9-5317-924E-A819-CE8C240B405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89373" y="4499862"/>
                  <a:ext cx="43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38544A-3A7C-C94A-B8FA-01B50FC2BAC9}"/>
                    </a:ext>
                  </a:extLst>
                </p14:cNvPr>
                <p14:cNvContentPartPr/>
                <p14:nvPr/>
              </p14:nvContentPartPr>
              <p14:xfrm>
                <a:off x="8500493" y="4503822"/>
                <a:ext cx="25920" cy="35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38544A-3A7C-C94A-B8FA-01B50FC2BAC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91493" y="4494822"/>
                  <a:ext cx="43560" cy="5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3352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C5019-8224-EA45-8F29-41924936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Forward vs backward (inverse)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CA48-6AC9-F141-BF9E-E0B4C1105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85537" cy="4351338"/>
          </a:xfrm>
        </p:spPr>
        <p:txBody>
          <a:bodyPr/>
          <a:lstStyle/>
          <a:p>
            <a:r>
              <a:rPr lang="en-VN" dirty="0"/>
              <a:t>Forward mapping:</a:t>
            </a:r>
          </a:p>
          <a:p>
            <a:pPr lvl="1"/>
            <a:r>
              <a:rPr lang="en-US" dirty="0"/>
              <a:t>I</a:t>
            </a:r>
            <a:r>
              <a:rPr lang="en-VN" dirty="0"/>
              <a:t>terates over pixels of the input image (x,y), computes new location (x’, y’), and copies its values to the new location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E83817-E701-5A4E-AA6D-F13870C0F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44" y="1470154"/>
            <a:ext cx="1867161" cy="861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FFED96-D50C-3049-A9CF-A32977EDA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540" y="3165493"/>
            <a:ext cx="4751075" cy="3279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E14345-5649-664F-B045-F70607BC2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90" y="3787014"/>
            <a:ext cx="4645068" cy="180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4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C5019-8224-EA45-8F29-41924936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Forward vs backward (inverse)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CA48-6AC9-F141-BF9E-E0B4C1105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20825" cy="4351338"/>
          </a:xfrm>
        </p:spPr>
        <p:txBody>
          <a:bodyPr/>
          <a:lstStyle/>
          <a:p>
            <a:r>
              <a:rPr lang="en-VN" dirty="0"/>
              <a:t>Backward mapping:</a:t>
            </a:r>
          </a:p>
          <a:p>
            <a:pPr lvl="1"/>
            <a:r>
              <a:rPr lang="en-US" dirty="0"/>
              <a:t>I</a:t>
            </a:r>
            <a:r>
              <a:rPr lang="en-VN" dirty="0"/>
              <a:t>terates over pixels of the output image and uses the inverse transformation to determine the position in the input image from which a value must be sampled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FB270-0307-EB4D-9E01-9EFAD91F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925" y="1485983"/>
            <a:ext cx="2119508" cy="8281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A3960D-3EE1-2540-A4F4-3CBED2153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81844"/>
            <a:ext cx="3724405" cy="1292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9CC704-BAE4-E349-A820-57DC9C423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491" y="3794611"/>
            <a:ext cx="4657595" cy="215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58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EB3482-B214-0C47-ABE0-100EAE5D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Inverse warping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B82D0-AD35-7E4B-B65D-61D20B59D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410" y="2165563"/>
            <a:ext cx="6273025" cy="405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22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BF96-DDD6-1D40-897A-500AFACF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Intensity interpolation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BE7EE-4510-EC40-8300-307527356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183" y="2308240"/>
            <a:ext cx="2038955" cy="2175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93ABE8-B08E-224B-8C58-4FA33CF68856}"/>
              </a:ext>
            </a:extLst>
          </p:cNvPr>
          <p:cNvSpPr txBox="1"/>
          <p:nvPr/>
        </p:nvSpPr>
        <p:spPr>
          <a:xfrm>
            <a:off x="801666" y="1822537"/>
            <a:ext cx="181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Nearest neighbor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5A605-43EC-8749-8BA0-E2DDDC194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023" y="2542783"/>
            <a:ext cx="1983954" cy="2129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B889C2-038D-654F-831E-BD0A3637E767}"/>
              </a:ext>
            </a:extLst>
          </p:cNvPr>
          <p:cNvSpPr txBox="1"/>
          <p:nvPr/>
        </p:nvSpPr>
        <p:spPr>
          <a:xfrm>
            <a:off x="5469698" y="178348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Bilinear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CDA15-3917-C043-810E-81F18DD42C0C}"/>
              </a:ext>
            </a:extLst>
          </p:cNvPr>
          <p:cNvSpPr txBox="1"/>
          <p:nvPr/>
        </p:nvSpPr>
        <p:spPr>
          <a:xfrm>
            <a:off x="8705254" y="178348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Bicubic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AD8C30-488B-D044-8F1F-26A7B5AC60BD}"/>
              </a:ext>
            </a:extLst>
          </p:cNvPr>
          <p:cNvSpPr txBox="1"/>
          <p:nvPr/>
        </p:nvSpPr>
        <p:spPr>
          <a:xfrm>
            <a:off x="532357" y="4822520"/>
            <a:ext cx="2855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VN" dirty="0"/>
              <a:t>ssigns to the new location the intensity of its nearest neighbor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95D8B-9933-D847-942E-28D31AAFF544}"/>
              </a:ext>
            </a:extLst>
          </p:cNvPr>
          <p:cNvSpPr txBox="1"/>
          <p:nvPr/>
        </p:nvSpPr>
        <p:spPr>
          <a:xfrm>
            <a:off x="4668033" y="4818344"/>
            <a:ext cx="2855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four nearest neighbors to estimate the intensity at a given location</a:t>
            </a:r>
            <a:endParaRPr lang="en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9B6065-06D8-EF40-9FE5-55BB0F056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752" y="5800868"/>
            <a:ext cx="2597671" cy="4147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A75CFF-C2B8-5548-BF54-B5DD39CA9D58}"/>
              </a:ext>
            </a:extLst>
          </p:cNvPr>
          <p:cNvSpPr txBox="1"/>
          <p:nvPr/>
        </p:nvSpPr>
        <p:spPr>
          <a:xfrm>
            <a:off x="4942317" y="6274768"/>
            <a:ext cx="2062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-&gt; solve for a, b, c, 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095F0-0D6E-7A42-8002-65CB966F32AF}"/>
              </a:ext>
            </a:extLst>
          </p:cNvPr>
          <p:cNvSpPr txBox="1"/>
          <p:nvPr/>
        </p:nvSpPr>
        <p:spPr>
          <a:xfrm>
            <a:off x="8484296" y="4757129"/>
            <a:ext cx="3056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sixteen nearest neighbors to estimate the intensity at a given location</a:t>
            </a:r>
            <a:endParaRPr lang="en-V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E32A0B-792E-B64D-A675-D3306C336E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254" y="5603625"/>
            <a:ext cx="1867248" cy="7058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A0D663-E9DE-1C4E-B0C7-77E7D1D4F4E5}"/>
              </a:ext>
            </a:extLst>
          </p:cNvPr>
          <p:cNvSpPr txBox="1"/>
          <p:nvPr/>
        </p:nvSpPr>
        <p:spPr>
          <a:xfrm>
            <a:off x="8607537" y="6274768"/>
            <a:ext cx="1756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-&gt; solve for a_{ij}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501526-7F60-0740-A74E-1DE2A6D6DA6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973" b="4677"/>
          <a:stretch/>
        </p:blipFill>
        <p:spPr>
          <a:xfrm>
            <a:off x="8398698" y="2284997"/>
            <a:ext cx="1965345" cy="187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69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B642-8870-9543-AE94-2DECBAFF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Scaling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7A32DF77-E0BA-6C44-AE5B-DAF5564BFB9D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5F2705-8860-5243-A1B6-8878EBE5E575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87EDC1-DB6E-864F-B52B-9727E89C116F}"/>
              </a:ext>
            </a:extLst>
          </p:cNvPr>
          <p:cNvCxnSpPr>
            <a:cxnSpLocks/>
          </p:cNvCxnSpPr>
          <p:nvPr/>
        </p:nvCxnSpPr>
        <p:spPr>
          <a:xfrm flipV="1">
            <a:off x="3134226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C47789-179D-8E4C-A04F-BFC324D7FC0A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D2B590-D689-4844-B57D-EC3F5AB1218D}"/>
              </a:ext>
            </a:extLst>
          </p:cNvPr>
          <p:cNvCxnSpPr>
            <a:cxnSpLocks/>
          </p:cNvCxnSpPr>
          <p:nvPr/>
        </p:nvCxnSpPr>
        <p:spPr>
          <a:xfrm flipV="1">
            <a:off x="7726279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E3E9532-995D-C943-955F-9D25B340ABE8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0E1E22-8E65-554F-9A59-82BB1FC9BD24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0E1E22-8E65-554F-9A59-82BB1FC9BD2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771FFD0-5FC1-EA41-88E1-7AAC2C6048BF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71FFD0-5FC1-EA41-88E1-7AAC2C6048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DA58D1-333E-E642-891A-D9CF9A3569C6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DA58D1-333E-E642-891A-D9CF9A3569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8E42EC-FC65-084D-8B2B-E5680DEAF130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1F7685-62B5-8D43-8A22-96C01FE71F5F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1F7685-62B5-8D43-8A22-96C01FE71F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65B977-B081-7346-8247-5EF691B6E4AE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65B977-B081-7346-8247-5EF691B6E4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79243CC-3EE4-9349-9012-FA1B01350C98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79243CC-3EE4-9349-9012-FA1B01350C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C209FB76-0143-8941-9CE0-BE7F409F2B73}"/>
              </a:ext>
            </a:extLst>
          </p:cNvPr>
          <p:cNvGrpSpPr/>
          <p:nvPr/>
        </p:nvGrpSpPr>
        <p:grpSpPr>
          <a:xfrm>
            <a:off x="5083749" y="3765316"/>
            <a:ext cx="151920" cy="189720"/>
            <a:chOff x="5083749" y="3765316"/>
            <a:chExt cx="151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70883-B438-B445-939F-2DF892F71255}"/>
                    </a:ext>
                  </a:extLst>
                </p14:cNvPr>
                <p14:cNvContentPartPr/>
                <p14:nvPr/>
              </p14:nvContentPartPr>
              <p14:xfrm>
                <a:off x="5083749" y="3765316"/>
                <a:ext cx="116280" cy="189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70883-B438-B445-939F-2DF892F712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75109" y="3756316"/>
                  <a:ext cx="133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D77FA2-8A19-0044-864B-045BD24C9AF6}"/>
                    </a:ext>
                  </a:extLst>
                </p14:cNvPr>
                <p14:cNvContentPartPr/>
                <p14:nvPr/>
              </p14:nvContentPartPr>
              <p14:xfrm>
                <a:off x="5112549" y="3812476"/>
                <a:ext cx="123120" cy="142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D77FA2-8A19-0044-864B-045BD24C9A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03549" y="3803476"/>
                  <a:ext cx="14076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8884D65-33CA-484B-9843-501D8A902F28}"/>
              </a:ext>
            </a:extLst>
          </p:cNvPr>
          <p:cNvGrpSpPr/>
          <p:nvPr/>
        </p:nvGrpSpPr>
        <p:grpSpPr>
          <a:xfrm>
            <a:off x="4894029" y="2791516"/>
            <a:ext cx="1111320" cy="297000"/>
            <a:chOff x="4894029" y="2791516"/>
            <a:chExt cx="111132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F118A1-15E5-AC44-B9F7-4BD66DB17BE0}"/>
                    </a:ext>
                  </a:extLst>
                </p14:cNvPr>
                <p14:cNvContentPartPr/>
                <p14:nvPr/>
              </p14:nvContentPartPr>
              <p14:xfrm>
                <a:off x="4894029" y="2791516"/>
                <a:ext cx="1050120" cy="171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F118A1-15E5-AC44-B9F7-4BD66DB17B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5389" y="2782876"/>
                  <a:ext cx="1067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E55B2D-3F4C-1F48-A02E-47CED864B4F6}"/>
                    </a:ext>
                  </a:extLst>
                </p14:cNvPr>
                <p14:cNvContentPartPr/>
                <p14:nvPr/>
              </p14:nvContentPartPr>
              <p14:xfrm>
                <a:off x="5902389" y="2832556"/>
                <a:ext cx="102960" cy="255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E55B2D-3F4C-1F48-A02E-47CED864B4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93749" y="2823556"/>
                  <a:ext cx="120600" cy="273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2" name="Triangle 51">
            <a:extLst>
              <a:ext uri="{FF2B5EF4-FFF2-40B4-BE49-F238E27FC236}">
                <a16:creationId xmlns:a16="http://schemas.microsoft.com/office/drawing/2014/main" id="{AA9A4204-101E-DC4E-B5D7-87D824D9E978}"/>
              </a:ext>
            </a:extLst>
          </p:cNvPr>
          <p:cNvSpPr/>
          <p:nvPr/>
        </p:nvSpPr>
        <p:spPr>
          <a:xfrm>
            <a:off x="7293115" y="2960536"/>
            <a:ext cx="888386" cy="960166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41317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B642-8870-9543-AE94-2DECBAFF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Scaling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7A32DF77-E0BA-6C44-AE5B-DAF5564BFB9D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5F2705-8860-5243-A1B6-8878EBE5E575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87EDC1-DB6E-864F-B52B-9727E89C116F}"/>
              </a:ext>
            </a:extLst>
          </p:cNvPr>
          <p:cNvCxnSpPr>
            <a:cxnSpLocks/>
          </p:cNvCxnSpPr>
          <p:nvPr/>
        </p:nvCxnSpPr>
        <p:spPr>
          <a:xfrm flipV="1">
            <a:off x="3134226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C47789-179D-8E4C-A04F-BFC324D7FC0A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D2B590-D689-4844-B57D-EC3F5AB1218D}"/>
              </a:ext>
            </a:extLst>
          </p:cNvPr>
          <p:cNvCxnSpPr>
            <a:cxnSpLocks/>
          </p:cNvCxnSpPr>
          <p:nvPr/>
        </p:nvCxnSpPr>
        <p:spPr>
          <a:xfrm flipV="1">
            <a:off x="7726279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E3E9532-995D-C943-955F-9D25B340ABE8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0E1E22-8E65-554F-9A59-82BB1FC9BD24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0E1E22-8E65-554F-9A59-82BB1FC9BD2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771FFD0-5FC1-EA41-88E1-7AAC2C6048BF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71FFD0-5FC1-EA41-88E1-7AAC2C6048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DA58D1-333E-E642-891A-D9CF9A3569C6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DA58D1-333E-E642-891A-D9CF9A3569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8E42EC-FC65-084D-8B2B-E5680DEAF130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1F7685-62B5-8D43-8A22-96C01FE71F5F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1F7685-62B5-8D43-8A22-96C01FE71F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65B977-B081-7346-8247-5EF691B6E4AE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65B977-B081-7346-8247-5EF691B6E4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79243CC-3EE4-9349-9012-FA1B01350C98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79243CC-3EE4-9349-9012-FA1B01350C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C209FB76-0143-8941-9CE0-BE7F409F2B73}"/>
              </a:ext>
            </a:extLst>
          </p:cNvPr>
          <p:cNvGrpSpPr/>
          <p:nvPr/>
        </p:nvGrpSpPr>
        <p:grpSpPr>
          <a:xfrm>
            <a:off x="5083749" y="3765316"/>
            <a:ext cx="151920" cy="189720"/>
            <a:chOff x="5083749" y="3765316"/>
            <a:chExt cx="151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70883-B438-B445-939F-2DF892F71255}"/>
                    </a:ext>
                  </a:extLst>
                </p14:cNvPr>
                <p14:cNvContentPartPr/>
                <p14:nvPr/>
              </p14:nvContentPartPr>
              <p14:xfrm>
                <a:off x="5083749" y="3765316"/>
                <a:ext cx="116280" cy="189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70883-B438-B445-939F-2DF892F712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75109" y="3756316"/>
                  <a:ext cx="133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D77FA2-8A19-0044-864B-045BD24C9AF6}"/>
                    </a:ext>
                  </a:extLst>
                </p14:cNvPr>
                <p14:cNvContentPartPr/>
                <p14:nvPr/>
              </p14:nvContentPartPr>
              <p14:xfrm>
                <a:off x="5112549" y="3812476"/>
                <a:ext cx="123120" cy="142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D77FA2-8A19-0044-864B-045BD24C9A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03549" y="3803476"/>
                  <a:ext cx="14076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8884D65-33CA-484B-9843-501D8A902F28}"/>
              </a:ext>
            </a:extLst>
          </p:cNvPr>
          <p:cNvGrpSpPr/>
          <p:nvPr/>
        </p:nvGrpSpPr>
        <p:grpSpPr>
          <a:xfrm>
            <a:off x="4894029" y="2791516"/>
            <a:ext cx="1111320" cy="297000"/>
            <a:chOff x="4894029" y="2791516"/>
            <a:chExt cx="111132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F118A1-15E5-AC44-B9F7-4BD66DB17BE0}"/>
                    </a:ext>
                  </a:extLst>
                </p14:cNvPr>
                <p14:cNvContentPartPr/>
                <p14:nvPr/>
              </p14:nvContentPartPr>
              <p14:xfrm>
                <a:off x="4894029" y="2791516"/>
                <a:ext cx="1050120" cy="171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F118A1-15E5-AC44-B9F7-4BD66DB17B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5389" y="2782876"/>
                  <a:ext cx="1067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E55B2D-3F4C-1F48-A02E-47CED864B4F6}"/>
                    </a:ext>
                  </a:extLst>
                </p14:cNvPr>
                <p14:cNvContentPartPr/>
                <p14:nvPr/>
              </p14:nvContentPartPr>
              <p14:xfrm>
                <a:off x="5902389" y="2832556"/>
                <a:ext cx="102960" cy="255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E55B2D-3F4C-1F48-A02E-47CED864B4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93749" y="2823556"/>
                  <a:ext cx="120600" cy="273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2" name="Triangle 51">
            <a:extLst>
              <a:ext uri="{FF2B5EF4-FFF2-40B4-BE49-F238E27FC236}">
                <a16:creationId xmlns:a16="http://schemas.microsoft.com/office/drawing/2014/main" id="{AA9A4204-101E-DC4E-B5D7-87D824D9E978}"/>
              </a:ext>
            </a:extLst>
          </p:cNvPr>
          <p:cNvSpPr/>
          <p:nvPr/>
        </p:nvSpPr>
        <p:spPr>
          <a:xfrm>
            <a:off x="7293115" y="2960536"/>
            <a:ext cx="888386" cy="960166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40C641-3C6D-E748-801F-2A8AFB6CD162}"/>
              </a:ext>
            </a:extLst>
          </p:cNvPr>
          <p:cNvGrpSpPr/>
          <p:nvPr/>
        </p:nvGrpSpPr>
        <p:grpSpPr>
          <a:xfrm>
            <a:off x="4010229" y="4866556"/>
            <a:ext cx="650880" cy="329400"/>
            <a:chOff x="4010229" y="4866556"/>
            <a:chExt cx="65088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E44454D-1D87-684D-A27E-A48A2C81DDBC}"/>
                    </a:ext>
                  </a:extLst>
                </p14:cNvPr>
                <p14:cNvContentPartPr/>
                <p14:nvPr/>
              </p14:nvContentPartPr>
              <p14:xfrm>
                <a:off x="4040109" y="4973116"/>
                <a:ext cx="105840" cy="22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E44454D-1D87-684D-A27E-A48A2C81DD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31109" y="4964476"/>
                  <a:ext cx="123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B6F97E-E39D-3342-B9B3-C9B767174F1C}"/>
                    </a:ext>
                  </a:extLst>
                </p14:cNvPr>
                <p14:cNvContentPartPr/>
                <p14:nvPr/>
              </p14:nvContentPartPr>
              <p14:xfrm>
                <a:off x="4010229" y="5032516"/>
                <a:ext cx="126360" cy="139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B6F97E-E39D-3342-B9B3-C9B767174F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01229" y="5023876"/>
                  <a:ext cx="144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1B130B-C62A-9240-B0AA-B99A5827CEE2}"/>
                    </a:ext>
                  </a:extLst>
                </p14:cNvPr>
                <p14:cNvContentPartPr/>
                <p14:nvPr/>
              </p14:nvContentPartPr>
              <p14:xfrm>
                <a:off x="4207869" y="4866556"/>
                <a:ext cx="50400" cy="81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1B130B-C62A-9240-B0AA-B99A5827CE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99229" y="4857556"/>
                  <a:ext cx="68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8941B5-345E-FC4C-B09D-042AEC95726E}"/>
                    </a:ext>
                  </a:extLst>
                </p14:cNvPr>
                <p14:cNvContentPartPr/>
                <p14:nvPr/>
              </p14:nvContentPartPr>
              <p14:xfrm>
                <a:off x="4367709" y="5052676"/>
                <a:ext cx="263520" cy="19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8941B5-345E-FC4C-B09D-042AEC9572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58709" y="5044036"/>
                  <a:ext cx="281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9F386D-DFF9-9A43-97D6-49A6C70499BC}"/>
                    </a:ext>
                  </a:extLst>
                </p14:cNvPr>
                <p14:cNvContentPartPr/>
                <p14:nvPr/>
              </p14:nvContentPartPr>
              <p14:xfrm>
                <a:off x="4438629" y="5143756"/>
                <a:ext cx="222480" cy="25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9F386D-DFF9-9A43-97D6-49A6C70499B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29989" y="5134756"/>
                  <a:ext cx="2401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BAB87B-6034-3544-8784-1DEF7961091F}"/>
              </a:ext>
            </a:extLst>
          </p:cNvPr>
          <p:cNvGrpSpPr/>
          <p:nvPr/>
        </p:nvGrpSpPr>
        <p:grpSpPr>
          <a:xfrm>
            <a:off x="5093109" y="4889956"/>
            <a:ext cx="375120" cy="332280"/>
            <a:chOff x="5093109" y="4889956"/>
            <a:chExt cx="37512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A5F33B7-1E02-CE49-B8BC-0E41DC0310E2}"/>
                    </a:ext>
                  </a:extLst>
                </p14:cNvPr>
                <p14:cNvContentPartPr/>
                <p14:nvPr/>
              </p14:nvContentPartPr>
              <p14:xfrm>
                <a:off x="5093109" y="4889956"/>
                <a:ext cx="142560" cy="198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A5F33B7-1E02-CE49-B8BC-0E41DC0310E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84109" y="4880956"/>
                  <a:ext cx="160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E1C6A52-1AB6-354D-986E-DD8635197B01}"/>
                    </a:ext>
                  </a:extLst>
                </p14:cNvPr>
                <p14:cNvContentPartPr/>
                <p14:nvPr/>
              </p14:nvContentPartPr>
              <p14:xfrm>
                <a:off x="5345109" y="5092636"/>
                <a:ext cx="61560" cy="108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E1C6A52-1AB6-354D-986E-DD8635197B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6109" y="5083996"/>
                  <a:ext cx="79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9A2A484-29C8-A545-B165-7030EAE99CF2}"/>
                    </a:ext>
                  </a:extLst>
                </p14:cNvPr>
                <p14:cNvContentPartPr/>
                <p14:nvPr/>
              </p14:nvContentPartPr>
              <p14:xfrm>
                <a:off x="5347989" y="5141596"/>
                <a:ext cx="120240" cy="80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9A2A484-29C8-A545-B165-7030EAE99C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38989" y="5132596"/>
                  <a:ext cx="1378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32BEAF-B416-654E-A217-7ECCABD037DC}"/>
              </a:ext>
            </a:extLst>
          </p:cNvPr>
          <p:cNvGrpSpPr/>
          <p:nvPr/>
        </p:nvGrpSpPr>
        <p:grpSpPr>
          <a:xfrm>
            <a:off x="5690349" y="4950436"/>
            <a:ext cx="248760" cy="176760"/>
            <a:chOff x="5690349" y="4950436"/>
            <a:chExt cx="24876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C3C62C-FC11-2642-A432-A6FBB1E92DD3}"/>
                    </a:ext>
                  </a:extLst>
                </p14:cNvPr>
                <p14:cNvContentPartPr/>
                <p14:nvPr/>
              </p14:nvContentPartPr>
              <p14:xfrm>
                <a:off x="5708709" y="4950436"/>
                <a:ext cx="64080" cy="176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C3C62C-FC11-2642-A432-A6FBB1E92D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00069" y="4941796"/>
                  <a:ext cx="81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77A3372-5D5B-674B-8520-8A6E9FECFDF2}"/>
                    </a:ext>
                  </a:extLst>
                </p14:cNvPr>
                <p14:cNvContentPartPr/>
                <p14:nvPr/>
              </p14:nvContentPartPr>
              <p14:xfrm>
                <a:off x="5690349" y="4975276"/>
                <a:ext cx="248760" cy="144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77A3372-5D5B-674B-8520-8A6E9FECFD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81349" y="4966276"/>
                  <a:ext cx="26640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FFE65C0-BEBD-1E4A-97E0-62D40D4577F7}"/>
              </a:ext>
            </a:extLst>
          </p:cNvPr>
          <p:cNvGrpSpPr/>
          <p:nvPr/>
        </p:nvGrpSpPr>
        <p:grpSpPr>
          <a:xfrm>
            <a:off x="4007349" y="5566036"/>
            <a:ext cx="149400" cy="326160"/>
            <a:chOff x="4007349" y="5566036"/>
            <a:chExt cx="14940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6832C43-BAAB-9D48-A61D-2FD076B17068}"/>
                    </a:ext>
                  </a:extLst>
                </p14:cNvPr>
                <p14:cNvContentPartPr/>
                <p14:nvPr/>
              </p14:nvContentPartPr>
              <p14:xfrm>
                <a:off x="4007349" y="5566036"/>
                <a:ext cx="149400" cy="181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6832C43-BAAB-9D48-A61D-2FD076B1706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98709" y="5557396"/>
                  <a:ext cx="167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F04551-BE18-484E-AE2C-DE26FC08C233}"/>
                    </a:ext>
                  </a:extLst>
                </p14:cNvPr>
                <p14:cNvContentPartPr/>
                <p14:nvPr/>
              </p14:nvContentPartPr>
              <p14:xfrm>
                <a:off x="4016349" y="5568196"/>
                <a:ext cx="9720" cy="324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F04551-BE18-484E-AE2C-DE26FC08C23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07349" y="5559556"/>
                  <a:ext cx="2736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ABE8768-476C-EB4C-8B43-02CA8930F61D}"/>
                  </a:ext>
                </a:extLst>
              </p14:cNvPr>
              <p14:cNvContentPartPr/>
              <p14:nvPr/>
            </p14:nvContentPartPr>
            <p14:xfrm>
              <a:off x="4265829" y="5397916"/>
              <a:ext cx="25200" cy="388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ABE8768-476C-EB4C-8B43-02CA8930F61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56829" y="5388916"/>
                <a:ext cx="428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C63E5E9C-77E5-9046-BE60-7FCE07C2A45C}"/>
              </a:ext>
            </a:extLst>
          </p:cNvPr>
          <p:cNvGrpSpPr/>
          <p:nvPr/>
        </p:nvGrpSpPr>
        <p:grpSpPr>
          <a:xfrm>
            <a:off x="4406949" y="5631556"/>
            <a:ext cx="220320" cy="89280"/>
            <a:chOff x="4406949" y="5631556"/>
            <a:chExt cx="220320" cy="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30C964-8F2A-2F4E-8EC5-F3218F041D12}"/>
                    </a:ext>
                  </a:extLst>
                </p14:cNvPr>
                <p14:cNvContentPartPr/>
                <p14:nvPr/>
              </p14:nvContentPartPr>
              <p14:xfrm>
                <a:off x="4406949" y="5631556"/>
                <a:ext cx="194400" cy="10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30C964-8F2A-2F4E-8EC5-F3218F041D1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97949" y="5622556"/>
                  <a:ext cx="21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E2232EA-1225-A34A-813E-C993A4C0219B}"/>
                    </a:ext>
                  </a:extLst>
                </p14:cNvPr>
                <p14:cNvContentPartPr/>
                <p14:nvPr/>
              </p14:nvContentPartPr>
              <p14:xfrm>
                <a:off x="4454469" y="5717956"/>
                <a:ext cx="172800" cy="2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E2232EA-1225-A34A-813E-C993A4C021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45469" y="5708956"/>
                  <a:ext cx="1904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24264F-0965-A349-B8B0-D0F1FB1FC10B}"/>
              </a:ext>
            </a:extLst>
          </p:cNvPr>
          <p:cNvGrpSpPr/>
          <p:nvPr/>
        </p:nvGrpSpPr>
        <p:grpSpPr>
          <a:xfrm>
            <a:off x="5054589" y="5582596"/>
            <a:ext cx="370440" cy="381240"/>
            <a:chOff x="5054589" y="5582596"/>
            <a:chExt cx="37044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D2B5E08-6250-8F4E-9439-8B486E519BE3}"/>
                    </a:ext>
                  </a:extLst>
                </p14:cNvPr>
                <p14:cNvContentPartPr/>
                <p14:nvPr/>
              </p14:nvContentPartPr>
              <p14:xfrm>
                <a:off x="5054589" y="5582596"/>
                <a:ext cx="70200" cy="159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D2B5E08-6250-8F4E-9439-8B486E519B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45589" y="5573596"/>
                  <a:ext cx="87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C2A31A-F873-5848-AD37-3A91F4794B01}"/>
                    </a:ext>
                  </a:extLst>
                </p14:cNvPr>
                <p14:cNvContentPartPr/>
                <p14:nvPr/>
              </p14:nvContentPartPr>
              <p14:xfrm>
                <a:off x="5242869" y="5746036"/>
                <a:ext cx="122040" cy="21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C2A31A-F873-5848-AD37-3A91F4794B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34229" y="5737036"/>
                  <a:ext cx="139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AE28CE-99CC-5C47-987D-E06C103ACBB2}"/>
                    </a:ext>
                  </a:extLst>
                </p14:cNvPr>
                <p14:cNvContentPartPr/>
                <p14:nvPr/>
              </p14:nvContentPartPr>
              <p14:xfrm>
                <a:off x="5342589" y="5849716"/>
                <a:ext cx="82440" cy="8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AE28CE-99CC-5C47-987D-E06C103ACBB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33949" y="5841076"/>
                  <a:ext cx="10008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F79C148-12E1-7643-85BA-8FBE9E7B4411}"/>
                  </a:ext>
                </a:extLst>
              </p14:cNvPr>
              <p14:cNvContentPartPr/>
              <p14:nvPr/>
            </p14:nvContentPartPr>
            <p14:xfrm>
              <a:off x="5801229" y="5561356"/>
              <a:ext cx="266040" cy="437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F79C148-12E1-7643-85BA-8FBE9E7B441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792229" y="5552356"/>
                <a:ext cx="28368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87F707E-B98B-F647-AB4F-C5D0CDD2CF66}"/>
                  </a:ext>
                </a:extLst>
              </p14:cNvPr>
              <p14:cNvContentPartPr/>
              <p14:nvPr/>
            </p14:nvContentPartPr>
            <p14:xfrm>
              <a:off x="6629229" y="4883476"/>
              <a:ext cx="228960" cy="979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87F707E-B98B-F647-AB4F-C5D0CDD2CF6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20229" y="4874476"/>
                <a:ext cx="246600" cy="9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7D4520B6-6ADF-084F-A2CF-18B539C5A43B}"/>
              </a:ext>
            </a:extLst>
          </p:cNvPr>
          <p:cNvGrpSpPr/>
          <p:nvPr/>
        </p:nvGrpSpPr>
        <p:grpSpPr>
          <a:xfrm>
            <a:off x="7815429" y="4848196"/>
            <a:ext cx="657360" cy="815040"/>
            <a:chOff x="7815429" y="4848196"/>
            <a:chExt cx="657360" cy="81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9A7EA13-7948-1649-A86F-81B86702B541}"/>
                    </a:ext>
                  </a:extLst>
                </p14:cNvPr>
                <p14:cNvContentPartPr/>
                <p14:nvPr/>
              </p14:nvContentPartPr>
              <p14:xfrm>
                <a:off x="8085429" y="4980316"/>
                <a:ext cx="61920" cy="146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9A7EA13-7948-1649-A86F-81B86702B54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76789" y="4971316"/>
                  <a:ext cx="79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E01205A-83F2-5E4E-B189-7DB3D051835C}"/>
                    </a:ext>
                  </a:extLst>
                </p14:cNvPr>
                <p14:cNvContentPartPr/>
                <p14:nvPr/>
              </p14:nvContentPartPr>
              <p14:xfrm>
                <a:off x="8063829" y="5050516"/>
                <a:ext cx="84600" cy="8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E01205A-83F2-5E4E-B189-7DB3D05183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54829" y="5041516"/>
                  <a:ext cx="102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57FF8C-5C2E-AC4F-A4B6-17B08C023C5D}"/>
                    </a:ext>
                  </a:extLst>
                </p14:cNvPr>
                <p14:cNvContentPartPr/>
                <p14:nvPr/>
              </p14:nvContentPartPr>
              <p14:xfrm>
                <a:off x="8249229" y="4849636"/>
                <a:ext cx="29520" cy="61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57FF8C-5C2E-AC4F-A4B6-17B08C023C5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40589" y="4840996"/>
                  <a:ext cx="47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5C047A-B7E4-8449-BD25-CEBCD5325617}"/>
                    </a:ext>
                  </a:extLst>
                </p14:cNvPr>
                <p14:cNvContentPartPr/>
                <p14:nvPr/>
              </p14:nvContentPartPr>
              <p14:xfrm>
                <a:off x="8074269" y="5381356"/>
                <a:ext cx="88920" cy="281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5C047A-B7E4-8449-BD25-CEBCD532561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65629" y="5372716"/>
                  <a:ext cx="106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7E3535-5990-3446-9A85-94B6A61E6C9C}"/>
                    </a:ext>
                  </a:extLst>
                </p14:cNvPr>
                <p14:cNvContentPartPr/>
                <p14:nvPr/>
              </p14:nvContentPartPr>
              <p14:xfrm>
                <a:off x="8261109" y="5333836"/>
                <a:ext cx="31320" cy="71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7E3535-5990-3446-9A85-94B6A61E6C9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52109" y="5325196"/>
                  <a:ext cx="48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E21A229-B8A9-8E43-9DAD-09E9E796FB9D}"/>
                    </a:ext>
                  </a:extLst>
                </p14:cNvPr>
                <p14:cNvContentPartPr/>
                <p14:nvPr/>
              </p14:nvContentPartPr>
              <p14:xfrm>
                <a:off x="7815429" y="4848196"/>
                <a:ext cx="106920" cy="799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E21A229-B8A9-8E43-9DAD-09E9E796FB9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06789" y="4839196"/>
                  <a:ext cx="12456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F271F4-AD22-7A46-B44B-EA215C9F7837}"/>
                    </a:ext>
                  </a:extLst>
                </p14:cNvPr>
                <p14:cNvContentPartPr/>
                <p14:nvPr/>
              </p14:nvContentPartPr>
              <p14:xfrm>
                <a:off x="8371989" y="4859356"/>
                <a:ext cx="100800" cy="77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F271F4-AD22-7A46-B44B-EA215C9F783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63349" y="4850716"/>
                  <a:ext cx="118440" cy="78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B4D7538-9D7F-454F-AD95-B36A7AB87978}"/>
              </a:ext>
            </a:extLst>
          </p:cNvPr>
          <p:cNvGrpSpPr/>
          <p:nvPr/>
        </p:nvGrpSpPr>
        <p:grpSpPr>
          <a:xfrm>
            <a:off x="8837109" y="4691236"/>
            <a:ext cx="368640" cy="1061640"/>
            <a:chOff x="8837109" y="4691236"/>
            <a:chExt cx="368640" cy="10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661465A-DC92-044A-8B7B-E16BD7E3BECD}"/>
                    </a:ext>
                  </a:extLst>
                </p14:cNvPr>
                <p14:cNvContentPartPr/>
                <p14:nvPr/>
              </p14:nvContentPartPr>
              <p14:xfrm>
                <a:off x="8844669" y="5181556"/>
                <a:ext cx="132120" cy="2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661465A-DC92-044A-8B7B-E16BD7E3BE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36029" y="5172556"/>
                  <a:ext cx="149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4B1D726-1C7E-9744-A406-229EB1F2433D}"/>
                    </a:ext>
                  </a:extLst>
                </p14:cNvPr>
                <p14:cNvContentPartPr/>
                <p14:nvPr/>
              </p14:nvContentPartPr>
              <p14:xfrm>
                <a:off x="8837109" y="5336716"/>
                <a:ext cx="168840" cy="3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4B1D726-1C7E-9744-A406-229EB1F243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28109" y="5327716"/>
                  <a:ext cx="186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CADDCC-9BF6-E54E-84A0-CB510B5317A9}"/>
                    </a:ext>
                  </a:extLst>
                </p14:cNvPr>
                <p14:cNvContentPartPr/>
                <p14:nvPr/>
              </p14:nvContentPartPr>
              <p14:xfrm>
                <a:off x="9052029" y="4691236"/>
                <a:ext cx="153720" cy="1061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CADDCC-9BF6-E54E-84A0-CB510B5317A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43389" y="4682596"/>
                  <a:ext cx="171360" cy="10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C1824B7-BDD6-6A46-B5B6-B074447E3E39}"/>
                  </a:ext>
                </a:extLst>
              </p14:cNvPr>
              <p14:cNvContentPartPr/>
              <p14:nvPr/>
            </p14:nvContentPartPr>
            <p14:xfrm>
              <a:off x="9794709" y="4679716"/>
              <a:ext cx="180720" cy="1066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C1824B7-BDD6-6A46-B5B6-B074447E3E3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785709" y="4670716"/>
                <a:ext cx="198360" cy="10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C2E5F17-2793-C543-A184-8245EB214909}"/>
              </a:ext>
            </a:extLst>
          </p:cNvPr>
          <p:cNvGrpSpPr/>
          <p:nvPr/>
        </p:nvGrpSpPr>
        <p:grpSpPr>
          <a:xfrm>
            <a:off x="10338669" y="4636156"/>
            <a:ext cx="728280" cy="909720"/>
            <a:chOff x="10338669" y="4636156"/>
            <a:chExt cx="728280" cy="90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B5C12BB-262D-734D-B42F-121A511E0F6D}"/>
                    </a:ext>
                  </a:extLst>
                </p14:cNvPr>
                <p14:cNvContentPartPr/>
                <p14:nvPr/>
              </p14:nvContentPartPr>
              <p14:xfrm>
                <a:off x="10661589" y="4741636"/>
                <a:ext cx="124560" cy="180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B5C12BB-262D-734D-B42F-121A511E0F6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52949" y="4732996"/>
                  <a:ext cx="142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1F55D2-FE6A-AE45-8CE5-D57ACFA3E08D}"/>
                    </a:ext>
                  </a:extLst>
                </p14:cNvPr>
                <p14:cNvContentPartPr/>
                <p14:nvPr/>
              </p14:nvContentPartPr>
              <p14:xfrm>
                <a:off x="10699389" y="4795276"/>
                <a:ext cx="82440" cy="88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1F55D2-FE6A-AE45-8CE5-D57ACFA3E08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90389" y="4786276"/>
                  <a:ext cx="100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061FB6-E957-4E44-A901-851B4B4AB219}"/>
                    </a:ext>
                  </a:extLst>
                </p14:cNvPr>
                <p14:cNvContentPartPr/>
                <p14:nvPr/>
              </p14:nvContentPartPr>
              <p14:xfrm>
                <a:off x="10705869" y="5325556"/>
                <a:ext cx="83520" cy="220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061FB6-E957-4E44-A901-851B4B4AB21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96869" y="5316556"/>
                  <a:ext cx="101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BF4531-9211-AB42-A67F-79FC925F0F09}"/>
                    </a:ext>
                  </a:extLst>
                </p14:cNvPr>
                <p14:cNvContentPartPr/>
                <p14:nvPr/>
              </p14:nvContentPartPr>
              <p14:xfrm>
                <a:off x="10338669" y="4663876"/>
                <a:ext cx="165960" cy="870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BF4531-9211-AB42-A67F-79FC925F0F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29669" y="4654876"/>
                  <a:ext cx="18360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4FB3FA-074B-674A-81A2-C92344E68623}"/>
                    </a:ext>
                  </a:extLst>
                </p14:cNvPr>
                <p14:cNvContentPartPr/>
                <p14:nvPr/>
              </p14:nvContentPartPr>
              <p14:xfrm>
                <a:off x="10914309" y="4636156"/>
                <a:ext cx="152640" cy="849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4FB3FA-074B-674A-81A2-C92344E6862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05309" y="4627516"/>
                  <a:ext cx="170280" cy="86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C7EBA24-F888-3841-AD31-C77D8F4AFEEC}"/>
              </a:ext>
            </a:extLst>
          </p:cNvPr>
          <p:cNvGrpSpPr/>
          <p:nvPr/>
        </p:nvGrpSpPr>
        <p:grpSpPr>
          <a:xfrm>
            <a:off x="9433989" y="4933156"/>
            <a:ext cx="131040" cy="552960"/>
            <a:chOff x="9433989" y="4933156"/>
            <a:chExt cx="13104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B2555D7-59A4-C748-9AC0-BE52E2981338}"/>
                    </a:ext>
                  </a:extLst>
                </p14:cNvPr>
                <p14:cNvContentPartPr/>
                <p14:nvPr/>
              </p14:nvContentPartPr>
              <p14:xfrm>
                <a:off x="9433989" y="4933156"/>
                <a:ext cx="131040" cy="401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B2555D7-59A4-C748-9AC0-BE52E29813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25349" y="4924516"/>
                  <a:ext cx="1486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3E80C76-2407-EB45-BE81-DADC4EA75ABB}"/>
                    </a:ext>
                  </a:extLst>
                </p14:cNvPr>
                <p14:cNvContentPartPr/>
                <p14:nvPr/>
              </p14:nvContentPartPr>
              <p14:xfrm>
                <a:off x="9510669" y="5440396"/>
                <a:ext cx="25560" cy="45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3E80C76-2407-EB45-BE81-DADC4EA75A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01669" y="5431396"/>
                  <a:ext cx="43200" cy="6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2790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B642-8870-9543-AE94-2DECBAFF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Scaling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7A32DF77-E0BA-6C44-AE5B-DAF5564BFB9D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5F2705-8860-5243-A1B6-8878EBE5E575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87EDC1-DB6E-864F-B52B-9727E89C116F}"/>
              </a:ext>
            </a:extLst>
          </p:cNvPr>
          <p:cNvCxnSpPr>
            <a:cxnSpLocks/>
          </p:cNvCxnSpPr>
          <p:nvPr/>
        </p:nvCxnSpPr>
        <p:spPr>
          <a:xfrm flipV="1">
            <a:off x="3134226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C47789-179D-8E4C-A04F-BFC324D7FC0A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D2B590-D689-4844-B57D-EC3F5AB1218D}"/>
              </a:ext>
            </a:extLst>
          </p:cNvPr>
          <p:cNvCxnSpPr>
            <a:cxnSpLocks/>
          </p:cNvCxnSpPr>
          <p:nvPr/>
        </p:nvCxnSpPr>
        <p:spPr>
          <a:xfrm flipV="1">
            <a:off x="7726279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E3E9532-995D-C943-955F-9D25B340ABE8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0E1E22-8E65-554F-9A59-82BB1FC9BD24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0E1E22-8E65-554F-9A59-82BB1FC9BD2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771FFD0-5FC1-EA41-88E1-7AAC2C6048BF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71FFD0-5FC1-EA41-88E1-7AAC2C6048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DA58D1-333E-E642-891A-D9CF9A3569C6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DA58D1-333E-E642-891A-D9CF9A3569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8E42EC-FC65-084D-8B2B-E5680DEAF130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1F7685-62B5-8D43-8A22-96C01FE71F5F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1F7685-62B5-8D43-8A22-96C01FE71F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65B977-B081-7346-8247-5EF691B6E4AE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65B977-B081-7346-8247-5EF691B6E4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79243CC-3EE4-9349-9012-FA1B01350C98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79243CC-3EE4-9349-9012-FA1B01350C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C209FB76-0143-8941-9CE0-BE7F409F2B73}"/>
              </a:ext>
            </a:extLst>
          </p:cNvPr>
          <p:cNvGrpSpPr/>
          <p:nvPr/>
        </p:nvGrpSpPr>
        <p:grpSpPr>
          <a:xfrm>
            <a:off x="5083749" y="3765316"/>
            <a:ext cx="151920" cy="189720"/>
            <a:chOff x="5083749" y="3765316"/>
            <a:chExt cx="151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70883-B438-B445-939F-2DF892F71255}"/>
                    </a:ext>
                  </a:extLst>
                </p14:cNvPr>
                <p14:cNvContentPartPr/>
                <p14:nvPr/>
              </p14:nvContentPartPr>
              <p14:xfrm>
                <a:off x="5083749" y="3765316"/>
                <a:ext cx="116280" cy="189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70883-B438-B445-939F-2DF892F712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75109" y="3756316"/>
                  <a:ext cx="133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D77FA2-8A19-0044-864B-045BD24C9AF6}"/>
                    </a:ext>
                  </a:extLst>
                </p14:cNvPr>
                <p14:cNvContentPartPr/>
                <p14:nvPr/>
              </p14:nvContentPartPr>
              <p14:xfrm>
                <a:off x="5112549" y="3812476"/>
                <a:ext cx="123120" cy="142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D77FA2-8A19-0044-864B-045BD24C9A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03549" y="3803476"/>
                  <a:ext cx="14076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8884D65-33CA-484B-9843-501D8A902F28}"/>
              </a:ext>
            </a:extLst>
          </p:cNvPr>
          <p:cNvGrpSpPr/>
          <p:nvPr/>
        </p:nvGrpSpPr>
        <p:grpSpPr>
          <a:xfrm>
            <a:off x="4894029" y="2791516"/>
            <a:ext cx="1111320" cy="297000"/>
            <a:chOff x="4894029" y="2791516"/>
            <a:chExt cx="111132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F118A1-15E5-AC44-B9F7-4BD66DB17BE0}"/>
                    </a:ext>
                  </a:extLst>
                </p14:cNvPr>
                <p14:cNvContentPartPr/>
                <p14:nvPr/>
              </p14:nvContentPartPr>
              <p14:xfrm>
                <a:off x="4894029" y="2791516"/>
                <a:ext cx="1050120" cy="171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F118A1-15E5-AC44-B9F7-4BD66DB17B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5389" y="2782876"/>
                  <a:ext cx="1067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E55B2D-3F4C-1F48-A02E-47CED864B4F6}"/>
                    </a:ext>
                  </a:extLst>
                </p14:cNvPr>
                <p14:cNvContentPartPr/>
                <p14:nvPr/>
              </p14:nvContentPartPr>
              <p14:xfrm>
                <a:off x="5902389" y="2832556"/>
                <a:ext cx="102960" cy="255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E55B2D-3F4C-1F48-A02E-47CED864B4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93749" y="2823556"/>
                  <a:ext cx="120600" cy="273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2" name="Triangle 51">
            <a:extLst>
              <a:ext uri="{FF2B5EF4-FFF2-40B4-BE49-F238E27FC236}">
                <a16:creationId xmlns:a16="http://schemas.microsoft.com/office/drawing/2014/main" id="{AA9A4204-101E-DC4E-B5D7-87D824D9E978}"/>
              </a:ext>
            </a:extLst>
          </p:cNvPr>
          <p:cNvSpPr/>
          <p:nvPr/>
        </p:nvSpPr>
        <p:spPr>
          <a:xfrm>
            <a:off x="7293115" y="2960536"/>
            <a:ext cx="888386" cy="960166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D4520B6-6ADF-084F-A2CF-18B539C5A43B}"/>
              </a:ext>
            </a:extLst>
          </p:cNvPr>
          <p:cNvGrpSpPr/>
          <p:nvPr/>
        </p:nvGrpSpPr>
        <p:grpSpPr>
          <a:xfrm>
            <a:off x="3447074" y="5218404"/>
            <a:ext cx="657360" cy="815040"/>
            <a:chOff x="7815429" y="4848196"/>
            <a:chExt cx="657360" cy="81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9A7EA13-7948-1649-A86F-81B86702B541}"/>
                    </a:ext>
                  </a:extLst>
                </p14:cNvPr>
                <p14:cNvContentPartPr/>
                <p14:nvPr/>
              </p14:nvContentPartPr>
              <p14:xfrm>
                <a:off x="8085429" y="4980316"/>
                <a:ext cx="61920" cy="146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9A7EA13-7948-1649-A86F-81B86702B5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76789" y="4971316"/>
                  <a:ext cx="79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E01205A-83F2-5E4E-B189-7DB3D051835C}"/>
                    </a:ext>
                  </a:extLst>
                </p14:cNvPr>
                <p14:cNvContentPartPr/>
                <p14:nvPr/>
              </p14:nvContentPartPr>
              <p14:xfrm>
                <a:off x="8063829" y="5050516"/>
                <a:ext cx="84600" cy="8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E01205A-83F2-5E4E-B189-7DB3D051835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54829" y="5041516"/>
                  <a:ext cx="102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57FF8C-5C2E-AC4F-A4B6-17B08C023C5D}"/>
                    </a:ext>
                  </a:extLst>
                </p14:cNvPr>
                <p14:cNvContentPartPr/>
                <p14:nvPr/>
              </p14:nvContentPartPr>
              <p14:xfrm>
                <a:off x="8249229" y="4849636"/>
                <a:ext cx="29520" cy="61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57FF8C-5C2E-AC4F-A4B6-17B08C023C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40589" y="4840996"/>
                  <a:ext cx="47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5C047A-B7E4-8449-BD25-CEBCD5325617}"/>
                    </a:ext>
                  </a:extLst>
                </p14:cNvPr>
                <p14:cNvContentPartPr/>
                <p14:nvPr/>
              </p14:nvContentPartPr>
              <p14:xfrm>
                <a:off x="8074269" y="5381356"/>
                <a:ext cx="88920" cy="281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5C047A-B7E4-8449-BD25-CEBCD532561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65629" y="5372716"/>
                  <a:ext cx="106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7E3535-5990-3446-9A85-94B6A61E6C9C}"/>
                    </a:ext>
                  </a:extLst>
                </p14:cNvPr>
                <p14:cNvContentPartPr/>
                <p14:nvPr/>
              </p14:nvContentPartPr>
              <p14:xfrm>
                <a:off x="8261109" y="5333836"/>
                <a:ext cx="31320" cy="71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7E3535-5990-3446-9A85-94B6A61E6C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52109" y="5325196"/>
                  <a:ext cx="48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E21A229-B8A9-8E43-9DAD-09E9E796FB9D}"/>
                    </a:ext>
                  </a:extLst>
                </p14:cNvPr>
                <p14:cNvContentPartPr/>
                <p14:nvPr/>
              </p14:nvContentPartPr>
              <p14:xfrm>
                <a:off x="7815429" y="4848196"/>
                <a:ext cx="106920" cy="799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E21A229-B8A9-8E43-9DAD-09E9E796FB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06789" y="4839196"/>
                  <a:ext cx="12456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F271F4-AD22-7A46-B44B-EA215C9F7837}"/>
                    </a:ext>
                  </a:extLst>
                </p14:cNvPr>
                <p14:cNvContentPartPr/>
                <p14:nvPr/>
              </p14:nvContentPartPr>
              <p14:xfrm>
                <a:off x="8371989" y="4859356"/>
                <a:ext cx="100800" cy="77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F271F4-AD22-7A46-B44B-EA215C9F78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63349" y="4850716"/>
                  <a:ext cx="118440" cy="78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B4D7538-9D7F-454F-AD95-B36A7AB87978}"/>
              </a:ext>
            </a:extLst>
          </p:cNvPr>
          <p:cNvGrpSpPr/>
          <p:nvPr/>
        </p:nvGrpSpPr>
        <p:grpSpPr>
          <a:xfrm>
            <a:off x="4468754" y="5061444"/>
            <a:ext cx="368640" cy="1061640"/>
            <a:chOff x="8837109" y="4691236"/>
            <a:chExt cx="368640" cy="10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661465A-DC92-044A-8B7B-E16BD7E3BECD}"/>
                    </a:ext>
                  </a:extLst>
                </p14:cNvPr>
                <p14:cNvContentPartPr/>
                <p14:nvPr/>
              </p14:nvContentPartPr>
              <p14:xfrm>
                <a:off x="8844669" y="5181556"/>
                <a:ext cx="132120" cy="2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661465A-DC92-044A-8B7B-E16BD7E3BE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36029" y="5172556"/>
                  <a:ext cx="149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4B1D726-1C7E-9744-A406-229EB1F2433D}"/>
                    </a:ext>
                  </a:extLst>
                </p14:cNvPr>
                <p14:cNvContentPartPr/>
                <p14:nvPr/>
              </p14:nvContentPartPr>
              <p14:xfrm>
                <a:off x="8837109" y="5336716"/>
                <a:ext cx="168840" cy="3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4B1D726-1C7E-9744-A406-229EB1F2433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28109" y="5327716"/>
                  <a:ext cx="186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CADDCC-9BF6-E54E-84A0-CB510B5317A9}"/>
                    </a:ext>
                  </a:extLst>
                </p14:cNvPr>
                <p14:cNvContentPartPr/>
                <p14:nvPr/>
              </p14:nvContentPartPr>
              <p14:xfrm>
                <a:off x="9052029" y="4691236"/>
                <a:ext cx="153720" cy="1061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CADDCC-9BF6-E54E-84A0-CB510B5317A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43389" y="4682596"/>
                  <a:ext cx="171360" cy="10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C1824B7-BDD6-6A46-B5B6-B074447E3E39}"/>
                  </a:ext>
                </a:extLst>
              </p14:cNvPr>
              <p14:cNvContentPartPr/>
              <p14:nvPr/>
            </p14:nvContentPartPr>
            <p14:xfrm>
              <a:off x="5426354" y="5049924"/>
              <a:ext cx="180720" cy="1066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C1824B7-BDD6-6A46-B5B6-B074447E3E3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17354" y="5040924"/>
                <a:ext cx="198360" cy="10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C2E5F17-2793-C543-A184-8245EB214909}"/>
              </a:ext>
            </a:extLst>
          </p:cNvPr>
          <p:cNvGrpSpPr/>
          <p:nvPr/>
        </p:nvGrpSpPr>
        <p:grpSpPr>
          <a:xfrm>
            <a:off x="5970314" y="5006364"/>
            <a:ext cx="728280" cy="909720"/>
            <a:chOff x="10338669" y="4636156"/>
            <a:chExt cx="728280" cy="90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B5C12BB-262D-734D-B42F-121A511E0F6D}"/>
                    </a:ext>
                  </a:extLst>
                </p14:cNvPr>
                <p14:cNvContentPartPr/>
                <p14:nvPr/>
              </p14:nvContentPartPr>
              <p14:xfrm>
                <a:off x="10661589" y="4741636"/>
                <a:ext cx="124560" cy="180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B5C12BB-262D-734D-B42F-121A511E0F6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52949" y="4732996"/>
                  <a:ext cx="142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1F55D2-FE6A-AE45-8CE5-D57ACFA3E08D}"/>
                    </a:ext>
                  </a:extLst>
                </p14:cNvPr>
                <p14:cNvContentPartPr/>
                <p14:nvPr/>
              </p14:nvContentPartPr>
              <p14:xfrm>
                <a:off x="10699389" y="4795276"/>
                <a:ext cx="82440" cy="88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1F55D2-FE6A-AE45-8CE5-D57ACFA3E0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90389" y="4786276"/>
                  <a:ext cx="100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061FB6-E957-4E44-A901-851B4B4AB219}"/>
                    </a:ext>
                  </a:extLst>
                </p14:cNvPr>
                <p14:cNvContentPartPr/>
                <p14:nvPr/>
              </p14:nvContentPartPr>
              <p14:xfrm>
                <a:off x="10705869" y="5325556"/>
                <a:ext cx="83520" cy="220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061FB6-E957-4E44-A901-851B4B4AB2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96869" y="5316556"/>
                  <a:ext cx="101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BF4531-9211-AB42-A67F-79FC925F0F09}"/>
                    </a:ext>
                  </a:extLst>
                </p14:cNvPr>
                <p14:cNvContentPartPr/>
                <p14:nvPr/>
              </p14:nvContentPartPr>
              <p14:xfrm>
                <a:off x="10338669" y="4663876"/>
                <a:ext cx="165960" cy="870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BF4531-9211-AB42-A67F-79FC925F0F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29669" y="4654876"/>
                  <a:ext cx="18360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4FB3FA-074B-674A-81A2-C92344E68623}"/>
                    </a:ext>
                  </a:extLst>
                </p14:cNvPr>
                <p14:cNvContentPartPr/>
                <p14:nvPr/>
              </p14:nvContentPartPr>
              <p14:xfrm>
                <a:off x="10914309" y="4636156"/>
                <a:ext cx="152640" cy="849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4FB3FA-074B-674A-81A2-C92344E686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05309" y="4627516"/>
                  <a:ext cx="170280" cy="86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B8293EF-E748-CB40-A94F-64231C6B8E7C}"/>
              </a:ext>
            </a:extLst>
          </p:cNvPr>
          <p:cNvGrpSpPr/>
          <p:nvPr/>
        </p:nvGrpSpPr>
        <p:grpSpPr>
          <a:xfrm>
            <a:off x="4865589" y="5179756"/>
            <a:ext cx="214200" cy="198720"/>
            <a:chOff x="4865589" y="5179756"/>
            <a:chExt cx="21420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7DF021-807E-CA48-BCF8-CE0A797EE8C5}"/>
                    </a:ext>
                  </a:extLst>
                </p14:cNvPr>
                <p14:cNvContentPartPr/>
                <p14:nvPr/>
              </p14:nvContentPartPr>
              <p14:xfrm>
                <a:off x="4865589" y="5179756"/>
                <a:ext cx="72360" cy="11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7DF021-807E-CA48-BCF8-CE0A797EE8C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56949" y="5171116"/>
                  <a:ext cx="90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91B326-578E-D141-A06C-66DFCC81511B}"/>
                    </a:ext>
                  </a:extLst>
                </p14:cNvPr>
                <p14:cNvContentPartPr/>
                <p14:nvPr/>
              </p14:nvContentPartPr>
              <p14:xfrm>
                <a:off x="4973589" y="5305396"/>
                <a:ext cx="48600" cy="73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91B326-578E-D141-A06C-66DFCC8151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64589" y="5296756"/>
                  <a:ext cx="66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302C63F-5E1B-1B47-8CF4-C411C0BC3B84}"/>
                    </a:ext>
                  </a:extLst>
                </p14:cNvPr>
                <p14:cNvContentPartPr/>
                <p14:nvPr/>
              </p14:nvContentPartPr>
              <p14:xfrm>
                <a:off x="5047389" y="5310076"/>
                <a:ext cx="32400" cy="60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302C63F-5E1B-1B47-8CF4-C411C0BC3B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38749" y="5301076"/>
                  <a:ext cx="5004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5785A1C-C73C-2142-A958-7A9735CC61A4}"/>
                  </a:ext>
                </a:extLst>
              </p14:cNvPr>
              <p14:cNvContentPartPr/>
              <p14:nvPr/>
            </p14:nvContentPartPr>
            <p14:xfrm>
              <a:off x="5298309" y="5126836"/>
              <a:ext cx="112320" cy="1594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5785A1C-C73C-2142-A958-7A9735CC61A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89669" y="5118196"/>
                <a:ext cx="1299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C72050D-517F-C64B-907C-0070FCD02CD6}"/>
                  </a:ext>
                </a:extLst>
              </p14:cNvPr>
              <p14:cNvContentPartPr/>
              <p14:nvPr/>
            </p14:nvContentPartPr>
            <p14:xfrm>
              <a:off x="4858749" y="5674036"/>
              <a:ext cx="118080" cy="219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C72050D-517F-C64B-907C-0070FCD02CD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850109" y="5665036"/>
                <a:ext cx="13572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1865F3A7-6EE0-E945-ABF8-BECC024D9836}"/>
              </a:ext>
            </a:extLst>
          </p:cNvPr>
          <p:cNvGrpSpPr/>
          <p:nvPr/>
        </p:nvGrpSpPr>
        <p:grpSpPr>
          <a:xfrm>
            <a:off x="5217309" y="5720836"/>
            <a:ext cx="280080" cy="270360"/>
            <a:chOff x="5217309" y="5720836"/>
            <a:chExt cx="28008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39ABD45-A622-A74B-880A-0C0D7F71AA3D}"/>
                    </a:ext>
                  </a:extLst>
                </p14:cNvPr>
                <p14:cNvContentPartPr/>
                <p14:nvPr/>
              </p14:nvContentPartPr>
              <p14:xfrm>
                <a:off x="5217309" y="5720836"/>
                <a:ext cx="93240" cy="109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39ABD45-A622-A74B-880A-0C0D7F71AA3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08669" y="5712196"/>
                  <a:ext cx="11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C4CBB6-252E-3842-BAB7-A2FC3CBF52F0}"/>
                    </a:ext>
                  </a:extLst>
                </p14:cNvPr>
                <p14:cNvContentPartPr/>
                <p14:nvPr/>
              </p14:nvContentPartPr>
              <p14:xfrm>
                <a:off x="5361309" y="5834596"/>
                <a:ext cx="136080" cy="15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C4CBB6-252E-3842-BAB7-A2FC3CBF52F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52669" y="5825596"/>
                  <a:ext cx="15372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C5656E4-4DFE-D543-8E43-349BABDB78A1}"/>
              </a:ext>
            </a:extLst>
          </p:cNvPr>
          <p:cNvGrpSpPr/>
          <p:nvPr/>
        </p:nvGrpSpPr>
        <p:grpSpPr>
          <a:xfrm>
            <a:off x="4699989" y="4191556"/>
            <a:ext cx="981360" cy="677880"/>
            <a:chOff x="4699989" y="4191556"/>
            <a:chExt cx="981360" cy="67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8D8C5A5-CED8-3E4F-A30F-546EB558EEF5}"/>
                    </a:ext>
                  </a:extLst>
                </p14:cNvPr>
                <p14:cNvContentPartPr/>
                <p14:nvPr/>
              </p14:nvContentPartPr>
              <p14:xfrm>
                <a:off x="4699989" y="4590076"/>
                <a:ext cx="481680" cy="279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8D8C5A5-CED8-3E4F-A30F-546EB558EEF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91349" y="4581076"/>
                  <a:ext cx="499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8953DE-40D4-EA4A-BB25-B1CB9FC267D8}"/>
                    </a:ext>
                  </a:extLst>
                </p14:cNvPr>
                <p14:cNvContentPartPr/>
                <p14:nvPr/>
              </p14:nvContentPartPr>
              <p14:xfrm>
                <a:off x="5165109" y="4612036"/>
                <a:ext cx="516240" cy="201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8953DE-40D4-EA4A-BB25-B1CB9FC267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56109" y="4603396"/>
                  <a:ext cx="533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0E5B6A-B324-BF44-A34E-754094BCCFE7}"/>
                    </a:ext>
                  </a:extLst>
                </p14:cNvPr>
                <p14:cNvContentPartPr/>
                <p14:nvPr/>
              </p14:nvContentPartPr>
              <p14:xfrm>
                <a:off x="4942629" y="4191556"/>
                <a:ext cx="264240" cy="9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0E5B6A-B324-BF44-A34E-754094BCCFE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33629" y="4182916"/>
                  <a:ext cx="281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7E5B66F-6A68-5943-ABB2-1F4C85039B32}"/>
                    </a:ext>
                  </a:extLst>
                </p14:cNvPr>
                <p14:cNvContentPartPr/>
                <p14:nvPr/>
              </p14:nvContentPartPr>
              <p14:xfrm>
                <a:off x="5095269" y="4197676"/>
                <a:ext cx="20880" cy="318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7E5B66F-6A68-5943-ABB2-1F4C85039B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86269" y="4188676"/>
                  <a:ext cx="3852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33C86E0-281E-304D-81B0-77060DDD858A}"/>
              </a:ext>
            </a:extLst>
          </p:cNvPr>
          <p:cNvGrpSpPr/>
          <p:nvPr/>
        </p:nvGrpSpPr>
        <p:grpSpPr>
          <a:xfrm>
            <a:off x="5328189" y="2314156"/>
            <a:ext cx="285480" cy="365040"/>
            <a:chOff x="5328189" y="2314156"/>
            <a:chExt cx="28548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88C67E5-330E-6844-A6DC-468B49B54499}"/>
                    </a:ext>
                  </a:extLst>
                </p14:cNvPr>
                <p14:cNvContentPartPr/>
                <p14:nvPr/>
              </p14:nvContentPartPr>
              <p14:xfrm>
                <a:off x="5328189" y="2314156"/>
                <a:ext cx="2854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88C67E5-330E-6844-A6DC-468B49B5449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19549" y="2305156"/>
                  <a:ext cx="303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F5689E-F586-7640-AFE4-C65B1C25F6A4}"/>
                    </a:ext>
                  </a:extLst>
                </p14:cNvPr>
                <p14:cNvContentPartPr/>
                <p14:nvPr/>
              </p14:nvContentPartPr>
              <p14:xfrm>
                <a:off x="5479389" y="2327116"/>
                <a:ext cx="12600" cy="352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FF5689E-F586-7640-AFE4-C65B1C25F6A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70389" y="2318476"/>
                  <a:ext cx="30240" cy="36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1891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D79E-42DA-3446-87B8-D1C13B64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Translation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3978A3C6-B56D-944D-8D64-E030F8A48463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6FC659-8A78-854E-A44A-546BE0E44C2B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8B312C-4395-244F-BF9C-1AB19711E65F}"/>
              </a:ext>
            </a:extLst>
          </p:cNvPr>
          <p:cNvCxnSpPr>
            <a:cxnSpLocks/>
          </p:cNvCxnSpPr>
          <p:nvPr/>
        </p:nvCxnSpPr>
        <p:spPr>
          <a:xfrm flipV="1">
            <a:off x="3134226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57503-8FD4-CA48-94AF-14CDB08E300A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3B0483-A095-D74A-B4E2-B771F18D8EF6}"/>
              </a:ext>
            </a:extLst>
          </p:cNvPr>
          <p:cNvCxnSpPr>
            <a:cxnSpLocks/>
          </p:cNvCxnSpPr>
          <p:nvPr/>
        </p:nvCxnSpPr>
        <p:spPr>
          <a:xfrm flipV="1">
            <a:off x="7726279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9F6C65-50D3-F64C-8B88-2A88CD2C9980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FB0445-AB51-7F42-BDC8-8038D880770F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0A9E452-B54A-D44E-892E-C4AB7106C4AC}"/>
                  </a:ext>
                </a:extLst>
              </p14:cNvPr>
              <p14:cNvContentPartPr/>
              <p14:nvPr/>
            </p14:nvContentPartPr>
            <p14:xfrm>
              <a:off x="3352149" y="3434476"/>
              <a:ext cx="15120" cy="21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0A9E452-B54A-D44E-892E-C4AB7106C4A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43509" y="3425836"/>
                <a:ext cx="32760" cy="396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riangle 59">
            <a:extLst>
              <a:ext uri="{FF2B5EF4-FFF2-40B4-BE49-F238E27FC236}">
                <a16:creationId xmlns:a16="http://schemas.microsoft.com/office/drawing/2014/main" id="{ACD9FFDC-3C53-AA48-9166-E05B15246F2A}"/>
              </a:ext>
            </a:extLst>
          </p:cNvPr>
          <p:cNvSpPr/>
          <p:nvPr/>
        </p:nvSpPr>
        <p:spPr>
          <a:xfrm>
            <a:off x="8083875" y="2217169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27625B4-A609-9148-BBCE-175A44B0F18C}"/>
                  </a:ext>
                </a:extLst>
              </p14:cNvPr>
              <p14:cNvContentPartPr/>
              <p14:nvPr/>
            </p14:nvContentPartPr>
            <p14:xfrm>
              <a:off x="8844222" y="2914461"/>
              <a:ext cx="15120" cy="21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27625B4-A609-9148-BBCE-175A44B0F1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35582" y="2905821"/>
                <a:ext cx="32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9B47E68-7A4B-EC4B-A2FB-CA3BC0820D58}"/>
                  </a:ext>
                </a:extLst>
              </p14:cNvPr>
              <p14:cNvContentPartPr/>
              <p14:nvPr/>
            </p14:nvContentPartPr>
            <p14:xfrm>
              <a:off x="8825589" y="2923276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9B47E68-7A4B-EC4B-A2FB-CA3BC0820D5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16589" y="29146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4AFABB6-89CA-8E46-991C-BC45034E6DE5}"/>
                  </a:ext>
                </a:extLst>
              </p14:cNvPr>
              <p14:cNvContentPartPr/>
              <p14:nvPr/>
            </p14:nvContentPartPr>
            <p14:xfrm>
              <a:off x="7764669" y="2937676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4AFABB6-89CA-8E46-991C-BC45034E6DE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56029" y="29290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E13BCC0-18FA-D84C-B3B8-428E242A5C9E}"/>
                  </a:ext>
                </a:extLst>
              </p14:cNvPr>
              <p14:cNvContentPartPr/>
              <p14:nvPr/>
            </p14:nvContentPartPr>
            <p14:xfrm>
              <a:off x="7882749" y="2937676"/>
              <a:ext cx="3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E13BCC0-18FA-D84C-B3B8-428E242A5C9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74109" y="29290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9BA2EAF-C203-B847-A37E-58FBA8851D99}"/>
                  </a:ext>
                </a:extLst>
              </p14:cNvPr>
              <p14:cNvContentPartPr/>
              <p14:nvPr/>
            </p14:nvContentPartPr>
            <p14:xfrm>
              <a:off x="7994709" y="2926516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9BA2EAF-C203-B847-A37E-58FBA8851D9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85709" y="29178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0D3BBDE-1C92-624C-A592-2CA72DDCDDD6}"/>
                  </a:ext>
                </a:extLst>
              </p14:cNvPr>
              <p14:cNvContentPartPr/>
              <p14:nvPr/>
            </p14:nvContentPartPr>
            <p14:xfrm>
              <a:off x="8139429" y="2931556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0D3BBDE-1C92-624C-A592-2CA72DDCDDD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30429" y="2922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C9E47B9-60CD-FB4D-8371-1489B7BF90E0}"/>
                  </a:ext>
                </a:extLst>
              </p14:cNvPr>
              <p14:cNvContentPartPr/>
              <p14:nvPr/>
            </p14:nvContentPartPr>
            <p14:xfrm>
              <a:off x="8283789" y="2930116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C9E47B9-60CD-FB4D-8371-1489B7BF90E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75149" y="292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B22D8E7-956E-FA4A-B4F4-F23E76345485}"/>
                  </a:ext>
                </a:extLst>
              </p14:cNvPr>
              <p14:cNvContentPartPr/>
              <p14:nvPr/>
            </p14:nvContentPartPr>
            <p14:xfrm>
              <a:off x="8514189" y="2930116"/>
              <a:ext cx="360" cy="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B22D8E7-956E-FA4A-B4F4-F23E763454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05189" y="29211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A2ACC4D-BC1C-8947-8288-C5206E6B38C1}"/>
                  </a:ext>
                </a:extLst>
              </p14:cNvPr>
              <p14:cNvContentPartPr/>
              <p14:nvPr/>
            </p14:nvContentPartPr>
            <p14:xfrm>
              <a:off x="8641269" y="2938396"/>
              <a:ext cx="3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A2ACC4D-BC1C-8947-8288-C5206E6B38C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32629" y="2929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A465AB2-AB4B-3F42-B1A3-8A063B0584D9}"/>
                  </a:ext>
                </a:extLst>
              </p14:cNvPr>
              <p14:cNvContentPartPr/>
              <p14:nvPr/>
            </p14:nvContentPartPr>
            <p14:xfrm>
              <a:off x="8810829" y="2929396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A465AB2-AB4B-3F42-B1A3-8A063B0584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02189" y="29203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29C4868-B679-C54D-98B1-EBCA92D1222C}"/>
                  </a:ext>
                </a:extLst>
              </p14:cNvPr>
              <p14:cNvContentPartPr/>
              <p14:nvPr/>
            </p14:nvContentPartPr>
            <p14:xfrm>
              <a:off x="8870229" y="2961436"/>
              <a:ext cx="3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29C4868-B679-C54D-98B1-EBCA92D122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61229" y="29527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C4A5A13-1AF9-2640-BE0E-537478E23A45}"/>
                  </a:ext>
                </a:extLst>
              </p14:cNvPr>
              <p14:cNvContentPartPr/>
              <p14:nvPr/>
            </p14:nvContentPartPr>
            <p14:xfrm>
              <a:off x="8864109" y="3031636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C4A5A13-1AF9-2640-BE0E-537478E23A4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55469" y="30229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1B58194-FC0A-3E46-A1BF-9D3E2C72CCCA}"/>
                  </a:ext>
                </a:extLst>
              </p14:cNvPr>
              <p14:cNvContentPartPr/>
              <p14:nvPr/>
            </p14:nvContentPartPr>
            <p14:xfrm>
              <a:off x="8875989" y="3097156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1B58194-FC0A-3E46-A1BF-9D3E2C72CCC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66989" y="30885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98A440F-F4FE-634A-A80F-91DE0F71CB69}"/>
                  </a:ext>
                </a:extLst>
              </p14:cNvPr>
              <p14:cNvContentPartPr/>
              <p14:nvPr/>
            </p14:nvContentPartPr>
            <p14:xfrm>
              <a:off x="8883549" y="3200116"/>
              <a:ext cx="3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98A440F-F4FE-634A-A80F-91DE0F71CB6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74909" y="319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B9642C7-3B07-2741-999D-8D3FCACA1D8E}"/>
                  </a:ext>
                </a:extLst>
              </p14:cNvPr>
              <p14:cNvContentPartPr/>
              <p14:nvPr/>
            </p14:nvContentPartPr>
            <p14:xfrm>
              <a:off x="8889309" y="3244036"/>
              <a:ext cx="3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B9642C7-3B07-2741-999D-8D3FCACA1D8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80669" y="32353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CA1A5BF-F3BE-C94D-8CC3-768B3141DB42}"/>
                  </a:ext>
                </a:extLst>
              </p14:cNvPr>
              <p14:cNvContentPartPr/>
              <p14:nvPr/>
            </p14:nvContentPartPr>
            <p14:xfrm>
              <a:off x="8890749" y="3320356"/>
              <a:ext cx="36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CA1A5BF-F3BE-C94D-8CC3-768B3141DB4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82109" y="33117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D98CAD1-1BA5-D145-9C09-233008F7DAE9}"/>
                  </a:ext>
                </a:extLst>
              </p14:cNvPr>
              <p14:cNvContentPartPr/>
              <p14:nvPr/>
            </p14:nvContentPartPr>
            <p14:xfrm>
              <a:off x="8906229" y="3415396"/>
              <a:ext cx="360" cy="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D98CAD1-1BA5-D145-9C09-233008F7DA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97229" y="3406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0A4737D-0853-5B42-B2C0-651471DEB0CA}"/>
                  </a:ext>
                </a:extLst>
              </p14:cNvPr>
              <p14:cNvContentPartPr/>
              <p14:nvPr/>
            </p14:nvContentPartPr>
            <p14:xfrm>
              <a:off x="8901549" y="3493516"/>
              <a:ext cx="3240" cy="165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0A4737D-0853-5B42-B2C0-651471DEB0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92909" y="3484876"/>
                <a:ext cx="208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AB0BFED-BBA1-A847-A24C-C37503C72D18}"/>
                  </a:ext>
                </a:extLst>
              </p14:cNvPr>
              <p14:cNvContentPartPr/>
              <p14:nvPr/>
            </p14:nvContentPartPr>
            <p14:xfrm>
              <a:off x="8911989" y="3566596"/>
              <a:ext cx="1800" cy="1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AB0BFED-BBA1-A847-A24C-C37503C72D1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02989" y="3557596"/>
                <a:ext cx="194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B895C78-98D0-3844-A906-CA10F290D867}"/>
                  </a:ext>
                </a:extLst>
              </p14:cNvPr>
              <p14:cNvContentPartPr/>
              <p14:nvPr/>
            </p14:nvContentPartPr>
            <p14:xfrm>
              <a:off x="8914869" y="3601516"/>
              <a:ext cx="3240" cy="133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B895C78-98D0-3844-A906-CA10F290D86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05869" y="3592876"/>
                <a:ext cx="208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4C556B7-FDAC-1742-A159-2255EBEE76B8}"/>
                  </a:ext>
                </a:extLst>
              </p14:cNvPr>
              <p14:cNvContentPartPr/>
              <p14:nvPr/>
            </p14:nvContentPartPr>
            <p14:xfrm>
              <a:off x="8919189" y="3642916"/>
              <a:ext cx="3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4C556B7-FDAC-1742-A159-2255EBEE76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910189" y="3633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8E3FE88-24E4-E542-A0A9-3D281BDAE515}"/>
                  </a:ext>
                </a:extLst>
              </p14:cNvPr>
              <p14:cNvContentPartPr/>
              <p14:nvPr/>
            </p14:nvContentPartPr>
            <p14:xfrm>
              <a:off x="3364749" y="3475156"/>
              <a:ext cx="6480" cy="25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8E3FE88-24E4-E542-A0A9-3D281BDAE51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55749" y="3466516"/>
                <a:ext cx="241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A48C3CE-0A57-7343-8A27-0801EF8A3A6A}"/>
                  </a:ext>
                </a:extLst>
              </p14:cNvPr>
              <p14:cNvContentPartPr/>
              <p14:nvPr/>
            </p14:nvContentPartPr>
            <p14:xfrm>
              <a:off x="3365829" y="3571636"/>
              <a:ext cx="1800" cy="6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A48C3CE-0A57-7343-8A27-0801EF8A3A6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357189" y="3562996"/>
                <a:ext cx="194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E5474F0-A35F-604A-BA17-CCEB86EE1426}"/>
                  </a:ext>
                </a:extLst>
              </p14:cNvPr>
              <p14:cNvContentPartPr/>
              <p14:nvPr/>
            </p14:nvContentPartPr>
            <p14:xfrm>
              <a:off x="3377709" y="3636436"/>
              <a:ext cx="360" cy="46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E5474F0-A35F-604A-BA17-CCEB86EE142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68709" y="3627796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BCB8B3C-6D13-5148-B2F6-5A2D911CAA1F}"/>
                  </a:ext>
                </a:extLst>
              </p14:cNvPr>
              <p14:cNvContentPartPr/>
              <p14:nvPr/>
            </p14:nvContentPartPr>
            <p14:xfrm>
              <a:off x="3159909" y="3452116"/>
              <a:ext cx="360" cy="3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BCB8B3C-6D13-5148-B2F6-5A2D911CAA1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50909" y="3443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3CE918-6609-3E43-B0CE-AE920291A47F}"/>
                  </a:ext>
                </a:extLst>
              </p14:cNvPr>
              <p14:cNvContentPartPr/>
              <p14:nvPr/>
            </p14:nvContentPartPr>
            <p14:xfrm>
              <a:off x="3225069" y="3449236"/>
              <a:ext cx="360" cy="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3CE918-6609-3E43-B0CE-AE920291A4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16429" y="34405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57032E4-B487-474D-96F9-0E53A318553A}"/>
                  </a:ext>
                </a:extLst>
              </p14:cNvPr>
              <p14:cNvContentPartPr/>
              <p14:nvPr/>
            </p14:nvContentPartPr>
            <p14:xfrm>
              <a:off x="3283749" y="3456796"/>
              <a:ext cx="36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57032E4-B487-474D-96F9-0E53A318553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75109" y="34481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8A562B2-20F4-CC45-A37B-DBE4D33A1590}"/>
                  </a:ext>
                </a:extLst>
              </p14:cNvPr>
              <p14:cNvContentPartPr/>
              <p14:nvPr/>
            </p14:nvContentPartPr>
            <p14:xfrm>
              <a:off x="3335229" y="3445276"/>
              <a:ext cx="360" cy="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8A562B2-20F4-CC45-A37B-DBE4D33A159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26229" y="34362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1BF6CC2-42E0-5E4B-B548-00248553D7BF}"/>
              </a:ext>
            </a:extLst>
          </p:cNvPr>
          <p:cNvGrpSpPr/>
          <p:nvPr/>
        </p:nvGrpSpPr>
        <p:grpSpPr>
          <a:xfrm>
            <a:off x="5083749" y="3765316"/>
            <a:ext cx="151920" cy="189720"/>
            <a:chOff x="5083749" y="3765316"/>
            <a:chExt cx="151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B5CF7E-761F-EE48-B721-4E71D5849A28}"/>
                    </a:ext>
                  </a:extLst>
                </p14:cNvPr>
                <p14:cNvContentPartPr/>
                <p14:nvPr/>
              </p14:nvContentPartPr>
              <p14:xfrm>
                <a:off x="5083749" y="3765316"/>
                <a:ext cx="116280" cy="189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B5CF7E-761F-EE48-B721-4E71D5849A2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75109" y="3756316"/>
                  <a:ext cx="133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A273F9D-B0C0-BF4A-8E8A-A129BFDAE461}"/>
                    </a:ext>
                  </a:extLst>
                </p14:cNvPr>
                <p14:cNvContentPartPr/>
                <p14:nvPr/>
              </p14:nvContentPartPr>
              <p14:xfrm>
                <a:off x="5112549" y="3812476"/>
                <a:ext cx="123120" cy="142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A273F9D-B0C0-BF4A-8E8A-A129BFDAE46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03549" y="3803476"/>
                  <a:ext cx="14076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66A4148-3E51-FE46-AFDB-CD7D6BFC9C2D}"/>
              </a:ext>
            </a:extLst>
          </p:cNvPr>
          <p:cNvGrpSpPr/>
          <p:nvPr/>
        </p:nvGrpSpPr>
        <p:grpSpPr>
          <a:xfrm>
            <a:off x="4894029" y="2791516"/>
            <a:ext cx="1111320" cy="297000"/>
            <a:chOff x="4894029" y="2791516"/>
            <a:chExt cx="111132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3F554A0-34A8-6F42-ABD0-9028A17BA12D}"/>
                    </a:ext>
                  </a:extLst>
                </p14:cNvPr>
                <p14:cNvContentPartPr/>
                <p14:nvPr/>
              </p14:nvContentPartPr>
              <p14:xfrm>
                <a:off x="4894029" y="2791516"/>
                <a:ext cx="1050120" cy="17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3F554A0-34A8-6F42-ABD0-9028A17BA12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885389" y="2782876"/>
                  <a:ext cx="1067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EA017E-1C00-C640-BD28-E3248C1245DA}"/>
                    </a:ext>
                  </a:extLst>
                </p14:cNvPr>
                <p14:cNvContentPartPr/>
                <p14:nvPr/>
              </p14:nvContentPartPr>
              <p14:xfrm>
                <a:off x="5902389" y="2832556"/>
                <a:ext cx="102960" cy="255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EA017E-1C00-C640-BD28-E3248C1245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93749" y="2823556"/>
                  <a:ext cx="120600" cy="273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3801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D79E-42DA-3446-87B8-D1C13B64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Translation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3978A3C6-B56D-944D-8D64-E030F8A48463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6FC659-8A78-854E-A44A-546BE0E44C2B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8B312C-4395-244F-BF9C-1AB19711E65F}"/>
              </a:ext>
            </a:extLst>
          </p:cNvPr>
          <p:cNvCxnSpPr>
            <a:cxnSpLocks/>
          </p:cNvCxnSpPr>
          <p:nvPr/>
        </p:nvCxnSpPr>
        <p:spPr>
          <a:xfrm flipV="1">
            <a:off x="3134226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57503-8FD4-CA48-94AF-14CDB08E300A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3B0483-A095-D74A-B4E2-B771F18D8EF6}"/>
              </a:ext>
            </a:extLst>
          </p:cNvPr>
          <p:cNvCxnSpPr>
            <a:cxnSpLocks/>
          </p:cNvCxnSpPr>
          <p:nvPr/>
        </p:nvCxnSpPr>
        <p:spPr>
          <a:xfrm flipV="1">
            <a:off x="7726279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9F6C65-50D3-F64C-8B88-2A88CD2C9980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FB0445-AB51-7F42-BDC8-8038D880770F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0A9E452-B54A-D44E-892E-C4AB7106C4AC}"/>
                  </a:ext>
                </a:extLst>
              </p14:cNvPr>
              <p14:cNvContentPartPr/>
              <p14:nvPr/>
            </p14:nvContentPartPr>
            <p14:xfrm>
              <a:off x="3352149" y="3434476"/>
              <a:ext cx="15120" cy="21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0A9E452-B54A-D44E-892E-C4AB7106C4A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43509" y="3425836"/>
                <a:ext cx="32760" cy="396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riangle 59">
            <a:extLst>
              <a:ext uri="{FF2B5EF4-FFF2-40B4-BE49-F238E27FC236}">
                <a16:creationId xmlns:a16="http://schemas.microsoft.com/office/drawing/2014/main" id="{ACD9FFDC-3C53-AA48-9166-E05B15246F2A}"/>
              </a:ext>
            </a:extLst>
          </p:cNvPr>
          <p:cNvSpPr/>
          <p:nvPr/>
        </p:nvSpPr>
        <p:spPr>
          <a:xfrm>
            <a:off x="8083875" y="2217169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27625B4-A609-9148-BBCE-175A44B0F18C}"/>
                  </a:ext>
                </a:extLst>
              </p14:cNvPr>
              <p14:cNvContentPartPr/>
              <p14:nvPr/>
            </p14:nvContentPartPr>
            <p14:xfrm>
              <a:off x="8844222" y="2914461"/>
              <a:ext cx="15120" cy="21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27625B4-A609-9148-BBCE-175A44B0F1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35582" y="2905821"/>
                <a:ext cx="32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9B47E68-7A4B-EC4B-A2FB-CA3BC0820D58}"/>
                  </a:ext>
                </a:extLst>
              </p14:cNvPr>
              <p14:cNvContentPartPr/>
              <p14:nvPr/>
            </p14:nvContentPartPr>
            <p14:xfrm>
              <a:off x="8825589" y="2923276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9B47E68-7A4B-EC4B-A2FB-CA3BC0820D5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16589" y="29146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4AFABB6-89CA-8E46-991C-BC45034E6DE5}"/>
                  </a:ext>
                </a:extLst>
              </p14:cNvPr>
              <p14:cNvContentPartPr/>
              <p14:nvPr/>
            </p14:nvContentPartPr>
            <p14:xfrm>
              <a:off x="7764669" y="2937676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4AFABB6-89CA-8E46-991C-BC45034E6DE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56029" y="29290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E13BCC0-18FA-D84C-B3B8-428E242A5C9E}"/>
                  </a:ext>
                </a:extLst>
              </p14:cNvPr>
              <p14:cNvContentPartPr/>
              <p14:nvPr/>
            </p14:nvContentPartPr>
            <p14:xfrm>
              <a:off x="7882749" y="2937676"/>
              <a:ext cx="3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E13BCC0-18FA-D84C-B3B8-428E242A5C9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74109" y="29290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9BA2EAF-C203-B847-A37E-58FBA8851D99}"/>
                  </a:ext>
                </a:extLst>
              </p14:cNvPr>
              <p14:cNvContentPartPr/>
              <p14:nvPr/>
            </p14:nvContentPartPr>
            <p14:xfrm>
              <a:off x="7994709" y="2926516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9BA2EAF-C203-B847-A37E-58FBA8851D9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85709" y="29178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0D3BBDE-1C92-624C-A592-2CA72DDCDDD6}"/>
                  </a:ext>
                </a:extLst>
              </p14:cNvPr>
              <p14:cNvContentPartPr/>
              <p14:nvPr/>
            </p14:nvContentPartPr>
            <p14:xfrm>
              <a:off x="8139429" y="2931556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0D3BBDE-1C92-624C-A592-2CA72DDCDDD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30429" y="2922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C9E47B9-60CD-FB4D-8371-1489B7BF90E0}"/>
                  </a:ext>
                </a:extLst>
              </p14:cNvPr>
              <p14:cNvContentPartPr/>
              <p14:nvPr/>
            </p14:nvContentPartPr>
            <p14:xfrm>
              <a:off x="8283789" y="2930116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C9E47B9-60CD-FB4D-8371-1489B7BF90E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75149" y="292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B22D8E7-956E-FA4A-B4F4-F23E76345485}"/>
                  </a:ext>
                </a:extLst>
              </p14:cNvPr>
              <p14:cNvContentPartPr/>
              <p14:nvPr/>
            </p14:nvContentPartPr>
            <p14:xfrm>
              <a:off x="8514189" y="2930116"/>
              <a:ext cx="360" cy="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B22D8E7-956E-FA4A-B4F4-F23E763454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05189" y="29211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A2ACC4D-BC1C-8947-8288-C5206E6B38C1}"/>
                  </a:ext>
                </a:extLst>
              </p14:cNvPr>
              <p14:cNvContentPartPr/>
              <p14:nvPr/>
            </p14:nvContentPartPr>
            <p14:xfrm>
              <a:off x="8641269" y="2938396"/>
              <a:ext cx="3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A2ACC4D-BC1C-8947-8288-C5206E6B38C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32629" y="2929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A465AB2-AB4B-3F42-B1A3-8A063B0584D9}"/>
                  </a:ext>
                </a:extLst>
              </p14:cNvPr>
              <p14:cNvContentPartPr/>
              <p14:nvPr/>
            </p14:nvContentPartPr>
            <p14:xfrm>
              <a:off x="8810829" y="2929396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A465AB2-AB4B-3F42-B1A3-8A063B0584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02189" y="29203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29C4868-B679-C54D-98B1-EBCA92D1222C}"/>
                  </a:ext>
                </a:extLst>
              </p14:cNvPr>
              <p14:cNvContentPartPr/>
              <p14:nvPr/>
            </p14:nvContentPartPr>
            <p14:xfrm>
              <a:off x="8870229" y="2961436"/>
              <a:ext cx="3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29C4868-B679-C54D-98B1-EBCA92D122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61229" y="29527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C4A5A13-1AF9-2640-BE0E-537478E23A45}"/>
                  </a:ext>
                </a:extLst>
              </p14:cNvPr>
              <p14:cNvContentPartPr/>
              <p14:nvPr/>
            </p14:nvContentPartPr>
            <p14:xfrm>
              <a:off x="8864109" y="3031636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C4A5A13-1AF9-2640-BE0E-537478E23A4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55469" y="30229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1B58194-FC0A-3E46-A1BF-9D3E2C72CCCA}"/>
                  </a:ext>
                </a:extLst>
              </p14:cNvPr>
              <p14:cNvContentPartPr/>
              <p14:nvPr/>
            </p14:nvContentPartPr>
            <p14:xfrm>
              <a:off x="8875989" y="3097156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1B58194-FC0A-3E46-A1BF-9D3E2C72CCC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66989" y="30885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98A440F-F4FE-634A-A80F-91DE0F71CB69}"/>
                  </a:ext>
                </a:extLst>
              </p14:cNvPr>
              <p14:cNvContentPartPr/>
              <p14:nvPr/>
            </p14:nvContentPartPr>
            <p14:xfrm>
              <a:off x="8883549" y="3200116"/>
              <a:ext cx="3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98A440F-F4FE-634A-A80F-91DE0F71CB6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74909" y="319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B9642C7-3B07-2741-999D-8D3FCACA1D8E}"/>
                  </a:ext>
                </a:extLst>
              </p14:cNvPr>
              <p14:cNvContentPartPr/>
              <p14:nvPr/>
            </p14:nvContentPartPr>
            <p14:xfrm>
              <a:off x="8889309" y="3244036"/>
              <a:ext cx="3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B9642C7-3B07-2741-999D-8D3FCACA1D8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80669" y="32353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CA1A5BF-F3BE-C94D-8CC3-768B3141DB42}"/>
                  </a:ext>
                </a:extLst>
              </p14:cNvPr>
              <p14:cNvContentPartPr/>
              <p14:nvPr/>
            </p14:nvContentPartPr>
            <p14:xfrm>
              <a:off x="8890749" y="3320356"/>
              <a:ext cx="36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CA1A5BF-F3BE-C94D-8CC3-768B3141DB4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82109" y="33117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D98CAD1-1BA5-D145-9C09-233008F7DAE9}"/>
                  </a:ext>
                </a:extLst>
              </p14:cNvPr>
              <p14:cNvContentPartPr/>
              <p14:nvPr/>
            </p14:nvContentPartPr>
            <p14:xfrm>
              <a:off x="8906229" y="3415396"/>
              <a:ext cx="360" cy="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D98CAD1-1BA5-D145-9C09-233008F7DA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97229" y="3406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0A4737D-0853-5B42-B2C0-651471DEB0CA}"/>
                  </a:ext>
                </a:extLst>
              </p14:cNvPr>
              <p14:cNvContentPartPr/>
              <p14:nvPr/>
            </p14:nvContentPartPr>
            <p14:xfrm>
              <a:off x="8901549" y="3493516"/>
              <a:ext cx="3240" cy="165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0A4737D-0853-5B42-B2C0-651471DEB0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92909" y="3484876"/>
                <a:ext cx="208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AB0BFED-BBA1-A847-A24C-C37503C72D18}"/>
                  </a:ext>
                </a:extLst>
              </p14:cNvPr>
              <p14:cNvContentPartPr/>
              <p14:nvPr/>
            </p14:nvContentPartPr>
            <p14:xfrm>
              <a:off x="8911989" y="3566596"/>
              <a:ext cx="1800" cy="1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AB0BFED-BBA1-A847-A24C-C37503C72D1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02989" y="3557596"/>
                <a:ext cx="194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B895C78-98D0-3844-A906-CA10F290D867}"/>
                  </a:ext>
                </a:extLst>
              </p14:cNvPr>
              <p14:cNvContentPartPr/>
              <p14:nvPr/>
            </p14:nvContentPartPr>
            <p14:xfrm>
              <a:off x="8914869" y="3601516"/>
              <a:ext cx="3240" cy="133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B895C78-98D0-3844-A906-CA10F290D86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05869" y="3592876"/>
                <a:ext cx="208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4C556B7-FDAC-1742-A159-2255EBEE76B8}"/>
                  </a:ext>
                </a:extLst>
              </p14:cNvPr>
              <p14:cNvContentPartPr/>
              <p14:nvPr/>
            </p14:nvContentPartPr>
            <p14:xfrm>
              <a:off x="8919189" y="3642916"/>
              <a:ext cx="3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4C556B7-FDAC-1742-A159-2255EBEE76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910189" y="3633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8E3FE88-24E4-E542-A0A9-3D281BDAE515}"/>
                  </a:ext>
                </a:extLst>
              </p14:cNvPr>
              <p14:cNvContentPartPr/>
              <p14:nvPr/>
            </p14:nvContentPartPr>
            <p14:xfrm>
              <a:off x="3364749" y="3475156"/>
              <a:ext cx="6480" cy="25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8E3FE88-24E4-E542-A0A9-3D281BDAE51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55749" y="3466516"/>
                <a:ext cx="241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A48C3CE-0A57-7343-8A27-0801EF8A3A6A}"/>
                  </a:ext>
                </a:extLst>
              </p14:cNvPr>
              <p14:cNvContentPartPr/>
              <p14:nvPr/>
            </p14:nvContentPartPr>
            <p14:xfrm>
              <a:off x="3365829" y="3571636"/>
              <a:ext cx="1800" cy="6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A48C3CE-0A57-7343-8A27-0801EF8A3A6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357189" y="3562996"/>
                <a:ext cx="194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E5474F0-A35F-604A-BA17-CCEB86EE1426}"/>
                  </a:ext>
                </a:extLst>
              </p14:cNvPr>
              <p14:cNvContentPartPr/>
              <p14:nvPr/>
            </p14:nvContentPartPr>
            <p14:xfrm>
              <a:off x="3377709" y="3636436"/>
              <a:ext cx="360" cy="46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E5474F0-A35F-604A-BA17-CCEB86EE142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68709" y="3627796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BCB8B3C-6D13-5148-B2F6-5A2D911CAA1F}"/>
                  </a:ext>
                </a:extLst>
              </p14:cNvPr>
              <p14:cNvContentPartPr/>
              <p14:nvPr/>
            </p14:nvContentPartPr>
            <p14:xfrm>
              <a:off x="3159909" y="3452116"/>
              <a:ext cx="360" cy="3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BCB8B3C-6D13-5148-B2F6-5A2D911CAA1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50909" y="3443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3CE918-6609-3E43-B0CE-AE920291A47F}"/>
                  </a:ext>
                </a:extLst>
              </p14:cNvPr>
              <p14:cNvContentPartPr/>
              <p14:nvPr/>
            </p14:nvContentPartPr>
            <p14:xfrm>
              <a:off x="3225069" y="3449236"/>
              <a:ext cx="360" cy="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3CE918-6609-3E43-B0CE-AE920291A4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16429" y="34405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57032E4-B487-474D-96F9-0E53A318553A}"/>
                  </a:ext>
                </a:extLst>
              </p14:cNvPr>
              <p14:cNvContentPartPr/>
              <p14:nvPr/>
            </p14:nvContentPartPr>
            <p14:xfrm>
              <a:off x="3283749" y="3456796"/>
              <a:ext cx="36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57032E4-B487-474D-96F9-0E53A318553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75109" y="34481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8A562B2-20F4-CC45-A37B-DBE4D33A1590}"/>
                  </a:ext>
                </a:extLst>
              </p14:cNvPr>
              <p14:cNvContentPartPr/>
              <p14:nvPr/>
            </p14:nvContentPartPr>
            <p14:xfrm>
              <a:off x="3335229" y="3445276"/>
              <a:ext cx="360" cy="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8A562B2-20F4-CC45-A37B-DBE4D33A159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26229" y="34362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75648D6-90F4-164C-AAA0-1D7603187864}"/>
              </a:ext>
            </a:extLst>
          </p:cNvPr>
          <p:cNvGrpSpPr/>
          <p:nvPr/>
        </p:nvGrpSpPr>
        <p:grpSpPr>
          <a:xfrm>
            <a:off x="5083029" y="3843436"/>
            <a:ext cx="129600" cy="147600"/>
            <a:chOff x="5083029" y="3843436"/>
            <a:chExt cx="12960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CD07AD-7B62-A246-ABF9-20E852803E8C}"/>
                    </a:ext>
                  </a:extLst>
                </p14:cNvPr>
                <p14:cNvContentPartPr/>
                <p14:nvPr/>
              </p14:nvContentPartPr>
              <p14:xfrm>
                <a:off x="5088069" y="3844156"/>
                <a:ext cx="124560" cy="8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CD07AD-7B62-A246-ABF9-20E852803E8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79069" y="3835156"/>
                  <a:ext cx="142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AFA314-AFE9-8E44-ADA7-F662570BB8F9}"/>
                    </a:ext>
                  </a:extLst>
                </p14:cNvPr>
                <p14:cNvContentPartPr/>
                <p14:nvPr/>
              </p14:nvContentPartPr>
              <p14:xfrm>
                <a:off x="5083029" y="3843436"/>
                <a:ext cx="105840" cy="147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AFA314-AFE9-8E44-ADA7-F662570BB8F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74029" y="3834796"/>
                  <a:ext cx="12348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358573-7547-1B4E-B850-760D3762F47B}"/>
              </a:ext>
            </a:extLst>
          </p:cNvPr>
          <p:cNvGrpSpPr/>
          <p:nvPr/>
        </p:nvGrpSpPr>
        <p:grpSpPr>
          <a:xfrm>
            <a:off x="5188869" y="3055756"/>
            <a:ext cx="735480" cy="367200"/>
            <a:chOff x="5188869" y="3055756"/>
            <a:chExt cx="73548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E3D2D1-94B1-D444-95AF-01707DBCE3EC}"/>
                    </a:ext>
                  </a:extLst>
                </p14:cNvPr>
                <p14:cNvContentPartPr/>
                <p14:nvPr/>
              </p14:nvContentPartPr>
              <p14:xfrm>
                <a:off x="5188869" y="3055756"/>
                <a:ext cx="709200" cy="20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E3D2D1-94B1-D444-95AF-01707DBCE3E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180229" y="3046756"/>
                  <a:ext cx="726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4D6B79-0261-704F-8F72-173193C2F17E}"/>
                    </a:ext>
                  </a:extLst>
                </p14:cNvPr>
                <p14:cNvContentPartPr/>
                <p14:nvPr/>
              </p14:nvContentPartPr>
              <p14:xfrm>
                <a:off x="5818869" y="3147556"/>
                <a:ext cx="105480" cy="275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4D6B79-0261-704F-8F72-173193C2F17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10229" y="3138556"/>
                  <a:ext cx="12312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6378678-9602-EB47-AC6E-D56044BC59A8}"/>
              </a:ext>
            </a:extLst>
          </p:cNvPr>
          <p:cNvGrpSpPr/>
          <p:nvPr/>
        </p:nvGrpSpPr>
        <p:grpSpPr>
          <a:xfrm>
            <a:off x="4816989" y="5193076"/>
            <a:ext cx="114480" cy="165600"/>
            <a:chOff x="4816989" y="5193076"/>
            <a:chExt cx="11448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A0A510-5F36-3A4D-96B6-A5A7D5F6DEE4}"/>
                    </a:ext>
                  </a:extLst>
                </p14:cNvPr>
                <p14:cNvContentPartPr/>
                <p14:nvPr/>
              </p14:nvContentPartPr>
              <p14:xfrm>
                <a:off x="4816989" y="5193076"/>
                <a:ext cx="114480" cy="165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A0A510-5F36-3A4D-96B6-A5A7D5F6DEE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07989" y="5184436"/>
                  <a:ext cx="132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3DE064-DB41-8E4D-87AB-BA09BBFD177B}"/>
                    </a:ext>
                  </a:extLst>
                </p14:cNvPr>
                <p14:cNvContentPartPr/>
                <p14:nvPr/>
              </p14:nvContentPartPr>
              <p14:xfrm>
                <a:off x="4825989" y="5234836"/>
                <a:ext cx="104400" cy="116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C3DE064-DB41-8E4D-87AB-BA09BBFD177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817349" y="5225836"/>
                  <a:ext cx="12204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6A9722F-A10C-AA4E-B675-90D3B128F430}"/>
                  </a:ext>
                </a:extLst>
              </p14:cNvPr>
              <p14:cNvContentPartPr/>
              <p14:nvPr/>
            </p14:nvContentPartPr>
            <p14:xfrm>
              <a:off x="5053149" y="5013076"/>
              <a:ext cx="37080" cy="97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6A9722F-A10C-AA4E-B675-90D3B128F43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044149" y="5004436"/>
                <a:ext cx="5472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AA0B5637-EAD7-A849-A0D8-3E6B3F8F61C7}"/>
              </a:ext>
            </a:extLst>
          </p:cNvPr>
          <p:cNvGrpSpPr/>
          <p:nvPr/>
        </p:nvGrpSpPr>
        <p:grpSpPr>
          <a:xfrm>
            <a:off x="5200389" y="5243116"/>
            <a:ext cx="134280" cy="83880"/>
            <a:chOff x="5200389" y="5243116"/>
            <a:chExt cx="134280" cy="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05DB2C-0B63-8F4F-9FD3-938A9290543B}"/>
                    </a:ext>
                  </a:extLst>
                </p14:cNvPr>
                <p14:cNvContentPartPr/>
                <p14:nvPr/>
              </p14:nvContentPartPr>
              <p14:xfrm>
                <a:off x="5200389" y="5243116"/>
                <a:ext cx="13032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05DB2C-0B63-8F4F-9FD3-938A9290543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191749" y="5234116"/>
                  <a:ext cx="14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B2D3CE-E382-7848-B01D-497E137C3012}"/>
                    </a:ext>
                  </a:extLst>
                </p14:cNvPr>
                <p14:cNvContentPartPr/>
                <p14:nvPr/>
              </p14:nvContentPartPr>
              <p14:xfrm>
                <a:off x="5216229" y="5311156"/>
                <a:ext cx="118440" cy="15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5B2D3CE-E382-7848-B01D-497E137C301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07589" y="5302156"/>
                  <a:ext cx="13608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ADC8DC7-397F-C44C-A689-AF465E99C866}"/>
              </a:ext>
            </a:extLst>
          </p:cNvPr>
          <p:cNvGrpSpPr/>
          <p:nvPr/>
        </p:nvGrpSpPr>
        <p:grpSpPr>
          <a:xfrm>
            <a:off x="5655429" y="5242756"/>
            <a:ext cx="573480" cy="163080"/>
            <a:chOff x="5655429" y="5242756"/>
            <a:chExt cx="57348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EDD25B-1727-B444-962C-1C8258B4FCD2}"/>
                    </a:ext>
                  </a:extLst>
                </p14:cNvPr>
                <p14:cNvContentPartPr/>
                <p14:nvPr/>
              </p14:nvContentPartPr>
              <p14:xfrm>
                <a:off x="5655429" y="5246356"/>
                <a:ext cx="77040" cy="115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EDD25B-1727-B444-962C-1C8258B4FCD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46789" y="5237356"/>
                  <a:ext cx="94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7894F50-A982-6C48-8B69-6CAC59E0E6BB}"/>
                    </a:ext>
                  </a:extLst>
                </p14:cNvPr>
                <p14:cNvContentPartPr/>
                <p14:nvPr/>
              </p14:nvContentPartPr>
              <p14:xfrm>
                <a:off x="5671989" y="5259676"/>
                <a:ext cx="118080" cy="146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7894F50-A982-6C48-8B69-6CAC59E0E6B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62989" y="5251036"/>
                  <a:ext cx="135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18BE90-C362-1A4D-8A2E-292A585A676D}"/>
                    </a:ext>
                  </a:extLst>
                </p14:cNvPr>
                <p14:cNvContentPartPr/>
                <p14:nvPr/>
              </p14:nvContentPartPr>
              <p14:xfrm>
                <a:off x="5912109" y="5300716"/>
                <a:ext cx="316800" cy="15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18BE90-C362-1A4D-8A2E-292A585A676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903469" y="5291716"/>
                  <a:ext cx="3344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6DD4D39-B34C-ED4B-9B8D-94BDE2F13E7B}"/>
                    </a:ext>
                  </a:extLst>
                </p14:cNvPr>
                <p14:cNvContentPartPr/>
                <p14:nvPr/>
              </p14:nvContentPartPr>
              <p14:xfrm>
                <a:off x="6088509" y="5242756"/>
                <a:ext cx="25920" cy="156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6DD4D39-B34C-ED4B-9B8D-94BDE2F13E7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79509" y="5233756"/>
                  <a:ext cx="435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313305-8CB9-B74C-8C85-0EFD849E2754}"/>
              </a:ext>
            </a:extLst>
          </p:cNvPr>
          <p:cNvGrpSpPr/>
          <p:nvPr/>
        </p:nvGrpSpPr>
        <p:grpSpPr>
          <a:xfrm>
            <a:off x="6469029" y="5134396"/>
            <a:ext cx="375480" cy="390960"/>
            <a:chOff x="6469029" y="5134396"/>
            <a:chExt cx="37548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CED3F3D-3B6B-FC48-B591-05D1829D1CF1}"/>
                    </a:ext>
                  </a:extLst>
                </p14:cNvPr>
                <p14:cNvContentPartPr/>
                <p14:nvPr/>
              </p14:nvContentPartPr>
              <p14:xfrm>
                <a:off x="6532749" y="5134396"/>
                <a:ext cx="82080" cy="297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CED3F3D-3B6B-FC48-B591-05D1829D1C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523749" y="5125396"/>
                  <a:ext cx="997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92926A-9D5C-DC44-B474-6A25EA71A22F}"/>
                    </a:ext>
                  </a:extLst>
                </p14:cNvPr>
                <p14:cNvContentPartPr/>
                <p14:nvPr/>
              </p14:nvContentPartPr>
              <p14:xfrm>
                <a:off x="6469029" y="5276236"/>
                <a:ext cx="164520" cy="16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92926A-9D5C-DC44-B474-6A25EA71A22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60029" y="5267236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478DBCA-F89F-2F46-8160-FF34365DACA9}"/>
                    </a:ext>
                  </a:extLst>
                </p14:cNvPr>
                <p14:cNvContentPartPr/>
                <p14:nvPr/>
              </p14:nvContentPartPr>
              <p14:xfrm>
                <a:off x="6679989" y="5395396"/>
                <a:ext cx="164520" cy="129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478DBCA-F89F-2F46-8160-FF34365DACA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670989" y="5386756"/>
                  <a:ext cx="18216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00CCD06-8A01-4A4E-94A6-1C9BA00489E8}"/>
              </a:ext>
            </a:extLst>
          </p:cNvPr>
          <p:cNvGrpSpPr/>
          <p:nvPr/>
        </p:nvGrpSpPr>
        <p:grpSpPr>
          <a:xfrm>
            <a:off x="4806909" y="5681956"/>
            <a:ext cx="627120" cy="425160"/>
            <a:chOff x="4806909" y="5681956"/>
            <a:chExt cx="62712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9F69209-58BB-F446-981F-1C70623D1D09}"/>
                    </a:ext>
                  </a:extLst>
                </p14:cNvPr>
                <p14:cNvContentPartPr/>
                <p14:nvPr/>
              </p14:nvContentPartPr>
              <p14:xfrm>
                <a:off x="4806909" y="5769436"/>
                <a:ext cx="177840" cy="337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9F69209-58BB-F446-981F-1C70623D1D0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798269" y="5760796"/>
                  <a:ext cx="1954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23F7E84-49D0-AF48-BCC8-3B78076C30F0}"/>
                    </a:ext>
                  </a:extLst>
                </p14:cNvPr>
                <p14:cNvContentPartPr/>
                <p14:nvPr/>
              </p14:nvContentPartPr>
              <p14:xfrm>
                <a:off x="5066829" y="5681956"/>
                <a:ext cx="66960" cy="12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23F7E84-49D0-AF48-BCC8-3B78076C30F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057829" y="5672956"/>
                  <a:ext cx="84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244EB73-B5F9-784B-B022-9D57C03FD1C6}"/>
                    </a:ext>
                  </a:extLst>
                </p14:cNvPr>
                <p14:cNvContentPartPr/>
                <p14:nvPr/>
              </p14:nvContentPartPr>
              <p14:xfrm>
                <a:off x="5221269" y="5869876"/>
                <a:ext cx="212760" cy="2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244EB73-B5F9-784B-B022-9D57C03FD1C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212269" y="5861236"/>
                  <a:ext cx="2304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91E471-74F7-FC40-B133-0B90ED86EE99}"/>
                    </a:ext>
                  </a:extLst>
                </p14:cNvPr>
                <p14:cNvContentPartPr/>
                <p14:nvPr/>
              </p14:nvContentPartPr>
              <p14:xfrm>
                <a:off x="5210109" y="5954836"/>
                <a:ext cx="190440" cy="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91E471-74F7-FC40-B133-0B90ED86EE9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01469" y="5945836"/>
                  <a:ext cx="20808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744AC0-E9C5-6A45-8FD8-4007A541A03D}"/>
                  </a:ext>
                </a:extLst>
              </p14:cNvPr>
              <p14:cNvContentPartPr/>
              <p14:nvPr/>
            </p14:nvContentPartPr>
            <p14:xfrm>
              <a:off x="5614029" y="5851156"/>
              <a:ext cx="215640" cy="262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744AC0-E9C5-6A45-8FD8-4007A541A03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605029" y="5842516"/>
                <a:ext cx="233280" cy="27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DE06587-F77F-8945-ABFC-6844CBAFF2A6}"/>
              </a:ext>
            </a:extLst>
          </p:cNvPr>
          <p:cNvGrpSpPr/>
          <p:nvPr/>
        </p:nvGrpSpPr>
        <p:grpSpPr>
          <a:xfrm>
            <a:off x="6075189" y="5889316"/>
            <a:ext cx="192600" cy="141480"/>
            <a:chOff x="6075189" y="5889316"/>
            <a:chExt cx="19260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23A97EA-875D-4E4F-AF65-D5C2660795F0}"/>
                    </a:ext>
                  </a:extLst>
                </p14:cNvPr>
                <p14:cNvContentPartPr/>
                <p14:nvPr/>
              </p14:nvContentPartPr>
              <p14:xfrm>
                <a:off x="6075189" y="5929996"/>
                <a:ext cx="192600" cy="9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23A97EA-875D-4E4F-AF65-D5C2660795F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066189" y="5920996"/>
                  <a:ext cx="210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215F85D-B418-9E49-BBB4-09F1ACA1312C}"/>
                    </a:ext>
                  </a:extLst>
                </p14:cNvPr>
                <p14:cNvContentPartPr/>
                <p14:nvPr/>
              </p14:nvContentPartPr>
              <p14:xfrm>
                <a:off x="6164469" y="5889316"/>
                <a:ext cx="15480" cy="14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215F85D-B418-9E49-BBB4-09F1ACA1312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155829" y="5880316"/>
                  <a:ext cx="3312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D9AB74E-E464-674E-BE59-B262359D8EF1}"/>
              </a:ext>
            </a:extLst>
          </p:cNvPr>
          <p:cNvGrpSpPr/>
          <p:nvPr/>
        </p:nvGrpSpPr>
        <p:grpSpPr>
          <a:xfrm>
            <a:off x="6499629" y="5771236"/>
            <a:ext cx="424440" cy="502560"/>
            <a:chOff x="6499629" y="5771236"/>
            <a:chExt cx="42444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C2D3D6-F331-484C-A46F-6DF19D56DBB0}"/>
                    </a:ext>
                  </a:extLst>
                </p14:cNvPr>
                <p14:cNvContentPartPr/>
                <p14:nvPr/>
              </p14:nvContentPartPr>
              <p14:xfrm>
                <a:off x="6578829" y="5771236"/>
                <a:ext cx="34560" cy="230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C2D3D6-F331-484C-A46F-6DF19D56DBB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70189" y="5762236"/>
                  <a:ext cx="52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CA52D2-E5C0-4E40-A70C-2C693C87AD4F}"/>
                    </a:ext>
                  </a:extLst>
                </p14:cNvPr>
                <p14:cNvContentPartPr/>
                <p14:nvPr/>
              </p14:nvContentPartPr>
              <p14:xfrm>
                <a:off x="6499629" y="5915236"/>
                <a:ext cx="172440" cy="19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CA52D2-E5C0-4E40-A70C-2C693C87AD4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90629" y="5906236"/>
                  <a:ext cx="190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135626A-2724-4C40-81AD-9FD62567D37E}"/>
                    </a:ext>
                  </a:extLst>
                </p14:cNvPr>
                <p14:cNvContentPartPr/>
                <p14:nvPr/>
              </p14:nvContentPartPr>
              <p14:xfrm>
                <a:off x="6677109" y="6025396"/>
                <a:ext cx="246960" cy="248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135626A-2724-4C40-81AD-9FD62567D37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68109" y="6016396"/>
                  <a:ext cx="264600" cy="26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09A5DAE-1844-9040-B369-7F325AA3E2CE}"/>
                  </a:ext>
                </a:extLst>
              </p14:cNvPr>
              <p14:cNvContentPartPr/>
              <p14:nvPr/>
            </p14:nvContentPartPr>
            <p14:xfrm>
              <a:off x="7987509" y="5216476"/>
              <a:ext cx="291240" cy="11001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09A5DAE-1844-9040-B369-7F325AA3E2C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978509" y="5207836"/>
                <a:ext cx="308880" cy="111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C6AF0510-F054-174C-9AB5-251F5B8F165A}"/>
              </a:ext>
            </a:extLst>
          </p:cNvPr>
          <p:cNvGrpSpPr/>
          <p:nvPr/>
        </p:nvGrpSpPr>
        <p:grpSpPr>
          <a:xfrm>
            <a:off x="8993349" y="5204596"/>
            <a:ext cx="748440" cy="992880"/>
            <a:chOff x="8993349" y="5204596"/>
            <a:chExt cx="748440" cy="9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830689-BE26-294F-9762-F46B46580BEB}"/>
                    </a:ext>
                  </a:extLst>
                </p14:cNvPr>
                <p14:cNvContentPartPr/>
                <p14:nvPr/>
              </p14:nvContentPartPr>
              <p14:xfrm>
                <a:off x="9288909" y="5417716"/>
                <a:ext cx="84240" cy="124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830689-BE26-294F-9762-F46B46580BE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279909" y="5409076"/>
                  <a:ext cx="101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61D7572-B07F-8D45-A0E3-FEDCA1F48CE7}"/>
                    </a:ext>
                  </a:extLst>
                </p14:cNvPr>
                <p14:cNvContentPartPr/>
                <p14:nvPr/>
              </p14:nvContentPartPr>
              <p14:xfrm>
                <a:off x="9257949" y="5431396"/>
                <a:ext cx="114840" cy="120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61D7572-B07F-8D45-A0E3-FEDCA1F48CE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48949" y="5422396"/>
                  <a:ext cx="132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2FA8D3B-3CD8-A44F-A71A-98726FBB6BA4}"/>
                    </a:ext>
                  </a:extLst>
                </p14:cNvPr>
                <p14:cNvContentPartPr/>
                <p14:nvPr/>
              </p14:nvContentPartPr>
              <p14:xfrm>
                <a:off x="9446229" y="5204596"/>
                <a:ext cx="47160" cy="12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2FA8D3B-3CD8-A44F-A71A-98726FBB6BA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437589" y="5195596"/>
                  <a:ext cx="64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2427952-E844-5848-8548-3D266945B131}"/>
                    </a:ext>
                  </a:extLst>
                </p14:cNvPr>
                <p14:cNvContentPartPr/>
                <p14:nvPr/>
              </p14:nvContentPartPr>
              <p14:xfrm>
                <a:off x="9258309" y="5946916"/>
                <a:ext cx="109800" cy="250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2427952-E844-5848-8548-3D266945B13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249669" y="5937916"/>
                  <a:ext cx="1274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8A2A3AA-EFC4-6F4B-BC3F-B6B25CC3BDAD}"/>
                    </a:ext>
                  </a:extLst>
                </p14:cNvPr>
                <p14:cNvContentPartPr/>
                <p14:nvPr/>
              </p14:nvContentPartPr>
              <p14:xfrm>
                <a:off x="9427869" y="5841076"/>
                <a:ext cx="56160" cy="83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8A2A3AA-EFC4-6F4B-BC3F-B6B25CC3BDA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419229" y="5832436"/>
                  <a:ext cx="73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EE68CB9-05D8-3F4F-B482-933E8E9F84E4}"/>
                    </a:ext>
                  </a:extLst>
                </p14:cNvPr>
                <p14:cNvContentPartPr/>
                <p14:nvPr/>
              </p14:nvContentPartPr>
              <p14:xfrm>
                <a:off x="8993349" y="5327716"/>
                <a:ext cx="167760" cy="845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EE68CB9-05D8-3F4F-B482-933E8E9F84E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84709" y="5318716"/>
                  <a:ext cx="18540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4826FFB-A12E-B34F-BD35-C94E1B49FE12}"/>
                    </a:ext>
                  </a:extLst>
                </p14:cNvPr>
                <p14:cNvContentPartPr/>
                <p14:nvPr/>
              </p14:nvContentPartPr>
              <p14:xfrm>
                <a:off x="9591669" y="5356876"/>
                <a:ext cx="150120" cy="751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4826FFB-A12E-B34F-BD35-C94E1B49FE1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83029" y="5347876"/>
                  <a:ext cx="167760" cy="76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B53B05B-0613-A54B-9C36-349FEF71763B}"/>
              </a:ext>
            </a:extLst>
          </p:cNvPr>
          <p:cNvGrpSpPr/>
          <p:nvPr/>
        </p:nvGrpSpPr>
        <p:grpSpPr>
          <a:xfrm>
            <a:off x="10024749" y="5692396"/>
            <a:ext cx="174960" cy="160560"/>
            <a:chOff x="10024749" y="5692396"/>
            <a:chExt cx="17496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A1B93E2-D723-524F-A915-762B3749D4FB}"/>
                    </a:ext>
                  </a:extLst>
                </p14:cNvPr>
                <p14:cNvContentPartPr/>
                <p14:nvPr/>
              </p14:nvContentPartPr>
              <p14:xfrm>
                <a:off x="10065069" y="5692396"/>
                <a:ext cx="122760" cy="19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A1B93E2-D723-524F-A915-762B3749D4F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056069" y="5683756"/>
                  <a:ext cx="140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86C3E8C-4D1C-E04B-82A0-B524869C8774}"/>
                    </a:ext>
                  </a:extLst>
                </p14:cNvPr>
                <p14:cNvContentPartPr/>
                <p14:nvPr/>
              </p14:nvContentPartPr>
              <p14:xfrm>
                <a:off x="10024749" y="5824876"/>
                <a:ext cx="174960" cy="28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86C3E8C-4D1C-E04B-82A0-B524869C877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015749" y="5815876"/>
                  <a:ext cx="1926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4583111-B84F-3C48-BB4F-0C66F7F8063A}"/>
                  </a:ext>
                </a:extLst>
              </p14:cNvPr>
              <p14:cNvContentPartPr/>
              <p14:nvPr/>
            </p14:nvContentPartPr>
            <p14:xfrm>
              <a:off x="10323189" y="5213956"/>
              <a:ext cx="268560" cy="1003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4583111-B84F-3C48-BB4F-0C66F7F8063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314549" y="5205316"/>
                <a:ext cx="286200" cy="10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4DB69FA-8E46-964B-93BD-E4699542F17E}"/>
                  </a:ext>
                </a:extLst>
              </p14:cNvPr>
              <p14:cNvContentPartPr/>
              <p14:nvPr/>
            </p14:nvContentPartPr>
            <p14:xfrm>
              <a:off x="11397429" y="5247076"/>
              <a:ext cx="156960" cy="1065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4DB69FA-8E46-964B-93BD-E4699542F17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1388429" y="5238436"/>
                <a:ext cx="174600" cy="10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9942F5E-E364-434B-8D40-2D6D24BBC734}"/>
              </a:ext>
            </a:extLst>
          </p:cNvPr>
          <p:cNvGrpSpPr/>
          <p:nvPr/>
        </p:nvGrpSpPr>
        <p:grpSpPr>
          <a:xfrm>
            <a:off x="11629269" y="5263996"/>
            <a:ext cx="464760" cy="1167840"/>
            <a:chOff x="11629269" y="5263996"/>
            <a:chExt cx="464760" cy="11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466767E-50B4-1E4F-8865-BF9C0AC66143}"/>
                    </a:ext>
                  </a:extLst>
                </p14:cNvPr>
                <p14:cNvContentPartPr/>
                <p14:nvPr/>
              </p14:nvContentPartPr>
              <p14:xfrm>
                <a:off x="11888469" y="5361196"/>
                <a:ext cx="73440" cy="96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466767E-50B4-1E4F-8865-BF9C0AC6614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879829" y="5352556"/>
                  <a:ext cx="91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C4CD0F-F013-DD4D-9EAC-22E2983B8805}"/>
                    </a:ext>
                  </a:extLst>
                </p14:cNvPr>
                <p14:cNvContentPartPr/>
                <p14:nvPr/>
              </p14:nvContentPartPr>
              <p14:xfrm>
                <a:off x="11883789" y="5370196"/>
                <a:ext cx="66960" cy="108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C4CD0F-F013-DD4D-9EAC-22E2983B880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875149" y="5361556"/>
                  <a:ext cx="84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063D205-7E6D-E14E-B78F-911D6E49963F}"/>
                    </a:ext>
                  </a:extLst>
                </p14:cNvPr>
                <p14:cNvContentPartPr/>
                <p14:nvPr/>
              </p14:nvContentPartPr>
              <p14:xfrm>
                <a:off x="11863989" y="6026836"/>
                <a:ext cx="74880" cy="263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063D205-7E6D-E14E-B78F-911D6E49963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855349" y="6017836"/>
                  <a:ext cx="92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C8AFF71-D50F-844A-8125-4F538F1A6E7F}"/>
                    </a:ext>
                  </a:extLst>
                </p14:cNvPr>
                <p14:cNvContentPartPr/>
                <p14:nvPr/>
              </p14:nvContentPartPr>
              <p14:xfrm>
                <a:off x="11629269" y="5263996"/>
                <a:ext cx="149400" cy="1091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C8AFF71-D50F-844A-8125-4F538F1A6E7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620269" y="5254996"/>
                  <a:ext cx="16704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0151F45-D59D-414A-A1E0-F9431A8CEAD2}"/>
                    </a:ext>
                  </a:extLst>
                </p14:cNvPr>
                <p14:cNvContentPartPr/>
                <p14:nvPr/>
              </p14:nvContentPartPr>
              <p14:xfrm>
                <a:off x="11998989" y="5280556"/>
                <a:ext cx="95040" cy="1151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0151F45-D59D-414A-A1E0-F9431A8CEAD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990349" y="5271916"/>
                  <a:ext cx="112680" cy="11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B70D55A-E915-B34B-8F3D-1F9D9689F34E}"/>
              </a:ext>
            </a:extLst>
          </p:cNvPr>
          <p:cNvGrpSpPr/>
          <p:nvPr/>
        </p:nvGrpSpPr>
        <p:grpSpPr>
          <a:xfrm>
            <a:off x="10858149" y="5335276"/>
            <a:ext cx="209520" cy="833400"/>
            <a:chOff x="10858149" y="5335276"/>
            <a:chExt cx="209520" cy="83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E9168E2-A200-6C44-8E10-9A1CEEF9B086}"/>
                    </a:ext>
                  </a:extLst>
                </p14:cNvPr>
                <p14:cNvContentPartPr/>
                <p14:nvPr/>
              </p14:nvContentPartPr>
              <p14:xfrm>
                <a:off x="10858149" y="5335276"/>
                <a:ext cx="202680" cy="618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E9168E2-A200-6C44-8E10-9A1CEEF9B08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849149" y="5326276"/>
                  <a:ext cx="2203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DBAD05D-E408-2140-9A2C-A7FC55E39E0B}"/>
                    </a:ext>
                  </a:extLst>
                </p14:cNvPr>
                <p14:cNvContentPartPr/>
                <p14:nvPr/>
              </p14:nvContentPartPr>
              <p14:xfrm>
                <a:off x="11007189" y="6117916"/>
                <a:ext cx="60480" cy="50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DBAD05D-E408-2140-9A2C-A7FC55E39E0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998189" y="6109276"/>
                  <a:ext cx="78120" cy="6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0332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0F7A-6AD0-0342-A53C-33F6A7F7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1760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D79E-42DA-3446-87B8-D1C13B64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Translation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3978A3C6-B56D-944D-8D64-E030F8A48463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6FC659-8A78-854E-A44A-546BE0E44C2B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8B312C-4395-244F-BF9C-1AB19711E65F}"/>
              </a:ext>
            </a:extLst>
          </p:cNvPr>
          <p:cNvCxnSpPr>
            <a:cxnSpLocks/>
          </p:cNvCxnSpPr>
          <p:nvPr/>
        </p:nvCxnSpPr>
        <p:spPr>
          <a:xfrm flipV="1">
            <a:off x="3134226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57503-8FD4-CA48-94AF-14CDB08E300A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3B0483-A095-D74A-B4E2-B771F18D8EF6}"/>
              </a:ext>
            </a:extLst>
          </p:cNvPr>
          <p:cNvCxnSpPr>
            <a:cxnSpLocks/>
          </p:cNvCxnSpPr>
          <p:nvPr/>
        </p:nvCxnSpPr>
        <p:spPr>
          <a:xfrm flipV="1">
            <a:off x="7726279" y="1840832"/>
            <a:ext cx="22058" cy="3507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9F6C65-50D3-F64C-8B88-2A88CD2C9980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FB0445-AB51-7F42-BDC8-8038D880770F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0A9E452-B54A-D44E-892E-C4AB7106C4AC}"/>
                  </a:ext>
                </a:extLst>
              </p14:cNvPr>
              <p14:cNvContentPartPr/>
              <p14:nvPr/>
            </p14:nvContentPartPr>
            <p14:xfrm>
              <a:off x="3352149" y="3434476"/>
              <a:ext cx="15120" cy="21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0A9E452-B54A-D44E-892E-C4AB7106C4A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43509" y="3425836"/>
                <a:ext cx="32760" cy="396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riangle 59">
            <a:extLst>
              <a:ext uri="{FF2B5EF4-FFF2-40B4-BE49-F238E27FC236}">
                <a16:creationId xmlns:a16="http://schemas.microsoft.com/office/drawing/2014/main" id="{ACD9FFDC-3C53-AA48-9166-E05B15246F2A}"/>
              </a:ext>
            </a:extLst>
          </p:cNvPr>
          <p:cNvSpPr/>
          <p:nvPr/>
        </p:nvSpPr>
        <p:spPr>
          <a:xfrm>
            <a:off x="8083875" y="2217169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27625B4-A609-9148-BBCE-175A44B0F18C}"/>
                  </a:ext>
                </a:extLst>
              </p14:cNvPr>
              <p14:cNvContentPartPr/>
              <p14:nvPr/>
            </p14:nvContentPartPr>
            <p14:xfrm>
              <a:off x="8844222" y="2914461"/>
              <a:ext cx="15120" cy="21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27625B4-A609-9148-BBCE-175A44B0F1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35582" y="2905821"/>
                <a:ext cx="32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9B47E68-7A4B-EC4B-A2FB-CA3BC0820D58}"/>
                  </a:ext>
                </a:extLst>
              </p14:cNvPr>
              <p14:cNvContentPartPr/>
              <p14:nvPr/>
            </p14:nvContentPartPr>
            <p14:xfrm>
              <a:off x="8825589" y="2923276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9B47E68-7A4B-EC4B-A2FB-CA3BC0820D5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16589" y="29146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4AFABB6-89CA-8E46-991C-BC45034E6DE5}"/>
                  </a:ext>
                </a:extLst>
              </p14:cNvPr>
              <p14:cNvContentPartPr/>
              <p14:nvPr/>
            </p14:nvContentPartPr>
            <p14:xfrm>
              <a:off x="7764669" y="2937676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4AFABB6-89CA-8E46-991C-BC45034E6DE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56029" y="29290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E13BCC0-18FA-D84C-B3B8-428E242A5C9E}"/>
                  </a:ext>
                </a:extLst>
              </p14:cNvPr>
              <p14:cNvContentPartPr/>
              <p14:nvPr/>
            </p14:nvContentPartPr>
            <p14:xfrm>
              <a:off x="7882749" y="2937676"/>
              <a:ext cx="3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E13BCC0-18FA-D84C-B3B8-428E242A5C9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74109" y="29290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9BA2EAF-C203-B847-A37E-58FBA8851D99}"/>
                  </a:ext>
                </a:extLst>
              </p14:cNvPr>
              <p14:cNvContentPartPr/>
              <p14:nvPr/>
            </p14:nvContentPartPr>
            <p14:xfrm>
              <a:off x="7994709" y="2926516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9BA2EAF-C203-B847-A37E-58FBA8851D9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85709" y="29178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0D3BBDE-1C92-624C-A592-2CA72DDCDDD6}"/>
                  </a:ext>
                </a:extLst>
              </p14:cNvPr>
              <p14:cNvContentPartPr/>
              <p14:nvPr/>
            </p14:nvContentPartPr>
            <p14:xfrm>
              <a:off x="8139429" y="2931556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0D3BBDE-1C92-624C-A592-2CA72DDCDDD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30429" y="2922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C9E47B9-60CD-FB4D-8371-1489B7BF90E0}"/>
                  </a:ext>
                </a:extLst>
              </p14:cNvPr>
              <p14:cNvContentPartPr/>
              <p14:nvPr/>
            </p14:nvContentPartPr>
            <p14:xfrm>
              <a:off x="8283789" y="2930116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C9E47B9-60CD-FB4D-8371-1489B7BF90E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75149" y="292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B22D8E7-956E-FA4A-B4F4-F23E76345485}"/>
                  </a:ext>
                </a:extLst>
              </p14:cNvPr>
              <p14:cNvContentPartPr/>
              <p14:nvPr/>
            </p14:nvContentPartPr>
            <p14:xfrm>
              <a:off x="8514189" y="2930116"/>
              <a:ext cx="360" cy="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B22D8E7-956E-FA4A-B4F4-F23E763454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05189" y="29211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A2ACC4D-BC1C-8947-8288-C5206E6B38C1}"/>
                  </a:ext>
                </a:extLst>
              </p14:cNvPr>
              <p14:cNvContentPartPr/>
              <p14:nvPr/>
            </p14:nvContentPartPr>
            <p14:xfrm>
              <a:off x="8641269" y="2938396"/>
              <a:ext cx="3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A2ACC4D-BC1C-8947-8288-C5206E6B38C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32629" y="2929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A465AB2-AB4B-3F42-B1A3-8A063B0584D9}"/>
                  </a:ext>
                </a:extLst>
              </p14:cNvPr>
              <p14:cNvContentPartPr/>
              <p14:nvPr/>
            </p14:nvContentPartPr>
            <p14:xfrm>
              <a:off x="8810829" y="2929396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A465AB2-AB4B-3F42-B1A3-8A063B0584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02189" y="29203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29C4868-B679-C54D-98B1-EBCA92D1222C}"/>
                  </a:ext>
                </a:extLst>
              </p14:cNvPr>
              <p14:cNvContentPartPr/>
              <p14:nvPr/>
            </p14:nvContentPartPr>
            <p14:xfrm>
              <a:off x="8870229" y="2961436"/>
              <a:ext cx="3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29C4868-B679-C54D-98B1-EBCA92D122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61229" y="29527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C4A5A13-1AF9-2640-BE0E-537478E23A45}"/>
                  </a:ext>
                </a:extLst>
              </p14:cNvPr>
              <p14:cNvContentPartPr/>
              <p14:nvPr/>
            </p14:nvContentPartPr>
            <p14:xfrm>
              <a:off x="8864109" y="3031636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C4A5A13-1AF9-2640-BE0E-537478E23A4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55469" y="30229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1B58194-FC0A-3E46-A1BF-9D3E2C72CCCA}"/>
                  </a:ext>
                </a:extLst>
              </p14:cNvPr>
              <p14:cNvContentPartPr/>
              <p14:nvPr/>
            </p14:nvContentPartPr>
            <p14:xfrm>
              <a:off x="8875989" y="3097156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1B58194-FC0A-3E46-A1BF-9D3E2C72CCC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66989" y="30885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98A440F-F4FE-634A-A80F-91DE0F71CB69}"/>
                  </a:ext>
                </a:extLst>
              </p14:cNvPr>
              <p14:cNvContentPartPr/>
              <p14:nvPr/>
            </p14:nvContentPartPr>
            <p14:xfrm>
              <a:off x="8883549" y="3200116"/>
              <a:ext cx="3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98A440F-F4FE-634A-A80F-91DE0F71CB6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74909" y="319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B9642C7-3B07-2741-999D-8D3FCACA1D8E}"/>
                  </a:ext>
                </a:extLst>
              </p14:cNvPr>
              <p14:cNvContentPartPr/>
              <p14:nvPr/>
            </p14:nvContentPartPr>
            <p14:xfrm>
              <a:off x="8889309" y="3244036"/>
              <a:ext cx="3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B9642C7-3B07-2741-999D-8D3FCACA1D8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80669" y="32353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CA1A5BF-F3BE-C94D-8CC3-768B3141DB42}"/>
                  </a:ext>
                </a:extLst>
              </p14:cNvPr>
              <p14:cNvContentPartPr/>
              <p14:nvPr/>
            </p14:nvContentPartPr>
            <p14:xfrm>
              <a:off x="8890749" y="3320356"/>
              <a:ext cx="36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CA1A5BF-F3BE-C94D-8CC3-768B3141DB4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82109" y="33117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D98CAD1-1BA5-D145-9C09-233008F7DAE9}"/>
                  </a:ext>
                </a:extLst>
              </p14:cNvPr>
              <p14:cNvContentPartPr/>
              <p14:nvPr/>
            </p14:nvContentPartPr>
            <p14:xfrm>
              <a:off x="8906229" y="3415396"/>
              <a:ext cx="360" cy="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D98CAD1-1BA5-D145-9C09-233008F7DA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97229" y="3406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0A4737D-0853-5B42-B2C0-651471DEB0CA}"/>
                  </a:ext>
                </a:extLst>
              </p14:cNvPr>
              <p14:cNvContentPartPr/>
              <p14:nvPr/>
            </p14:nvContentPartPr>
            <p14:xfrm>
              <a:off x="8901549" y="3493516"/>
              <a:ext cx="3240" cy="165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0A4737D-0853-5B42-B2C0-651471DEB0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92909" y="3484876"/>
                <a:ext cx="208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AB0BFED-BBA1-A847-A24C-C37503C72D18}"/>
                  </a:ext>
                </a:extLst>
              </p14:cNvPr>
              <p14:cNvContentPartPr/>
              <p14:nvPr/>
            </p14:nvContentPartPr>
            <p14:xfrm>
              <a:off x="8911989" y="3566596"/>
              <a:ext cx="1800" cy="1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AB0BFED-BBA1-A847-A24C-C37503C72D1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02989" y="3557596"/>
                <a:ext cx="194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B895C78-98D0-3844-A906-CA10F290D867}"/>
                  </a:ext>
                </a:extLst>
              </p14:cNvPr>
              <p14:cNvContentPartPr/>
              <p14:nvPr/>
            </p14:nvContentPartPr>
            <p14:xfrm>
              <a:off x="8914869" y="3601516"/>
              <a:ext cx="3240" cy="133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B895C78-98D0-3844-A906-CA10F290D86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05869" y="3592876"/>
                <a:ext cx="208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4C556B7-FDAC-1742-A159-2255EBEE76B8}"/>
                  </a:ext>
                </a:extLst>
              </p14:cNvPr>
              <p14:cNvContentPartPr/>
              <p14:nvPr/>
            </p14:nvContentPartPr>
            <p14:xfrm>
              <a:off x="8919189" y="3642916"/>
              <a:ext cx="3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4C556B7-FDAC-1742-A159-2255EBEE76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910189" y="36339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8E3FE88-24E4-E542-A0A9-3D281BDAE515}"/>
                  </a:ext>
                </a:extLst>
              </p14:cNvPr>
              <p14:cNvContentPartPr/>
              <p14:nvPr/>
            </p14:nvContentPartPr>
            <p14:xfrm>
              <a:off x="3364749" y="3475156"/>
              <a:ext cx="6480" cy="25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8E3FE88-24E4-E542-A0A9-3D281BDAE51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55749" y="3466516"/>
                <a:ext cx="241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A48C3CE-0A57-7343-8A27-0801EF8A3A6A}"/>
                  </a:ext>
                </a:extLst>
              </p14:cNvPr>
              <p14:cNvContentPartPr/>
              <p14:nvPr/>
            </p14:nvContentPartPr>
            <p14:xfrm>
              <a:off x="3365829" y="3571636"/>
              <a:ext cx="1800" cy="6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A48C3CE-0A57-7343-8A27-0801EF8A3A6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357189" y="3562996"/>
                <a:ext cx="194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E5474F0-A35F-604A-BA17-CCEB86EE1426}"/>
                  </a:ext>
                </a:extLst>
              </p14:cNvPr>
              <p14:cNvContentPartPr/>
              <p14:nvPr/>
            </p14:nvContentPartPr>
            <p14:xfrm>
              <a:off x="3377709" y="3636436"/>
              <a:ext cx="360" cy="46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E5474F0-A35F-604A-BA17-CCEB86EE142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68709" y="3627796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BCB8B3C-6D13-5148-B2F6-5A2D911CAA1F}"/>
                  </a:ext>
                </a:extLst>
              </p14:cNvPr>
              <p14:cNvContentPartPr/>
              <p14:nvPr/>
            </p14:nvContentPartPr>
            <p14:xfrm>
              <a:off x="3159909" y="3452116"/>
              <a:ext cx="360" cy="3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BCB8B3C-6D13-5148-B2F6-5A2D911CAA1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50909" y="3443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3CE918-6609-3E43-B0CE-AE920291A47F}"/>
                  </a:ext>
                </a:extLst>
              </p14:cNvPr>
              <p14:cNvContentPartPr/>
              <p14:nvPr/>
            </p14:nvContentPartPr>
            <p14:xfrm>
              <a:off x="3225069" y="3449236"/>
              <a:ext cx="360" cy="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3CE918-6609-3E43-B0CE-AE920291A4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16429" y="34405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57032E4-B487-474D-96F9-0E53A318553A}"/>
                  </a:ext>
                </a:extLst>
              </p14:cNvPr>
              <p14:cNvContentPartPr/>
              <p14:nvPr/>
            </p14:nvContentPartPr>
            <p14:xfrm>
              <a:off x="3283749" y="3456796"/>
              <a:ext cx="36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57032E4-B487-474D-96F9-0E53A318553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75109" y="34481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8A562B2-20F4-CC45-A37B-DBE4D33A1590}"/>
                  </a:ext>
                </a:extLst>
              </p14:cNvPr>
              <p14:cNvContentPartPr/>
              <p14:nvPr/>
            </p14:nvContentPartPr>
            <p14:xfrm>
              <a:off x="3335229" y="3445276"/>
              <a:ext cx="360" cy="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8A562B2-20F4-CC45-A37B-DBE4D33A159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26229" y="34362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1BF6CC2-42E0-5E4B-B548-00248553D7BF}"/>
              </a:ext>
            </a:extLst>
          </p:cNvPr>
          <p:cNvGrpSpPr/>
          <p:nvPr/>
        </p:nvGrpSpPr>
        <p:grpSpPr>
          <a:xfrm>
            <a:off x="5083749" y="3765316"/>
            <a:ext cx="151920" cy="189720"/>
            <a:chOff x="5083749" y="3765316"/>
            <a:chExt cx="151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B5CF7E-761F-EE48-B721-4E71D5849A28}"/>
                    </a:ext>
                  </a:extLst>
                </p14:cNvPr>
                <p14:cNvContentPartPr/>
                <p14:nvPr/>
              </p14:nvContentPartPr>
              <p14:xfrm>
                <a:off x="5083749" y="3765316"/>
                <a:ext cx="116280" cy="189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B5CF7E-761F-EE48-B721-4E71D5849A2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75109" y="3756316"/>
                  <a:ext cx="133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A273F9D-B0C0-BF4A-8E8A-A129BFDAE461}"/>
                    </a:ext>
                  </a:extLst>
                </p14:cNvPr>
                <p14:cNvContentPartPr/>
                <p14:nvPr/>
              </p14:nvContentPartPr>
              <p14:xfrm>
                <a:off x="5112549" y="3812476"/>
                <a:ext cx="123120" cy="142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A273F9D-B0C0-BF4A-8E8A-A129BFDAE46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03549" y="3803476"/>
                  <a:ext cx="14076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66A4148-3E51-FE46-AFDB-CD7D6BFC9C2D}"/>
              </a:ext>
            </a:extLst>
          </p:cNvPr>
          <p:cNvGrpSpPr/>
          <p:nvPr/>
        </p:nvGrpSpPr>
        <p:grpSpPr>
          <a:xfrm>
            <a:off x="4894029" y="2791516"/>
            <a:ext cx="1111320" cy="297000"/>
            <a:chOff x="4894029" y="2791516"/>
            <a:chExt cx="111132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3F554A0-34A8-6F42-ABD0-9028A17BA12D}"/>
                    </a:ext>
                  </a:extLst>
                </p14:cNvPr>
                <p14:cNvContentPartPr/>
                <p14:nvPr/>
              </p14:nvContentPartPr>
              <p14:xfrm>
                <a:off x="4894029" y="2791516"/>
                <a:ext cx="1050120" cy="17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3F554A0-34A8-6F42-ABD0-9028A17BA12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885389" y="2782876"/>
                  <a:ext cx="1067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EA017E-1C00-C640-BD28-E3248C1245DA}"/>
                    </a:ext>
                  </a:extLst>
                </p14:cNvPr>
                <p14:cNvContentPartPr/>
                <p14:nvPr/>
              </p14:nvContentPartPr>
              <p14:xfrm>
                <a:off x="5902389" y="2832556"/>
                <a:ext cx="102960" cy="255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EA017E-1C00-C640-BD28-E3248C1245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93749" y="2823556"/>
                  <a:ext cx="120600" cy="273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4163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riangle 59">
            <a:extLst>
              <a:ext uri="{FF2B5EF4-FFF2-40B4-BE49-F238E27FC236}">
                <a16:creationId xmlns:a16="http://schemas.microsoft.com/office/drawing/2014/main" id="{ACD9FFDC-3C53-AA48-9166-E05B15246F2A}"/>
              </a:ext>
            </a:extLst>
          </p:cNvPr>
          <p:cNvSpPr/>
          <p:nvPr/>
        </p:nvSpPr>
        <p:spPr>
          <a:xfrm rot="2336069">
            <a:off x="7370416" y="2668637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ED79E-42DA-3446-87B8-D1C13B64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Rotation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3978A3C6-B56D-944D-8D64-E030F8A48463}"/>
              </a:ext>
            </a:extLst>
          </p:cNvPr>
          <p:cNvSpPr/>
          <p:nvPr/>
        </p:nvSpPr>
        <p:spPr>
          <a:xfrm>
            <a:off x="2591802" y="2737184"/>
            <a:ext cx="1106906" cy="1233237"/>
          </a:xfrm>
          <a:prstGeom prst="triangle">
            <a:avLst/>
          </a:prstGeom>
          <a:solidFill>
            <a:srgbClr val="E6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6FC659-8A78-854E-A44A-546BE0E44C2B}"/>
              </a:ext>
            </a:extLst>
          </p:cNvPr>
          <p:cNvCxnSpPr>
            <a:cxnSpLocks/>
          </p:cNvCxnSpPr>
          <p:nvPr/>
        </p:nvCxnSpPr>
        <p:spPr>
          <a:xfrm>
            <a:off x="1485900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8B312C-4395-244F-BF9C-1AB19711E65F}"/>
              </a:ext>
            </a:extLst>
          </p:cNvPr>
          <p:cNvCxnSpPr>
            <a:cxnSpLocks/>
          </p:cNvCxnSpPr>
          <p:nvPr/>
        </p:nvCxnSpPr>
        <p:spPr>
          <a:xfrm flipV="1">
            <a:off x="3104147" y="1840832"/>
            <a:ext cx="52137" cy="278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57503-8FD4-CA48-94AF-14CDB08E300A}"/>
              </a:ext>
            </a:extLst>
          </p:cNvPr>
          <p:cNvCxnSpPr>
            <a:cxnSpLocks/>
          </p:cNvCxnSpPr>
          <p:nvPr/>
        </p:nvCxnSpPr>
        <p:spPr>
          <a:xfrm>
            <a:off x="6077953" y="3663616"/>
            <a:ext cx="3675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3B0483-A095-D74A-B4E2-B771F18D8EF6}"/>
              </a:ext>
            </a:extLst>
          </p:cNvPr>
          <p:cNvCxnSpPr>
            <a:cxnSpLocks/>
          </p:cNvCxnSpPr>
          <p:nvPr/>
        </p:nvCxnSpPr>
        <p:spPr>
          <a:xfrm flipV="1">
            <a:off x="7748337" y="1840832"/>
            <a:ext cx="0" cy="278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9F6C65-50D3-F64C-8B88-2A88CD2C9980}"/>
              </a:ext>
            </a:extLst>
          </p:cNvPr>
          <p:cNvGrpSpPr/>
          <p:nvPr/>
        </p:nvGrpSpPr>
        <p:grpSpPr>
          <a:xfrm>
            <a:off x="9800109" y="3749116"/>
            <a:ext cx="205920" cy="225360"/>
            <a:chOff x="9800109" y="3749116"/>
            <a:chExt cx="20592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14:cNvPr>
                <p14:cNvContentPartPr/>
                <p14:nvPr/>
              </p14:nvContentPartPr>
              <p14:xfrm>
                <a:off x="9800109" y="3798076"/>
                <a:ext cx="96120" cy="167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D6FBED-3D4E-1F4C-B42B-08E666D750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1109" y="3789076"/>
                  <a:ext cx="11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14:cNvPr>
                <p14:cNvContentPartPr/>
                <p14:nvPr/>
              </p14:nvContentPartPr>
              <p14:xfrm>
                <a:off x="9815229" y="3836956"/>
                <a:ext cx="115560" cy="137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3F7D05-D0F1-E246-BA8E-47A549E1BD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6589" y="3827956"/>
                  <a:ext cx="13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14:cNvPr>
                <p14:cNvContentPartPr/>
                <p14:nvPr/>
              </p14:nvContentPartPr>
              <p14:xfrm>
                <a:off x="9978669" y="3749116"/>
                <a:ext cx="2736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5CC86C-2D88-E940-B6F2-C6FF52D419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69669" y="3740476"/>
                  <a:ext cx="450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FB0445-AB51-7F42-BDC8-8038D880770F}"/>
              </a:ext>
            </a:extLst>
          </p:cNvPr>
          <p:cNvGrpSpPr/>
          <p:nvPr/>
        </p:nvGrpSpPr>
        <p:grpSpPr>
          <a:xfrm>
            <a:off x="7368309" y="1719796"/>
            <a:ext cx="177840" cy="334800"/>
            <a:chOff x="7368309" y="1719796"/>
            <a:chExt cx="177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14:cNvPr>
                <p14:cNvContentPartPr/>
                <p14:nvPr/>
              </p14:nvContentPartPr>
              <p14:xfrm>
                <a:off x="7368309" y="1816636"/>
                <a:ext cx="111240" cy="23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26682E-CE30-2C41-8396-4584F6E5A4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9669" y="1807636"/>
                  <a:ext cx="128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14:cNvPr>
                <p14:cNvContentPartPr/>
                <p14:nvPr/>
              </p14:nvContentPartPr>
              <p14:xfrm>
                <a:off x="7538589" y="1719796"/>
                <a:ext cx="7560" cy="6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33ACAE-1F67-6142-8A6B-235E31E9E7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29589" y="1711156"/>
                  <a:ext cx="252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14:cNvPr>
              <p14:cNvContentPartPr/>
              <p14:nvPr/>
            </p14:nvContentPartPr>
            <p14:xfrm>
              <a:off x="3274749" y="1769836"/>
              <a:ext cx="192240" cy="223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A129CC9-5C1E-A54F-99E2-91638ACEFC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5749" y="1761196"/>
                <a:ext cx="20988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75648D6-90F4-164C-AAA0-1D7603187864}"/>
              </a:ext>
            </a:extLst>
          </p:cNvPr>
          <p:cNvGrpSpPr/>
          <p:nvPr/>
        </p:nvGrpSpPr>
        <p:grpSpPr>
          <a:xfrm>
            <a:off x="5083029" y="3843436"/>
            <a:ext cx="129600" cy="147600"/>
            <a:chOff x="5083029" y="3843436"/>
            <a:chExt cx="12960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CD07AD-7B62-A246-ABF9-20E852803E8C}"/>
                    </a:ext>
                  </a:extLst>
                </p14:cNvPr>
                <p14:cNvContentPartPr/>
                <p14:nvPr/>
              </p14:nvContentPartPr>
              <p14:xfrm>
                <a:off x="5088069" y="3844156"/>
                <a:ext cx="124560" cy="8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CD07AD-7B62-A246-ABF9-20E852803E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79069" y="3835156"/>
                  <a:ext cx="142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AFA314-AFE9-8E44-ADA7-F662570BB8F9}"/>
                    </a:ext>
                  </a:extLst>
                </p14:cNvPr>
                <p14:cNvContentPartPr/>
                <p14:nvPr/>
              </p14:nvContentPartPr>
              <p14:xfrm>
                <a:off x="5083029" y="3843436"/>
                <a:ext cx="105840" cy="147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AFA314-AFE9-8E44-ADA7-F662570BB8F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74029" y="3834796"/>
                  <a:ext cx="12348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358573-7547-1B4E-B850-760D3762F47B}"/>
              </a:ext>
            </a:extLst>
          </p:cNvPr>
          <p:cNvGrpSpPr/>
          <p:nvPr/>
        </p:nvGrpSpPr>
        <p:grpSpPr>
          <a:xfrm>
            <a:off x="5188869" y="3055756"/>
            <a:ext cx="735480" cy="367200"/>
            <a:chOff x="5188869" y="3055756"/>
            <a:chExt cx="73548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E3D2D1-94B1-D444-95AF-01707DBCE3EC}"/>
                    </a:ext>
                  </a:extLst>
                </p14:cNvPr>
                <p14:cNvContentPartPr/>
                <p14:nvPr/>
              </p14:nvContentPartPr>
              <p14:xfrm>
                <a:off x="5188869" y="3055756"/>
                <a:ext cx="709200" cy="20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E3D2D1-94B1-D444-95AF-01707DBCE3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80229" y="3046756"/>
                  <a:ext cx="726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4D6B79-0261-704F-8F72-173193C2F17E}"/>
                    </a:ext>
                  </a:extLst>
                </p14:cNvPr>
                <p14:cNvContentPartPr/>
                <p14:nvPr/>
              </p14:nvContentPartPr>
              <p14:xfrm>
                <a:off x="5818869" y="3147556"/>
                <a:ext cx="105480" cy="275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4D6B79-0261-704F-8F72-173193C2F1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10229" y="3138556"/>
                  <a:ext cx="123120" cy="29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1555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95B0-1E12-3948-A216-256EB1EE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  <p:pic>
        <p:nvPicPr>
          <p:cNvPr id="262" name="Picture 261">
            <a:extLst>
              <a:ext uri="{FF2B5EF4-FFF2-40B4-BE49-F238E27FC236}">
                <a16:creationId xmlns:a16="http://schemas.microsoft.com/office/drawing/2014/main" id="{75451509-B45C-5C4A-B28C-44E61224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8" y="1923244"/>
            <a:ext cx="4614501" cy="2785997"/>
          </a:xfrm>
          <a:prstGeom prst="rect">
            <a:avLst/>
          </a:prstGeom>
        </p:spPr>
      </p:pic>
      <p:grpSp>
        <p:nvGrpSpPr>
          <p:cNvPr id="265" name="Group 264">
            <a:extLst>
              <a:ext uri="{FF2B5EF4-FFF2-40B4-BE49-F238E27FC236}">
                <a16:creationId xmlns:a16="http://schemas.microsoft.com/office/drawing/2014/main" id="{E18D0455-3CF1-C648-9730-8508E7A1B2E3}"/>
              </a:ext>
            </a:extLst>
          </p:cNvPr>
          <p:cNvGrpSpPr/>
          <p:nvPr/>
        </p:nvGrpSpPr>
        <p:grpSpPr>
          <a:xfrm>
            <a:off x="3056229" y="4468396"/>
            <a:ext cx="104040" cy="141480"/>
            <a:chOff x="3056229" y="4468396"/>
            <a:chExt cx="10404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42EE500-89EB-AB49-B878-A78F16598C3B}"/>
                    </a:ext>
                  </a:extLst>
                </p14:cNvPr>
                <p14:cNvContentPartPr/>
                <p14:nvPr/>
              </p14:nvContentPartPr>
              <p14:xfrm>
                <a:off x="3065229" y="4468396"/>
                <a:ext cx="73080" cy="1292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42EE500-89EB-AB49-B878-A78F16598C3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056589" y="4459396"/>
                  <a:ext cx="90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FB1B090-6AEF-3A42-B259-8C0FBD1DBAF8}"/>
                    </a:ext>
                  </a:extLst>
                </p14:cNvPr>
                <p14:cNvContentPartPr/>
                <p14:nvPr/>
              </p14:nvContentPartPr>
              <p14:xfrm>
                <a:off x="3056229" y="4489276"/>
                <a:ext cx="104040" cy="1206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FB1B090-6AEF-3A42-B259-8C0FBD1DBAF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47589" y="4480636"/>
                  <a:ext cx="12168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5F0905A4-4323-9A4A-B11A-6D592279D288}"/>
              </a:ext>
            </a:extLst>
          </p:cNvPr>
          <p:cNvGrpSpPr/>
          <p:nvPr/>
        </p:nvGrpSpPr>
        <p:grpSpPr>
          <a:xfrm>
            <a:off x="3458709" y="3650116"/>
            <a:ext cx="246960" cy="249120"/>
            <a:chOff x="3458709" y="3650116"/>
            <a:chExt cx="24696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B9DD3E0-76AC-BC47-AD20-E1467D2C59ED}"/>
                    </a:ext>
                  </a:extLst>
                </p14:cNvPr>
                <p14:cNvContentPartPr/>
                <p14:nvPr/>
              </p14:nvContentPartPr>
              <p14:xfrm>
                <a:off x="3477069" y="3778276"/>
                <a:ext cx="93960" cy="1209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B9DD3E0-76AC-BC47-AD20-E1467D2C59E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468069" y="3769636"/>
                  <a:ext cx="1116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397C9D5-9885-144F-A702-38BE9721C6C4}"/>
                    </a:ext>
                  </a:extLst>
                </p14:cNvPr>
                <p14:cNvContentPartPr/>
                <p14:nvPr/>
              </p14:nvContentPartPr>
              <p14:xfrm>
                <a:off x="3458709" y="3827236"/>
                <a:ext cx="103680" cy="709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397C9D5-9885-144F-A702-38BE9721C6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50069" y="3818596"/>
                  <a:ext cx="121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73BB0E9-3E26-0D4E-AD2F-C47D6F107CD2}"/>
                    </a:ext>
                  </a:extLst>
                </p14:cNvPr>
                <p14:cNvContentPartPr/>
                <p14:nvPr/>
              </p14:nvContentPartPr>
              <p14:xfrm>
                <a:off x="3647349" y="3650116"/>
                <a:ext cx="58320" cy="115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73BB0E9-3E26-0D4E-AD2F-C47D6F107CD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38709" y="3641476"/>
                  <a:ext cx="7596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2EC9B9D-5877-664D-89B1-1010D16696B4}"/>
                  </a:ext>
                </a:extLst>
              </p14:cNvPr>
              <p14:cNvContentPartPr/>
              <p14:nvPr/>
            </p14:nvContentPartPr>
            <p14:xfrm>
              <a:off x="1230669" y="3633916"/>
              <a:ext cx="87480" cy="18000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2EC9B9D-5877-664D-89B1-1010D16696B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221669" y="3624916"/>
                <a:ext cx="1051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07B720D-5295-3E4D-99B8-7FE40D181C38}"/>
                  </a:ext>
                </a:extLst>
              </p14:cNvPr>
              <p14:cNvContentPartPr/>
              <p14:nvPr/>
            </p14:nvContentPartPr>
            <p14:xfrm>
              <a:off x="1297269" y="3432676"/>
              <a:ext cx="8640" cy="680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07B720D-5295-3E4D-99B8-7FE40D181C38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288629" y="3423676"/>
                <a:ext cx="26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66E710B1-A77B-074C-A216-3E52560C3B3B}"/>
                  </a:ext>
                </a:extLst>
              </p14:cNvPr>
              <p14:cNvContentPartPr/>
              <p14:nvPr/>
            </p14:nvContentPartPr>
            <p14:xfrm>
              <a:off x="3296709" y="2803756"/>
              <a:ext cx="360" cy="3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66E710B1-A77B-074C-A216-3E52560C3B3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288069" y="2794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598BD1E-43FA-B044-BCB4-8C3610E3D726}"/>
                  </a:ext>
                </a:extLst>
              </p14:cNvPr>
              <p14:cNvContentPartPr/>
              <p14:nvPr/>
            </p14:nvContentPartPr>
            <p14:xfrm>
              <a:off x="3565269" y="2824276"/>
              <a:ext cx="360" cy="36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598BD1E-43FA-B044-BCB4-8C3610E3D72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556629" y="28152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34FDB056-CFF5-4E4E-8D68-D8B48AC4DC44}"/>
                  </a:ext>
                </a:extLst>
              </p14:cNvPr>
              <p14:cNvContentPartPr/>
              <p14:nvPr/>
            </p14:nvContentPartPr>
            <p14:xfrm>
              <a:off x="3898269" y="2843356"/>
              <a:ext cx="6480" cy="36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34FDB056-CFF5-4E4E-8D68-D8B48AC4DC4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889629" y="2834716"/>
                <a:ext cx="241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0F2C3367-359E-9D4E-963A-D15E753E0DEA}"/>
                  </a:ext>
                </a:extLst>
              </p14:cNvPr>
              <p14:cNvContentPartPr/>
              <p14:nvPr/>
            </p14:nvContentPartPr>
            <p14:xfrm>
              <a:off x="4144509" y="2826076"/>
              <a:ext cx="20160" cy="360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0F2C3367-359E-9D4E-963A-D15E753E0DE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135509" y="2817436"/>
                <a:ext cx="3780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9B292FD1-8EDD-C14C-88EF-77312B905F24}"/>
              </a:ext>
            </a:extLst>
          </p:cNvPr>
          <p:cNvGrpSpPr/>
          <p:nvPr/>
        </p:nvGrpSpPr>
        <p:grpSpPr>
          <a:xfrm>
            <a:off x="4427109" y="2837956"/>
            <a:ext cx="601200" cy="1579680"/>
            <a:chOff x="4427109" y="2837956"/>
            <a:chExt cx="601200" cy="157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03F1CFB-6080-DB44-AE54-1E164378758E}"/>
                    </a:ext>
                  </a:extLst>
                </p14:cNvPr>
                <p14:cNvContentPartPr/>
                <p14:nvPr/>
              </p14:nvContentPartPr>
              <p14:xfrm>
                <a:off x="4427109" y="2837956"/>
                <a:ext cx="360" cy="3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03F1CFB-6080-DB44-AE54-1E16437875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18469" y="28289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B8979DF-64A7-F64A-83A2-8A377602296E}"/>
                    </a:ext>
                  </a:extLst>
                </p14:cNvPr>
                <p14:cNvContentPartPr/>
                <p14:nvPr/>
              </p14:nvContentPartPr>
              <p14:xfrm>
                <a:off x="4634109" y="2837956"/>
                <a:ext cx="360" cy="3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B8979DF-64A7-F64A-83A2-8A37760229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25469" y="28289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F5554ED-9173-F348-836C-F09935256CC0}"/>
                    </a:ext>
                  </a:extLst>
                </p14:cNvPr>
                <p14:cNvContentPartPr/>
                <p14:nvPr/>
              </p14:nvContentPartPr>
              <p14:xfrm>
                <a:off x="4479669" y="2879356"/>
                <a:ext cx="163800" cy="15382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F5554ED-9173-F348-836C-F09935256CC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471029" y="2870356"/>
                  <a:ext cx="181440" cy="15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134B3FC-3C30-614D-969E-85AB9097B56B}"/>
                    </a:ext>
                  </a:extLst>
                </p14:cNvPr>
                <p14:cNvContentPartPr/>
                <p14:nvPr/>
              </p14:nvContentPartPr>
              <p14:xfrm>
                <a:off x="4711869" y="3824356"/>
                <a:ext cx="316440" cy="2970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134B3FC-3C30-614D-969E-85AB9097B56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02869" y="3815356"/>
                  <a:ext cx="33408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0EB948E9-B92F-5E47-81C5-627443EBE62B}"/>
              </a:ext>
            </a:extLst>
          </p:cNvPr>
          <p:cNvGrpSpPr/>
          <p:nvPr/>
        </p:nvGrpSpPr>
        <p:grpSpPr>
          <a:xfrm>
            <a:off x="2210229" y="4136836"/>
            <a:ext cx="267480" cy="188280"/>
            <a:chOff x="2210229" y="4136836"/>
            <a:chExt cx="26748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7B34BB1-B49D-4A44-867D-4B017EBAF942}"/>
                    </a:ext>
                  </a:extLst>
                </p14:cNvPr>
                <p14:cNvContentPartPr/>
                <p14:nvPr/>
              </p14:nvContentPartPr>
              <p14:xfrm>
                <a:off x="2210229" y="4191916"/>
                <a:ext cx="70560" cy="133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7B34BB1-B49D-4A44-867D-4B017EBAF94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01229" y="4182916"/>
                  <a:ext cx="88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D7AD766-9D5D-C34A-9245-009DCC2AF717}"/>
                    </a:ext>
                  </a:extLst>
                </p14:cNvPr>
                <p14:cNvContentPartPr/>
                <p14:nvPr/>
              </p14:nvContentPartPr>
              <p14:xfrm>
                <a:off x="2384829" y="4136836"/>
                <a:ext cx="92880" cy="160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D7AD766-9D5D-C34A-9245-009DCC2AF71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75829" y="4128196"/>
                  <a:ext cx="110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40FFA81-43B2-3E43-88F7-B1AA3C59438E}"/>
                    </a:ext>
                  </a:extLst>
                </p14:cNvPr>
                <p14:cNvContentPartPr/>
                <p14:nvPr/>
              </p14:nvContentPartPr>
              <p14:xfrm>
                <a:off x="2414709" y="4214596"/>
                <a:ext cx="42840" cy="172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40FFA81-43B2-3E43-88F7-B1AA3C59438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06069" y="4205956"/>
                  <a:ext cx="60480" cy="3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7362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C02B3-C856-DE43-A55B-B4B0D349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ABF90-E3D6-B74A-9469-AB0FEA970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37" y="2242033"/>
            <a:ext cx="5381792" cy="333193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4B745-EE22-3942-A711-78BA85E20B42}"/>
              </a:ext>
            </a:extLst>
          </p:cNvPr>
          <p:cNvGrpSpPr/>
          <p:nvPr/>
        </p:nvGrpSpPr>
        <p:grpSpPr>
          <a:xfrm>
            <a:off x="4823469" y="5241676"/>
            <a:ext cx="120600" cy="88200"/>
            <a:chOff x="4823469" y="5241676"/>
            <a:chExt cx="120600" cy="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254BA4-0213-6E4F-8544-D286F5EAAF14}"/>
                    </a:ext>
                  </a:extLst>
                </p14:cNvPr>
                <p14:cNvContentPartPr/>
                <p14:nvPr/>
              </p14:nvContentPartPr>
              <p14:xfrm>
                <a:off x="4831029" y="5241676"/>
                <a:ext cx="24480" cy="88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254BA4-0213-6E4F-8544-D286F5EAAF1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22029" y="5233036"/>
                  <a:ext cx="42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B36430-C920-844F-B9B6-2634CE92617F}"/>
                    </a:ext>
                  </a:extLst>
                </p14:cNvPr>
                <p14:cNvContentPartPr/>
                <p14:nvPr/>
              </p14:nvContentPartPr>
              <p14:xfrm>
                <a:off x="4823469" y="5257876"/>
                <a:ext cx="120600" cy="68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B36430-C920-844F-B9B6-2634CE9261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14829" y="5248876"/>
                  <a:ext cx="1382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CDE9C2-5375-584A-83CF-EA00300FFDD4}"/>
              </a:ext>
            </a:extLst>
          </p:cNvPr>
          <p:cNvGrpSpPr/>
          <p:nvPr/>
        </p:nvGrpSpPr>
        <p:grpSpPr>
          <a:xfrm>
            <a:off x="3775149" y="4873396"/>
            <a:ext cx="285480" cy="173880"/>
            <a:chOff x="3775149" y="4873396"/>
            <a:chExt cx="28548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2B14650-46BA-B743-813B-F5425491794D}"/>
                    </a:ext>
                  </a:extLst>
                </p14:cNvPr>
                <p14:cNvContentPartPr/>
                <p14:nvPr/>
              </p14:nvContentPartPr>
              <p14:xfrm>
                <a:off x="3775149" y="4883476"/>
                <a:ext cx="52920" cy="163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2B14650-46BA-B743-813B-F542549179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66149" y="4874476"/>
                  <a:ext cx="70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A28792-0BB0-7C45-9C7F-5D76DAFA950E}"/>
                    </a:ext>
                  </a:extLst>
                </p14:cNvPr>
                <p14:cNvContentPartPr/>
                <p14:nvPr/>
              </p14:nvContentPartPr>
              <p14:xfrm>
                <a:off x="3939669" y="4873396"/>
                <a:ext cx="120960" cy="160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A28792-0BB0-7C45-9C7F-5D76DAFA950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31029" y="4864756"/>
                  <a:ext cx="138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E4B65C3-8CBF-4245-A4FB-5BF2EFBE40B4}"/>
                    </a:ext>
                  </a:extLst>
                </p14:cNvPr>
                <p14:cNvContentPartPr/>
                <p14:nvPr/>
              </p14:nvContentPartPr>
              <p14:xfrm>
                <a:off x="3956949" y="4946836"/>
                <a:ext cx="70920" cy="3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E4B65C3-8CBF-4245-A4FB-5BF2EFBE40B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48309" y="4937836"/>
                  <a:ext cx="8856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C1C9813-CF2B-0445-8F7D-61399A7FFA86}"/>
                  </a:ext>
                </a:extLst>
              </p14:cNvPr>
              <p14:cNvContentPartPr/>
              <p14:nvPr/>
            </p14:nvContentPartPr>
            <p14:xfrm>
              <a:off x="4487949" y="4607716"/>
              <a:ext cx="107280" cy="93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C1C9813-CF2B-0445-8F7D-61399A7FFA8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78949" y="4598716"/>
                <a:ext cx="1249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D30F4B4-2674-384E-B0EF-97A076B9CF9E}"/>
                  </a:ext>
                </a:extLst>
              </p14:cNvPr>
              <p14:cNvContentPartPr/>
              <p14:nvPr/>
            </p14:nvContentPartPr>
            <p14:xfrm>
              <a:off x="5143869" y="4181476"/>
              <a:ext cx="105480" cy="108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D30F4B4-2674-384E-B0EF-97A076B9CF9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35229" y="4172476"/>
                <a:ext cx="123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7BB3074-7281-8948-8A3D-3F5F374E8382}"/>
                  </a:ext>
                </a:extLst>
              </p14:cNvPr>
              <p14:cNvContentPartPr/>
              <p14:nvPr/>
            </p14:nvContentPartPr>
            <p14:xfrm>
              <a:off x="4719429" y="4765756"/>
              <a:ext cx="115560" cy="46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7BB3074-7281-8948-8A3D-3F5F374E838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10789" y="4756756"/>
                <a:ext cx="13320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F5992FD-EB12-A84C-9653-74F9F4D44148}"/>
              </a:ext>
            </a:extLst>
          </p:cNvPr>
          <p:cNvGrpSpPr/>
          <p:nvPr/>
        </p:nvGrpSpPr>
        <p:grpSpPr>
          <a:xfrm>
            <a:off x="7641549" y="3923356"/>
            <a:ext cx="108360" cy="154080"/>
            <a:chOff x="7641549" y="3923356"/>
            <a:chExt cx="10836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050CE8-D505-9C42-8304-9929BD8C3EB8}"/>
                    </a:ext>
                  </a:extLst>
                </p14:cNvPr>
                <p14:cNvContentPartPr/>
                <p14:nvPr/>
              </p14:nvContentPartPr>
              <p14:xfrm>
                <a:off x="7658829" y="3923356"/>
                <a:ext cx="69480" cy="154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050CE8-D505-9C42-8304-9929BD8C3EB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49829" y="3914356"/>
                  <a:ext cx="87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4F8E6D-69D4-5540-84E6-0F1776A4CA70}"/>
                    </a:ext>
                  </a:extLst>
                </p14:cNvPr>
                <p14:cNvContentPartPr/>
                <p14:nvPr/>
              </p14:nvContentPartPr>
              <p14:xfrm>
                <a:off x="7641549" y="3967276"/>
                <a:ext cx="108360" cy="7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4F8E6D-69D4-5540-84E6-0F1776A4CA7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32909" y="3958276"/>
                  <a:ext cx="1260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383CF6D-17B3-DE4A-BF53-E4E8D04FDB0A}"/>
              </a:ext>
            </a:extLst>
          </p:cNvPr>
          <p:cNvGrpSpPr/>
          <p:nvPr/>
        </p:nvGrpSpPr>
        <p:grpSpPr>
          <a:xfrm>
            <a:off x="7810029" y="3722476"/>
            <a:ext cx="28440" cy="69120"/>
            <a:chOff x="7810029" y="3722476"/>
            <a:chExt cx="2844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5348285-FFEA-1848-B89C-63E23F4646E6}"/>
                    </a:ext>
                  </a:extLst>
                </p14:cNvPr>
                <p14:cNvContentPartPr/>
                <p14:nvPr/>
              </p14:nvContentPartPr>
              <p14:xfrm>
                <a:off x="7810029" y="3735436"/>
                <a:ext cx="22320" cy="56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5348285-FFEA-1848-B89C-63E23F4646E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01389" y="3726796"/>
                  <a:ext cx="39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FB9B666-E755-D942-BA05-156043A0193F}"/>
                    </a:ext>
                  </a:extLst>
                </p14:cNvPr>
                <p14:cNvContentPartPr/>
                <p14:nvPr/>
              </p14:nvContentPartPr>
              <p14:xfrm>
                <a:off x="7815069" y="3722476"/>
                <a:ext cx="23400" cy="68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FB9B666-E755-D942-BA05-156043A019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06069" y="3713476"/>
                  <a:ext cx="410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26D0EB3-0AA0-7048-88BD-DC5E6CB7DB04}"/>
              </a:ext>
            </a:extLst>
          </p:cNvPr>
          <p:cNvGrpSpPr/>
          <p:nvPr/>
        </p:nvGrpSpPr>
        <p:grpSpPr>
          <a:xfrm>
            <a:off x="7901469" y="3952156"/>
            <a:ext cx="171720" cy="81000"/>
            <a:chOff x="7901469" y="3952156"/>
            <a:chExt cx="17172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F603D4-DB26-7348-B6E4-DFC5EBE7B4C3}"/>
                    </a:ext>
                  </a:extLst>
                </p14:cNvPr>
                <p14:cNvContentPartPr/>
                <p14:nvPr/>
              </p14:nvContentPartPr>
              <p14:xfrm>
                <a:off x="7901469" y="3952156"/>
                <a:ext cx="171720" cy="6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F603D4-DB26-7348-B6E4-DFC5EBE7B4C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92469" y="3943156"/>
                  <a:ext cx="189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DBB95B-6B78-E249-B0FE-AE04A015EB8D}"/>
                    </a:ext>
                  </a:extLst>
                </p14:cNvPr>
                <p14:cNvContentPartPr/>
                <p14:nvPr/>
              </p14:nvContentPartPr>
              <p14:xfrm>
                <a:off x="7911549" y="4027756"/>
                <a:ext cx="134640" cy="5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DBB95B-6B78-E249-B0FE-AE04A015EB8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02909" y="4018756"/>
                  <a:ext cx="1522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5F571FF-BF6B-6C44-9ABF-663AAA569CAA}"/>
              </a:ext>
            </a:extLst>
          </p:cNvPr>
          <p:cNvGrpSpPr/>
          <p:nvPr/>
        </p:nvGrpSpPr>
        <p:grpSpPr>
          <a:xfrm>
            <a:off x="4851909" y="3300196"/>
            <a:ext cx="1513440" cy="1702800"/>
            <a:chOff x="4851909" y="3300196"/>
            <a:chExt cx="1513440" cy="170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B5E406-1B6D-A341-9FD9-FBE82A07F83A}"/>
                    </a:ext>
                  </a:extLst>
                </p14:cNvPr>
                <p14:cNvContentPartPr/>
                <p14:nvPr/>
              </p14:nvContentPartPr>
              <p14:xfrm>
                <a:off x="5341509" y="3986716"/>
                <a:ext cx="32400" cy="101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B5E406-1B6D-A341-9FD9-FBE82A07F8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32869" y="3978076"/>
                  <a:ext cx="50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17F468-CBF5-AE48-9EC6-C16D9BC21C4E}"/>
                    </a:ext>
                  </a:extLst>
                </p14:cNvPr>
                <p14:cNvContentPartPr/>
                <p14:nvPr/>
              </p14:nvContentPartPr>
              <p14:xfrm>
                <a:off x="5326389" y="4032796"/>
                <a:ext cx="63720" cy="42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17F468-CBF5-AE48-9EC6-C16D9BC21C4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17389" y="4023796"/>
                  <a:ext cx="81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D4408-CB5B-DA4F-953B-0BB8A438ADFA}"/>
                    </a:ext>
                  </a:extLst>
                </p14:cNvPr>
                <p14:cNvContentPartPr/>
                <p14:nvPr/>
              </p14:nvContentPartPr>
              <p14:xfrm>
                <a:off x="5439429" y="3862516"/>
                <a:ext cx="24840" cy="8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D4408-CB5B-DA4F-953B-0BB8A438AD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30789" y="3853516"/>
                  <a:ext cx="42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8097C69-6862-4648-855C-93BC6C9AAAF9}"/>
                    </a:ext>
                  </a:extLst>
                </p14:cNvPr>
                <p14:cNvContentPartPr/>
                <p14:nvPr/>
              </p14:nvContentPartPr>
              <p14:xfrm>
                <a:off x="5423229" y="3867556"/>
                <a:ext cx="10440" cy="90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8097C69-6862-4648-855C-93BC6C9AAA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414589" y="3858556"/>
                  <a:ext cx="28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7EDE73-1A62-7347-BE65-A9973211386F}"/>
                    </a:ext>
                  </a:extLst>
                </p14:cNvPr>
                <p14:cNvContentPartPr/>
                <p14:nvPr/>
              </p14:nvContentPartPr>
              <p14:xfrm>
                <a:off x="4851909" y="3685396"/>
                <a:ext cx="176400" cy="58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7EDE73-1A62-7347-BE65-A997321138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43269" y="3676396"/>
                  <a:ext cx="194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9E060D-4E40-8E44-AADC-BA5B6111758D}"/>
                    </a:ext>
                  </a:extLst>
                </p14:cNvPr>
                <p14:cNvContentPartPr/>
                <p14:nvPr/>
              </p14:nvContentPartPr>
              <p14:xfrm>
                <a:off x="4958469" y="3806356"/>
                <a:ext cx="81000" cy="15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9E060D-4E40-8E44-AADC-BA5B6111758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49469" y="3797356"/>
                  <a:ext cx="98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D072D8-728D-794B-A04F-62E6A8795D91}"/>
                    </a:ext>
                  </a:extLst>
                </p14:cNvPr>
                <p14:cNvContentPartPr/>
                <p14:nvPr/>
              </p14:nvContentPartPr>
              <p14:xfrm>
                <a:off x="4971429" y="3877996"/>
                <a:ext cx="61200" cy="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D072D8-728D-794B-A04F-62E6A8795D9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62429" y="3868996"/>
                  <a:ext cx="78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09632F-EF08-F049-AC67-B44F901333DC}"/>
                    </a:ext>
                  </a:extLst>
                </p14:cNvPr>
                <p14:cNvContentPartPr/>
                <p14:nvPr/>
              </p14:nvContentPartPr>
              <p14:xfrm>
                <a:off x="4943349" y="3305236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09632F-EF08-F049-AC67-B44F901333D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34709" y="32962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22D83A-BF3F-1043-9022-D2C7B8778500}"/>
                    </a:ext>
                  </a:extLst>
                </p14:cNvPr>
                <p14:cNvContentPartPr/>
                <p14:nvPr/>
              </p14:nvContentPartPr>
              <p14:xfrm>
                <a:off x="5129109" y="3300196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22D83A-BF3F-1043-9022-D2C7B877850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20469" y="32915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070BC5-476F-7E44-8346-6246ACE28309}"/>
                    </a:ext>
                  </a:extLst>
                </p14:cNvPr>
                <p14:cNvContentPartPr/>
                <p14:nvPr/>
              </p14:nvContentPartPr>
              <p14:xfrm>
                <a:off x="5279949" y="3337636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070BC5-476F-7E44-8346-6246ACE2830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271309" y="33289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26908E2-57C9-D94D-8AFD-5FB02E940933}"/>
                    </a:ext>
                  </a:extLst>
                </p14:cNvPr>
                <p14:cNvContentPartPr/>
                <p14:nvPr/>
              </p14:nvContentPartPr>
              <p14:xfrm>
                <a:off x="4905549" y="3304156"/>
                <a:ext cx="1047600" cy="7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26908E2-57C9-D94D-8AFD-5FB02E94093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96549" y="3295516"/>
                  <a:ext cx="1065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CFA310-BE11-974F-8F78-9338209B612D}"/>
                    </a:ext>
                  </a:extLst>
                </p14:cNvPr>
                <p14:cNvContentPartPr/>
                <p14:nvPr/>
              </p14:nvContentPartPr>
              <p14:xfrm>
                <a:off x="5884749" y="3402436"/>
                <a:ext cx="171720" cy="1600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CFA310-BE11-974F-8F78-9338209B61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76109" y="3393436"/>
                  <a:ext cx="189360" cy="16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8A6CF3-5CBC-E144-AF53-B1049F29402F}"/>
                    </a:ext>
                  </a:extLst>
                </p14:cNvPr>
                <p14:cNvContentPartPr/>
                <p14:nvPr/>
              </p14:nvContentPartPr>
              <p14:xfrm>
                <a:off x="6109749" y="4127116"/>
                <a:ext cx="255600" cy="253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8A6CF3-5CBC-E144-AF53-B1049F29402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101109" y="4118116"/>
                  <a:ext cx="27324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F911427-1EA7-9B4A-AF5C-3ECA5B5AE953}"/>
              </a:ext>
            </a:extLst>
          </p:cNvPr>
          <p:cNvGrpSpPr/>
          <p:nvPr/>
        </p:nvGrpSpPr>
        <p:grpSpPr>
          <a:xfrm>
            <a:off x="8425989" y="3749476"/>
            <a:ext cx="977760" cy="306720"/>
            <a:chOff x="8425989" y="3749476"/>
            <a:chExt cx="97776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33AFC8-DF52-E644-899C-D769B55B2409}"/>
                    </a:ext>
                  </a:extLst>
                </p14:cNvPr>
                <p14:cNvContentPartPr/>
                <p14:nvPr/>
              </p14:nvContentPartPr>
              <p14:xfrm>
                <a:off x="8444349" y="3879436"/>
                <a:ext cx="107640" cy="140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33AFC8-DF52-E644-899C-D769B55B240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35349" y="3870436"/>
                  <a:ext cx="125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B57D4F-FF7A-9F4A-87BF-C407EACB5A84}"/>
                    </a:ext>
                  </a:extLst>
                </p14:cNvPr>
                <p14:cNvContentPartPr/>
                <p14:nvPr/>
              </p14:nvContentPartPr>
              <p14:xfrm>
                <a:off x="8425989" y="3904276"/>
                <a:ext cx="108720" cy="115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B57D4F-FF7A-9F4A-87BF-C407EACB5A8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16989" y="3895636"/>
                  <a:ext cx="126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DB8459-0D58-B944-97AC-22A4AEDDCDD7}"/>
                    </a:ext>
                  </a:extLst>
                </p14:cNvPr>
                <p14:cNvContentPartPr/>
                <p14:nvPr/>
              </p14:nvContentPartPr>
              <p14:xfrm>
                <a:off x="8656029" y="3886636"/>
                <a:ext cx="108360" cy="133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DB8459-0D58-B944-97AC-22A4AEDDCDD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47029" y="3877996"/>
                  <a:ext cx="126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A425CC-DAD1-8F45-92FF-B83E12857466}"/>
                    </a:ext>
                  </a:extLst>
                </p14:cNvPr>
                <p14:cNvContentPartPr/>
                <p14:nvPr/>
              </p14:nvContentPartPr>
              <p14:xfrm>
                <a:off x="8802189" y="3891316"/>
                <a:ext cx="94320" cy="129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A425CC-DAD1-8F45-92FF-B83E1285746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93549" y="3882316"/>
                  <a:ext cx="111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B51FEC-A799-B249-A0FE-A275709516D0}"/>
                    </a:ext>
                  </a:extLst>
                </p14:cNvPr>
                <p14:cNvContentPartPr/>
                <p14:nvPr/>
              </p14:nvContentPartPr>
              <p14:xfrm>
                <a:off x="8899749" y="3868636"/>
                <a:ext cx="171720" cy="180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2B51FEC-A799-B249-A0FE-A275709516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91109" y="3859996"/>
                  <a:ext cx="189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950278-A412-A84B-8E4E-28E3C2475154}"/>
                    </a:ext>
                  </a:extLst>
                </p14:cNvPr>
                <p14:cNvContentPartPr/>
                <p14:nvPr/>
              </p14:nvContentPartPr>
              <p14:xfrm>
                <a:off x="9185589" y="3749476"/>
                <a:ext cx="203040" cy="306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950278-A412-A84B-8E4E-28E3C247515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76949" y="3740476"/>
                  <a:ext cx="2206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8B20F6-C660-544C-91C4-777FF7C742D8}"/>
                    </a:ext>
                  </a:extLst>
                </p14:cNvPr>
                <p14:cNvContentPartPr/>
                <p14:nvPr/>
              </p14:nvContentPartPr>
              <p14:xfrm>
                <a:off x="9208629" y="3913276"/>
                <a:ext cx="195120" cy="1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8B20F6-C660-544C-91C4-777FF7C742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99989" y="3904276"/>
                  <a:ext cx="2127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E5F3099-3E4F-2248-8D6F-8A5002FAB111}"/>
              </a:ext>
            </a:extLst>
          </p:cNvPr>
          <p:cNvGrpSpPr/>
          <p:nvPr/>
        </p:nvGrpSpPr>
        <p:grpSpPr>
          <a:xfrm>
            <a:off x="9709029" y="3845236"/>
            <a:ext cx="250560" cy="184320"/>
            <a:chOff x="9709029" y="3845236"/>
            <a:chExt cx="25056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45FEFC-D3DA-6640-A4C7-153A5CBA2E31}"/>
                    </a:ext>
                  </a:extLst>
                </p14:cNvPr>
                <p14:cNvContentPartPr/>
                <p14:nvPr/>
              </p14:nvContentPartPr>
              <p14:xfrm>
                <a:off x="9709029" y="3906796"/>
                <a:ext cx="250560" cy="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45FEFC-D3DA-6640-A4C7-153A5CBA2E3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00029" y="3898156"/>
                  <a:ext cx="2682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4F8CC61-2B83-AC44-BC3F-5DBBA92A897D}"/>
                    </a:ext>
                  </a:extLst>
                </p14:cNvPr>
                <p14:cNvContentPartPr/>
                <p14:nvPr/>
              </p14:nvContentPartPr>
              <p14:xfrm>
                <a:off x="9869589" y="3845236"/>
                <a:ext cx="5400" cy="184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F8CC61-2B83-AC44-BC3F-5DBBA92A897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60949" y="3836596"/>
                  <a:ext cx="230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A130C5A-F861-A946-B794-E4F5F489A162}"/>
              </a:ext>
            </a:extLst>
          </p:cNvPr>
          <p:cNvGrpSpPr/>
          <p:nvPr/>
        </p:nvGrpSpPr>
        <p:grpSpPr>
          <a:xfrm>
            <a:off x="10225989" y="3777556"/>
            <a:ext cx="568440" cy="477720"/>
            <a:chOff x="10225989" y="3777556"/>
            <a:chExt cx="568440" cy="47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99A2D3-A9C7-4140-9101-71551483EF30}"/>
                    </a:ext>
                  </a:extLst>
                </p14:cNvPr>
                <p14:cNvContentPartPr/>
                <p14:nvPr/>
              </p14:nvContentPartPr>
              <p14:xfrm>
                <a:off x="10225989" y="3837676"/>
                <a:ext cx="261000" cy="417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99A2D3-A9C7-4140-9101-71551483EF3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17349" y="3829036"/>
                  <a:ext cx="27864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ED1CC5F-0859-F742-AAF4-66D6AB11C46F}"/>
                    </a:ext>
                  </a:extLst>
                </p14:cNvPr>
                <p14:cNvContentPartPr/>
                <p14:nvPr/>
              </p14:nvContentPartPr>
              <p14:xfrm>
                <a:off x="10551429" y="3777556"/>
                <a:ext cx="151920" cy="195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ED1CC5F-0859-F742-AAF4-66D6AB11C46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42789" y="3768556"/>
                  <a:ext cx="169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50EEC89-C7D1-0D42-A52A-A1EFB1856696}"/>
                    </a:ext>
                  </a:extLst>
                </p14:cNvPr>
                <p14:cNvContentPartPr/>
                <p14:nvPr/>
              </p14:nvContentPartPr>
              <p14:xfrm>
                <a:off x="10733589" y="3783676"/>
                <a:ext cx="60840" cy="163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50EEC89-C7D1-0D42-A52A-A1EFB185669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24949" y="3775036"/>
                  <a:ext cx="7848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7CF223D-400C-B345-9CAA-97C43D5569CE}"/>
                  </a:ext>
                </a:extLst>
              </p14:cNvPr>
              <p14:cNvContentPartPr/>
              <p14:nvPr/>
            </p14:nvContentPartPr>
            <p14:xfrm>
              <a:off x="10722789" y="3662356"/>
              <a:ext cx="1800" cy="3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7CF223D-400C-B345-9CAA-97C43D5569C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714149" y="3653716"/>
                <a:ext cx="194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13CD966-64B0-B044-8A8C-76023283392F}"/>
                  </a:ext>
                </a:extLst>
              </p14:cNvPr>
              <p14:cNvContentPartPr/>
              <p14:nvPr/>
            </p14:nvContentPartPr>
            <p14:xfrm>
              <a:off x="10888389" y="3768556"/>
              <a:ext cx="147240" cy="232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13CD966-64B0-B044-8A8C-76023283392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879749" y="3759556"/>
                <a:ext cx="16488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AB1EC5C3-95C2-CD45-8F5A-B782EAE0AD88}"/>
              </a:ext>
            </a:extLst>
          </p:cNvPr>
          <p:cNvGrpSpPr/>
          <p:nvPr/>
        </p:nvGrpSpPr>
        <p:grpSpPr>
          <a:xfrm>
            <a:off x="11208069" y="3650836"/>
            <a:ext cx="168480" cy="287280"/>
            <a:chOff x="11208069" y="3650836"/>
            <a:chExt cx="1684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D94817D-A6D9-214A-BFD3-930E5C5006D7}"/>
                    </a:ext>
                  </a:extLst>
                </p14:cNvPr>
                <p14:cNvContentPartPr/>
                <p14:nvPr/>
              </p14:nvContentPartPr>
              <p14:xfrm>
                <a:off x="11208069" y="3650836"/>
                <a:ext cx="168480" cy="287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D94817D-A6D9-214A-BFD3-930E5C5006D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199429" y="3641836"/>
                  <a:ext cx="186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4CB372A-C6EB-F04B-B5BC-527C539150F2}"/>
                    </a:ext>
                  </a:extLst>
                </p14:cNvPr>
                <p14:cNvContentPartPr/>
                <p14:nvPr/>
              </p14:nvContentPartPr>
              <p14:xfrm>
                <a:off x="11218149" y="3776116"/>
                <a:ext cx="142920" cy="7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4CB372A-C6EB-F04B-B5BC-527C539150F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09509" y="3767476"/>
                  <a:ext cx="16056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DEA3B73-0DFD-044C-88AC-1BC8EB8E81B4}"/>
              </a:ext>
            </a:extLst>
          </p:cNvPr>
          <p:cNvGrpSpPr/>
          <p:nvPr/>
        </p:nvGrpSpPr>
        <p:grpSpPr>
          <a:xfrm>
            <a:off x="7621029" y="4509436"/>
            <a:ext cx="699120" cy="504360"/>
            <a:chOff x="7621029" y="4509436"/>
            <a:chExt cx="69912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70C777-CB32-E848-A1D8-CD67FE567A55}"/>
                    </a:ext>
                  </a:extLst>
                </p14:cNvPr>
                <p14:cNvContentPartPr/>
                <p14:nvPr/>
              </p14:nvContentPartPr>
              <p14:xfrm>
                <a:off x="7621029" y="4660276"/>
                <a:ext cx="238680" cy="353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70C777-CB32-E848-A1D8-CD67FE567A5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12029" y="4651636"/>
                  <a:ext cx="2563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5315DCF-C6BB-2848-8733-52916E8A107B}"/>
                    </a:ext>
                  </a:extLst>
                </p14:cNvPr>
                <p14:cNvContentPartPr/>
                <p14:nvPr/>
              </p14:nvContentPartPr>
              <p14:xfrm>
                <a:off x="7872309" y="4509436"/>
                <a:ext cx="22680" cy="109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5315DCF-C6BB-2848-8733-52916E8A107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63309" y="4500436"/>
                  <a:ext cx="40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2EC133-DFC8-5548-BE4D-9016FFD7226B}"/>
                    </a:ext>
                  </a:extLst>
                </p14:cNvPr>
                <p14:cNvContentPartPr/>
                <p14:nvPr/>
              </p14:nvContentPartPr>
              <p14:xfrm>
                <a:off x="8057349" y="4669276"/>
                <a:ext cx="128160" cy="21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2EC133-DFC8-5548-BE4D-9016FFD7226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48349" y="4660636"/>
                  <a:ext cx="145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F1F3CC-A458-6D47-AA61-E5B2371CBAEF}"/>
                    </a:ext>
                  </a:extLst>
                </p14:cNvPr>
                <p14:cNvContentPartPr/>
                <p14:nvPr/>
              </p14:nvContentPartPr>
              <p14:xfrm>
                <a:off x="8092269" y="4808596"/>
                <a:ext cx="227880" cy="2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F1F3CC-A458-6D47-AA61-E5B2371CBAE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083269" y="4799596"/>
                  <a:ext cx="2455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595F833-0502-524F-A544-8816B3F47AFC}"/>
              </a:ext>
            </a:extLst>
          </p:cNvPr>
          <p:cNvGrpSpPr/>
          <p:nvPr/>
        </p:nvGrpSpPr>
        <p:grpSpPr>
          <a:xfrm>
            <a:off x="9446589" y="4431316"/>
            <a:ext cx="173160" cy="314280"/>
            <a:chOff x="9446589" y="4431316"/>
            <a:chExt cx="17316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37CD92E-848E-A641-B55A-1F0485F64BA2}"/>
                    </a:ext>
                  </a:extLst>
                </p14:cNvPr>
                <p14:cNvContentPartPr/>
                <p14:nvPr/>
              </p14:nvContentPartPr>
              <p14:xfrm>
                <a:off x="9463869" y="4437436"/>
                <a:ext cx="28080" cy="36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37CD92E-848E-A641-B55A-1F0485F64B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55229" y="4428436"/>
                  <a:ext cx="45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C63563-24E9-A248-98D0-BEB38C9A049D}"/>
                    </a:ext>
                  </a:extLst>
                </p14:cNvPr>
                <p14:cNvContentPartPr/>
                <p14:nvPr/>
              </p14:nvContentPartPr>
              <p14:xfrm>
                <a:off x="9446589" y="4431316"/>
                <a:ext cx="167040" cy="31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C63563-24E9-A248-98D0-BEB38C9A049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437949" y="4422316"/>
                  <a:ext cx="184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3CC9705-4CB9-9440-A51B-8588BE0CAA61}"/>
                    </a:ext>
                  </a:extLst>
                </p14:cNvPr>
                <p14:cNvContentPartPr/>
                <p14:nvPr/>
              </p14:nvContentPartPr>
              <p14:xfrm>
                <a:off x="9481509" y="4582156"/>
                <a:ext cx="138240" cy="13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3CC9705-4CB9-9440-A51B-8588BE0CAA6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472869" y="4573156"/>
                  <a:ext cx="15588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BB4E0B7-85B2-CB43-BEA1-0049A93FA887}"/>
                  </a:ext>
                </a:extLst>
              </p14:cNvPr>
              <p14:cNvContentPartPr/>
              <p14:nvPr/>
            </p14:nvContentPartPr>
            <p14:xfrm>
              <a:off x="8386029" y="4095796"/>
              <a:ext cx="1069200" cy="428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BB4E0B7-85B2-CB43-BEA1-0049A93FA88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377389" y="4087156"/>
                <a:ext cx="10868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E7F7269-95BE-914C-A032-B2D2FBEF9C0E}"/>
                  </a:ext>
                </a:extLst>
              </p14:cNvPr>
              <p14:cNvContentPartPr/>
              <p14:nvPr/>
            </p14:nvContentPartPr>
            <p14:xfrm>
              <a:off x="10188189" y="3991396"/>
              <a:ext cx="1223280" cy="87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E7F7269-95BE-914C-A032-B2D2FBEF9C0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179549" y="3982756"/>
                <a:ext cx="124092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BF796C0-5DCE-BF4C-8820-9A71EDD337C0}"/>
              </a:ext>
            </a:extLst>
          </p:cNvPr>
          <p:cNvGrpSpPr/>
          <p:nvPr/>
        </p:nvGrpSpPr>
        <p:grpSpPr>
          <a:xfrm>
            <a:off x="8512029" y="4549756"/>
            <a:ext cx="750240" cy="456480"/>
            <a:chOff x="8512029" y="4549756"/>
            <a:chExt cx="75024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264F2F-54CF-2F4E-927B-49B443BBB6AA}"/>
                    </a:ext>
                  </a:extLst>
                </p14:cNvPr>
                <p14:cNvContentPartPr/>
                <p14:nvPr/>
              </p14:nvContentPartPr>
              <p14:xfrm>
                <a:off x="8512029" y="4575676"/>
                <a:ext cx="194760" cy="430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264F2F-54CF-2F4E-927B-49B443BBB6A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03389" y="4566676"/>
                  <a:ext cx="2124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946432-3CBA-E247-9C71-7F91FF57A9E6}"/>
                    </a:ext>
                  </a:extLst>
                </p14:cNvPr>
                <p14:cNvContentPartPr/>
                <p14:nvPr/>
              </p14:nvContentPartPr>
              <p14:xfrm>
                <a:off x="8748909" y="4554796"/>
                <a:ext cx="210960" cy="171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946432-3CBA-E247-9C71-7F91FF57A9E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740269" y="4546156"/>
                  <a:ext cx="228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77F8894-61F2-044B-95F5-AF0974BADBAB}"/>
                    </a:ext>
                  </a:extLst>
                </p14:cNvPr>
                <p14:cNvContentPartPr/>
                <p14:nvPr/>
              </p14:nvContentPartPr>
              <p14:xfrm>
                <a:off x="8920989" y="4550476"/>
                <a:ext cx="137520" cy="178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77F8894-61F2-044B-95F5-AF0974BADBA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911989" y="4541836"/>
                  <a:ext cx="155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E949D1E-6280-D844-A29F-1D3641BC360F}"/>
                    </a:ext>
                  </a:extLst>
                </p14:cNvPr>
                <p14:cNvContentPartPr/>
                <p14:nvPr/>
              </p14:nvContentPartPr>
              <p14:xfrm>
                <a:off x="9127629" y="4549756"/>
                <a:ext cx="134640" cy="192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E949D1E-6280-D844-A29F-1D3641BC360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18989" y="4541116"/>
                  <a:ext cx="15228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62280B9-2839-924A-B8DE-1D6C836F4475}"/>
                  </a:ext>
                </a:extLst>
              </p14:cNvPr>
              <p14:cNvContentPartPr/>
              <p14:nvPr/>
            </p14:nvContentPartPr>
            <p14:xfrm>
              <a:off x="9853749" y="4619956"/>
              <a:ext cx="217080" cy="8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62280B9-2839-924A-B8DE-1D6C836F447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845109" y="4611316"/>
                <a:ext cx="23472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246E4B0-AAE0-5640-8F43-4DC49E4C96F5}"/>
              </a:ext>
            </a:extLst>
          </p:cNvPr>
          <p:cNvGrpSpPr/>
          <p:nvPr/>
        </p:nvGrpSpPr>
        <p:grpSpPr>
          <a:xfrm>
            <a:off x="10319949" y="4327636"/>
            <a:ext cx="1218600" cy="375480"/>
            <a:chOff x="10319949" y="4327636"/>
            <a:chExt cx="121860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13FFD6-46C1-1240-8E7A-5F1D5134BCE6}"/>
                    </a:ext>
                  </a:extLst>
                </p14:cNvPr>
                <p14:cNvContentPartPr/>
                <p14:nvPr/>
              </p14:nvContentPartPr>
              <p14:xfrm>
                <a:off x="11338749" y="4327636"/>
                <a:ext cx="199800" cy="370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13FFD6-46C1-1240-8E7A-5F1D5134BCE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30109" y="4318996"/>
                  <a:ext cx="21744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9CB2CDE-7744-3447-9BD1-CBC363CF7964}"/>
                    </a:ext>
                  </a:extLst>
                </p14:cNvPr>
                <p14:cNvContentPartPr/>
                <p14:nvPr/>
              </p14:nvContentPartPr>
              <p14:xfrm>
                <a:off x="11326509" y="4538956"/>
                <a:ext cx="191160" cy="17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9CB2CDE-7744-3447-9BD1-CBC363CF796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317509" y="4530316"/>
                  <a:ext cx="208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A2214E1-15A7-DE40-A627-C5465CDD0B90}"/>
                    </a:ext>
                  </a:extLst>
                </p14:cNvPr>
                <p14:cNvContentPartPr/>
                <p14:nvPr/>
              </p14:nvContentPartPr>
              <p14:xfrm>
                <a:off x="10335429" y="4477756"/>
                <a:ext cx="110880" cy="225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A2214E1-15A7-DE40-A627-C5465CDD0B9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326429" y="4469116"/>
                  <a:ext cx="1285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FBD2EDF-EC67-A246-BAA8-8CD8D60DD877}"/>
                    </a:ext>
                  </a:extLst>
                </p14:cNvPr>
                <p14:cNvContentPartPr/>
                <p14:nvPr/>
              </p14:nvContentPartPr>
              <p14:xfrm>
                <a:off x="10319949" y="4510516"/>
                <a:ext cx="157320" cy="148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FBD2EDF-EC67-A246-BAA8-8CD8D60DD87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310949" y="4501516"/>
                  <a:ext cx="174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348415A-A55E-654F-85BB-B81FDC0AEBE5}"/>
                    </a:ext>
                  </a:extLst>
                </p14:cNvPr>
                <p14:cNvContentPartPr/>
                <p14:nvPr/>
              </p14:nvContentPartPr>
              <p14:xfrm>
                <a:off x="10606509" y="4473076"/>
                <a:ext cx="119160" cy="151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348415A-A55E-654F-85BB-B81FDC0AEBE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97509" y="4464436"/>
                  <a:ext cx="136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DBD8AB-8D31-424A-8243-4396607AEB53}"/>
                    </a:ext>
                  </a:extLst>
                </p14:cNvPr>
                <p14:cNvContentPartPr/>
                <p14:nvPr/>
              </p14:nvContentPartPr>
              <p14:xfrm>
                <a:off x="10812069" y="4441756"/>
                <a:ext cx="50760" cy="211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DBD8AB-8D31-424A-8243-4396607AEB5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803069" y="4432756"/>
                  <a:ext cx="684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C00D1AD-9022-894C-96CE-B40941360B71}"/>
                    </a:ext>
                  </a:extLst>
                </p14:cNvPr>
                <p14:cNvContentPartPr/>
                <p14:nvPr/>
              </p14:nvContentPartPr>
              <p14:xfrm>
                <a:off x="10827909" y="4370476"/>
                <a:ext cx="36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C00D1AD-9022-894C-96CE-B40941360B7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18909" y="43614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178C946-6F86-794F-97D8-49170D1D6104}"/>
                    </a:ext>
                  </a:extLst>
                </p14:cNvPr>
                <p14:cNvContentPartPr/>
                <p14:nvPr/>
              </p14:nvContentPartPr>
              <p14:xfrm>
                <a:off x="10935549" y="4446076"/>
                <a:ext cx="218160" cy="223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178C946-6F86-794F-97D8-49170D1D610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26549" y="4437076"/>
                  <a:ext cx="235800" cy="24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56DED10-ABE1-7E43-A470-DD01D8D5B959}"/>
                  </a:ext>
                </a:extLst>
              </p14:cNvPr>
              <p14:cNvContentPartPr/>
              <p14:nvPr/>
            </p14:nvContentPartPr>
            <p14:xfrm>
              <a:off x="4868469" y="4813996"/>
              <a:ext cx="680040" cy="256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56DED10-ABE1-7E43-A470-DD01D8D5B95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859469" y="4804996"/>
                <a:ext cx="69768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4D245C2-82AC-2146-8C9B-F638A2BBDC83}"/>
                  </a:ext>
                </a:extLst>
              </p14:cNvPr>
              <p14:cNvContentPartPr/>
              <p14:nvPr/>
            </p14:nvContentPartPr>
            <p14:xfrm>
              <a:off x="3328749" y="4552636"/>
              <a:ext cx="1272240" cy="4986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4D245C2-82AC-2146-8C9B-F638A2BBDC8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19749" y="4543996"/>
                <a:ext cx="128988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8B2FAB3-4290-C84A-B084-53D90B80A2FF}"/>
                  </a:ext>
                </a:extLst>
              </p14:cNvPr>
              <p14:cNvContentPartPr/>
              <p14:nvPr/>
            </p14:nvContentPartPr>
            <p14:xfrm>
              <a:off x="8472429" y="4869076"/>
              <a:ext cx="1271520" cy="460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8B2FAB3-4290-C84A-B084-53D90B80A2F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463429" y="4860076"/>
                <a:ext cx="12891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DA6CEE1-33B7-3B48-A5AC-9E4703A516D7}"/>
                  </a:ext>
                </a:extLst>
              </p14:cNvPr>
              <p14:cNvContentPartPr/>
              <p14:nvPr/>
            </p14:nvContentPartPr>
            <p14:xfrm>
              <a:off x="10308429" y="4773676"/>
              <a:ext cx="1295640" cy="597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DA6CEE1-33B7-3B48-A5AC-9E4703A516D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299429" y="4764676"/>
                <a:ext cx="13132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0C15E9A-4C0C-5B45-ABDE-803C1958732D}"/>
                  </a:ext>
                </a:extLst>
              </p14:cNvPr>
              <p14:cNvContentPartPr/>
              <p14:nvPr/>
            </p14:nvContentPartPr>
            <p14:xfrm>
              <a:off x="4624749" y="4574596"/>
              <a:ext cx="217800" cy="4971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0C15E9A-4C0C-5B45-ABDE-803C1958732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615749" y="4565596"/>
                <a:ext cx="235440" cy="5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1E9503AA-49CD-424A-8EF6-560AA0CEA69C}"/>
                  </a:ext>
                </a:extLst>
              </p14:cNvPr>
              <p14:cNvContentPartPr/>
              <p14:nvPr/>
            </p14:nvContentPartPr>
            <p14:xfrm>
              <a:off x="4826709" y="3259156"/>
              <a:ext cx="742320" cy="16398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1E9503AA-49CD-424A-8EF6-560AA0CEA69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818069" y="3250156"/>
                <a:ext cx="759960" cy="165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80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F66F-B17D-CD4E-9CA6-DC60FFE2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Affine transformation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7A226-4323-0A4F-BE16-B98FE363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978" y="1365381"/>
            <a:ext cx="5642389" cy="5423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E5188C-AD41-FE4A-AA2F-902FC8AE3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21" y="3429000"/>
            <a:ext cx="3708752" cy="13255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AEBA84-0B57-574F-8FE1-0127C61AF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96" y="2125278"/>
            <a:ext cx="1321497" cy="768871"/>
          </a:xfrm>
          <a:prstGeom prst="rect">
            <a:avLst/>
          </a:prstGeom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459C59BC-700F-4543-BFEB-92EBB999F09B}"/>
              </a:ext>
            </a:extLst>
          </p:cNvPr>
          <p:cNvSpPr/>
          <p:nvPr/>
        </p:nvSpPr>
        <p:spPr>
          <a:xfrm>
            <a:off x="1294876" y="2940433"/>
            <a:ext cx="134653" cy="3883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5391521C-DB91-C942-83B3-7C7426E28D1D}"/>
              </a:ext>
            </a:extLst>
          </p:cNvPr>
          <p:cNvSpPr/>
          <p:nvPr/>
        </p:nvSpPr>
        <p:spPr>
          <a:xfrm>
            <a:off x="4584526" y="1772433"/>
            <a:ext cx="895611" cy="4872625"/>
          </a:xfrm>
          <a:prstGeom prst="leftBrace">
            <a:avLst>
              <a:gd name="adj1" fmla="val 8333"/>
              <a:gd name="adj2" fmla="val 469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E5CBC3-C06F-B240-91F5-9FD57BE72097}"/>
              </a:ext>
            </a:extLst>
          </p:cNvPr>
          <p:cNvSpPr txBox="1"/>
          <p:nvPr/>
        </p:nvSpPr>
        <p:spPr>
          <a:xfrm>
            <a:off x="1516496" y="2959407"/>
            <a:ext cx="2991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  <a:r>
              <a:rPr lang="en-VN" dirty="0">
                <a:solidFill>
                  <a:srgbClr val="0070C0"/>
                </a:solidFill>
              </a:rPr>
              <a:t>xpressed using a 3x3 matrix</a:t>
            </a:r>
          </a:p>
        </p:txBody>
      </p:sp>
    </p:spTree>
    <p:extLst>
      <p:ext uri="{BB962C8B-B14F-4D97-AF65-F5344CB8AC3E}">
        <p14:creationId xmlns:p14="http://schemas.microsoft.com/office/powerpoint/2010/main" val="2545170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41C6-C4A7-DB4B-B4CA-F193FF6F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Example of interpolation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2DE764-E90D-8A43-9B00-6ECDCFB1F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159" y="1985544"/>
            <a:ext cx="7292305" cy="47346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A7885F-18AB-4B41-A674-EEEE1833D037}"/>
              </a:ext>
            </a:extLst>
          </p:cNvPr>
          <p:cNvSpPr txBox="1"/>
          <p:nvPr/>
        </p:nvSpPr>
        <p:spPr>
          <a:xfrm>
            <a:off x="4074160" y="1690688"/>
            <a:ext cx="181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Nearest neighbor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1D60A-8AEB-AD44-866B-BFAA3BA5DD45}"/>
              </a:ext>
            </a:extLst>
          </p:cNvPr>
          <p:cNvSpPr txBox="1"/>
          <p:nvPr/>
        </p:nvSpPr>
        <p:spPr>
          <a:xfrm>
            <a:off x="6303691" y="1690688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Bilinear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177DF-7AF7-8440-B5EB-B37A3628285E}"/>
              </a:ext>
            </a:extLst>
          </p:cNvPr>
          <p:cNvSpPr txBox="1"/>
          <p:nvPr/>
        </p:nvSpPr>
        <p:spPr>
          <a:xfrm>
            <a:off x="7994863" y="1690688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Bicubic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E0B0E1-E16A-0F49-B69B-5EEED2EB2D41}"/>
                  </a:ext>
                </a:extLst>
              </p14:cNvPr>
              <p14:cNvContentPartPr/>
              <p14:nvPr/>
            </p14:nvContentPartPr>
            <p14:xfrm>
              <a:off x="3259253" y="1654821"/>
              <a:ext cx="761760" cy="268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E0B0E1-E16A-0F49-B69B-5EEED2EB2D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50613" y="1646181"/>
                <a:ext cx="779400" cy="2862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18F3EC8-4066-8447-8C9F-04F75B52514C}"/>
              </a:ext>
            </a:extLst>
          </p:cNvPr>
          <p:cNvSpPr txBox="1"/>
          <p:nvPr/>
        </p:nvSpPr>
        <p:spPr>
          <a:xfrm>
            <a:off x="3090046" y="1345369"/>
            <a:ext cx="110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R</a:t>
            </a:r>
            <a:r>
              <a:rPr lang="en-VN" sz="1400" dirty="0">
                <a:solidFill>
                  <a:srgbClr val="0070C0"/>
                </a:solidFill>
              </a:rPr>
              <a:t>otated -21</a:t>
            </a:r>
            <a:r>
              <a:rPr lang="en-VN" sz="1400" baseline="30000" dirty="0">
                <a:solidFill>
                  <a:srgbClr val="0070C0"/>
                </a:solidFill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321372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7E3-9A01-DF4A-8A49-4CE99338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Linear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84BE0-4579-DB41-BCDF-8C5C3502C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8741"/>
          </a:xfrm>
        </p:spPr>
        <p:txBody>
          <a:bodyPr>
            <a:normAutofit/>
          </a:bodyPr>
          <a:lstStyle/>
          <a:p>
            <a:r>
              <a:rPr lang="en-VN" dirty="0"/>
              <a:t>Two types of linear transformation:</a:t>
            </a:r>
          </a:p>
          <a:p>
            <a:pPr lvl="1"/>
            <a:r>
              <a:rPr lang="en-VN" dirty="0"/>
              <a:t>Affine transformation:</a:t>
            </a:r>
          </a:p>
          <a:p>
            <a:pPr lvl="2"/>
            <a:r>
              <a:rPr lang="en-US" dirty="0"/>
              <a:t>P</a:t>
            </a:r>
            <a:r>
              <a:rPr lang="en-VN" dirty="0"/>
              <a:t>reserve parallelism, length, and angle</a:t>
            </a:r>
          </a:p>
          <a:p>
            <a:pPr lvl="1"/>
            <a:r>
              <a:rPr lang="en-US" dirty="0"/>
              <a:t>Projective transformation:</a:t>
            </a:r>
          </a:p>
          <a:p>
            <a:pPr lvl="2"/>
            <a:r>
              <a:rPr lang="en-US" dirty="0"/>
              <a:t>Preserve collinearity, and incidence</a:t>
            </a:r>
            <a:endParaRPr lang="en-VN" dirty="0"/>
          </a:p>
          <a:p>
            <a:pPr marL="457200" lvl="1" indent="0">
              <a:buNone/>
            </a:pPr>
            <a:endParaRPr lang="en-V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70827C-948A-C347-8D84-1A0761FA5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048" y="2755439"/>
            <a:ext cx="5321998" cy="30811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8D60DB-CCF2-BF4C-8775-5AAD5680CAF0}"/>
              </a:ext>
            </a:extLst>
          </p:cNvPr>
          <p:cNvSpPr txBox="1"/>
          <p:nvPr/>
        </p:nvSpPr>
        <p:spPr>
          <a:xfrm>
            <a:off x="4156952" y="6397078"/>
            <a:ext cx="5042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200" dirty="0"/>
              <a:t>Source image: </a:t>
            </a:r>
            <a:r>
              <a:rPr lang="en-US" sz="1200" dirty="0">
                <a:hlinkClick r:id="rId3"/>
              </a:rPr>
              <a:t>https://www.graphicsmill.com/docs/gm5/Transformations.htm</a:t>
            </a:r>
            <a:endParaRPr lang="en-VN" sz="1200" dirty="0"/>
          </a:p>
        </p:txBody>
      </p:sp>
    </p:spTree>
    <p:extLst>
      <p:ext uri="{BB962C8B-B14F-4D97-AF65-F5344CB8AC3E}">
        <p14:creationId xmlns:p14="http://schemas.microsoft.com/office/powerpoint/2010/main" val="2618557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7A44-B583-8D45-B41D-BD142D9A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General tranformation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31B9A-B36C-904E-BC53-3CDF15648629}"/>
              </a:ext>
            </a:extLst>
          </p:cNvPr>
          <p:cNvSpPr txBox="1"/>
          <p:nvPr/>
        </p:nvSpPr>
        <p:spPr>
          <a:xfrm>
            <a:off x="207523" y="6368375"/>
            <a:ext cx="864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More on projective transformation: </a:t>
            </a:r>
            <a:r>
              <a:rPr lang="en-US" dirty="0">
                <a:hlinkClick r:id="rId2"/>
              </a:rPr>
              <a:t>https://mc.ai/part-ii-projective-transformations-in-2d/</a:t>
            </a:r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0BF2E2-94A1-E042-BB03-B7B23CC2E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574" y="2652311"/>
            <a:ext cx="2792086" cy="19769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4B8787-5915-0F43-85EA-86C8DDD5767A}"/>
              </a:ext>
            </a:extLst>
          </p:cNvPr>
          <p:cNvSpPr/>
          <p:nvPr/>
        </p:nvSpPr>
        <p:spPr>
          <a:xfrm>
            <a:off x="1768345" y="2929284"/>
            <a:ext cx="1352811" cy="1014609"/>
          </a:xfrm>
          <a:prstGeom prst="rect">
            <a:avLst/>
          </a:prstGeom>
          <a:solidFill>
            <a:schemeClr val="accent4">
              <a:lumMod val="40000"/>
              <a:lumOff val="60000"/>
              <a:alpha val="22000"/>
            </a:schemeClr>
          </a:solidFill>
          <a:ln>
            <a:solidFill>
              <a:schemeClr val="accent4">
                <a:lumMod val="40000"/>
                <a:lumOff val="6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ECBBC-D87A-F74D-BBEA-186D36744DEF}"/>
              </a:ext>
            </a:extLst>
          </p:cNvPr>
          <p:cNvSpPr txBox="1"/>
          <p:nvPr/>
        </p:nvSpPr>
        <p:spPr>
          <a:xfrm>
            <a:off x="1332200" y="2417917"/>
            <a:ext cx="1690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chemeClr val="accent4">
                    <a:lumMod val="75000"/>
                  </a:schemeClr>
                </a:solidFill>
              </a:rPr>
              <a:t>Rotation matrix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CBB4C1-4D8B-284A-9369-773E285EBE1C}"/>
              </a:ext>
            </a:extLst>
          </p:cNvPr>
          <p:cNvSpPr/>
          <p:nvPr/>
        </p:nvSpPr>
        <p:spPr>
          <a:xfrm>
            <a:off x="3261031" y="2925735"/>
            <a:ext cx="605426" cy="1014609"/>
          </a:xfrm>
          <a:prstGeom prst="rect">
            <a:avLst/>
          </a:prstGeom>
          <a:solidFill>
            <a:schemeClr val="accent6">
              <a:lumMod val="60000"/>
              <a:lumOff val="40000"/>
              <a:alpha val="22000"/>
            </a:schemeClr>
          </a:solidFill>
          <a:ln>
            <a:solidFill>
              <a:schemeClr val="accent6">
                <a:lumMod val="75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94067-DE45-C545-BD88-A19B7FDFA583}"/>
              </a:ext>
            </a:extLst>
          </p:cNvPr>
          <p:cNvSpPr txBox="1"/>
          <p:nvPr/>
        </p:nvSpPr>
        <p:spPr>
          <a:xfrm>
            <a:off x="2808617" y="1913648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VN" dirty="0">
                <a:solidFill>
                  <a:schemeClr val="accent6">
                    <a:lumMod val="50000"/>
                  </a:schemeClr>
                </a:solidFill>
              </a:rPr>
              <a:t>ranslation vector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B2D60B-4E1F-B942-93CF-6A77CDB0C8E1}"/>
              </a:ext>
            </a:extLst>
          </p:cNvPr>
          <p:cNvSpPr/>
          <p:nvPr/>
        </p:nvSpPr>
        <p:spPr>
          <a:xfrm>
            <a:off x="1768345" y="4005556"/>
            <a:ext cx="1352811" cy="525843"/>
          </a:xfrm>
          <a:prstGeom prst="rect">
            <a:avLst/>
          </a:prstGeom>
          <a:solidFill>
            <a:schemeClr val="accent5">
              <a:lumMod val="75000"/>
              <a:alpha val="21000"/>
            </a:schemeClr>
          </a:solidFill>
          <a:ln>
            <a:solidFill>
              <a:schemeClr val="accent4">
                <a:lumMod val="40000"/>
                <a:lumOff val="6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D15C5D-5EFC-B64D-B536-118F33A690E6}"/>
              </a:ext>
            </a:extLst>
          </p:cNvPr>
          <p:cNvSpPr txBox="1"/>
          <p:nvPr/>
        </p:nvSpPr>
        <p:spPr>
          <a:xfrm>
            <a:off x="1559047" y="4821353"/>
            <a:ext cx="178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Projection </a:t>
            </a:r>
            <a:r>
              <a:rPr lang="en-VN" dirty="0">
                <a:solidFill>
                  <a:srgbClr val="0070C0"/>
                </a:solidFill>
              </a:rPr>
              <a:t>vector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CB6B31-8A9A-C442-8A49-152157C82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52311"/>
            <a:ext cx="5610022" cy="15180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B1FB1E-9C1D-394F-BD26-2F3AE0B749B7}"/>
              </a:ext>
            </a:extLst>
          </p:cNvPr>
          <p:cNvSpPr txBox="1"/>
          <p:nvPr/>
        </p:nvSpPr>
        <p:spPr>
          <a:xfrm>
            <a:off x="1147864" y="5395609"/>
            <a:ext cx="398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Also referred to as “homography matrix”</a:t>
            </a:r>
          </a:p>
        </p:txBody>
      </p:sp>
    </p:spTree>
    <p:extLst>
      <p:ext uri="{BB962C8B-B14F-4D97-AF65-F5344CB8AC3E}">
        <p14:creationId xmlns:p14="http://schemas.microsoft.com/office/powerpoint/2010/main" val="1918167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9E9460-E3EA-EB49-991E-4E9D9AFA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General transformations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90DFE-C5F7-364B-917E-BB678FE0E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C</a:t>
            </a:r>
            <a:r>
              <a:rPr lang="en-VN" dirty="0"/>
              <a:t>ontrol points</a:t>
            </a:r>
          </a:p>
          <a:p>
            <a:pPr marL="342900" indent="-342900">
              <a:buFontTx/>
              <a:buChar char="-"/>
            </a:pPr>
            <a:r>
              <a:rPr lang="en-VN" dirty="0"/>
              <a:t>Projective transformation</a:t>
            </a:r>
          </a:p>
          <a:p>
            <a:pPr marL="342900" indent="-342900">
              <a:buFontTx/>
              <a:buChar char="-"/>
            </a:pPr>
            <a:r>
              <a:rPr lang="en-VN" dirty="0"/>
              <a:t>Image warp and image morphing</a:t>
            </a:r>
          </a:p>
        </p:txBody>
      </p:sp>
    </p:spTree>
    <p:extLst>
      <p:ext uri="{BB962C8B-B14F-4D97-AF65-F5344CB8AC3E}">
        <p14:creationId xmlns:p14="http://schemas.microsoft.com/office/powerpoint/2010/main" val="1187151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3982B1-9F3B-1240-A5E5-36E913BE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General transformations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36A93-C2F6-1F47-9AC5-55B06C76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Till now: rotation, scaling, translation (shift), projective transformation are all linear in x and y</a:t>
            </a:r>
          </a:p>
          <a:p>
            <a:r>
              <a:rPr lang="en-VN" dirty="0"/>
              <a:t>More general transformations: polynormial transformations</a:t>
            </a:r>
          </a:p>
          <a:p>
            <a:pPr lvl="1"/>
            <a:r>
              <a:rPr lang="en-US" dirty="0"/>
              <a:t>O</a:t>
            </a:r>
            <a:r>
              <a:rPr lang="en-VN" dirty="0"/>
              <a:t>rder is higher than 1</a:t>
            </a:r>
          </a:p>
          <a:p>
            <a:r>
              <a:rPr lang="en-VN" dirty="0"/>
              <a:t>Extract transformation is derived from control points</a:t>
            </a:r>
          </a:p>
          <a:p>
            <a:pPr lvl="1"/>
            <a:r>
              <a:rPr lang="en-VN" dirty="0"/>
              <a:t>a point in the input image and its corresponding point in the output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C6AD5-E23C-B346-A60E-A1D8A457A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811" y="4518066"/>
            <a:ext cx="4864273" cy="20996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F5921EE-5A88-FB47-AF01-F7906B051430}"/>
                  </a:ext>
                </a:extLst>
              </p14:cNvPr>
              <p14:cNvContentPartPr/>
              <p14:nvPr/>
            </p14:nvContentPartPr>
            <p14:xfrm>
              <a:off x="8806067" y="3914394"/>
              <a:ext cx="2824920" cy="488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F5921EE-5A88-FB47-AF01-F7906B0514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7067" y="3905394"/>
                <a:ext cx="284256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F753D7-44AD-AF46-A436-312F37ED6F02}"/>
                  </a:ext>
                </a:extLst>
              </p14:cNvPr>
              <p14:cNvContentPartPr/>
              <p14:nvPr/>
            </p14:nvContentPartPr>
            <p14:xfrm>
              <a:off x="6795543" y="4147314"/>
              <a:ext cx="1891800" cy="11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F753D7-44AD-AF46-A436-312F37ED6F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6543" y="4138674"/>
                <a:ext cx="19094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C211743-4505-1242-9AE3-2A06AAD81EFB}"/>
                  </a:ext>
                </a:extLst>
              </p14:cNvPr>
              <p14:cNvContentPartPr/>
              <p14:nvPr/>
            </p14:nvContentPartPr>
            <p14:xfrm>
              <a:off x="4912733" y="5252301"/>
              <a:ext cx="66240" cy="46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C211743-4505-1242-9AE3-2A06AAD81E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03733" y="5243301"/>
                <a:ext cx="838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8AD367-5672-1B4B-B52C-F1921346786F}"/>
                  </a:ext>
                </a:extLst>
              </p14:cNvPr>
              <p14:cNvContentPartPr/>
              <p14:nvPr/>
            </p14:nvContentPartPr>
            <p14:xfrm>
              <a:off x="8035013" y="5238621"/>
              <a:ext cx="45720" cy="29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8AD367-5672-1B4B-B52C-F1921346786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26373" y="5229981"/>
                <a:ext cx="63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1E11C8-80C7-D94F-9B23-53E611BD940E}"/>
                  </a:ext>
                </a:extLst>
              </p14:cNvPr>
              <p14:cNvContentPartPr/>
              <p14:nvPr/>
            </p14:nvContentPartPr>
            <p14:xfrm>
              <a:off x="4053773" y="5740821"/>
              <a:ext cx="59760" cy="50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1E11C8-80C7-D94F-9B23-53E611BD940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45133" y="5732181"/>
                <a:ext cx="7740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9E73989-0315-BD4F-BB1E-79130643D022}"/>
                  </a:ext>
                </a:extLst>
              </p14:cNvPr>
              <p14:cNvContentPartPr/>
              <p14:nvPr/>
            </p14:nvContentPartPr>
            <p14:xfrm>
              <a:off x="6961853" y="5250501"/>
              <a:ext cx="56160" cy="42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9E73989-0315-BD4F-BB1E-79130643D0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52853" y="5241861"/>
                <a:ext cx="738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F5E2FB1-77DA-5D4C-8DF3-EAB5E727DC76}"/>
                  </a:ext>
                </a:extLst>
              </p14:cNvPr>
              <p14:cNvContentPartPr/>
              <p14:nvPr/>
            </p14:nvContentPartPr>
            <p14:xfrm>
              <a:off x="5168333" y="5732181"/>
              <a:ext cx="58320" cy="47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F5E2FB1-77DA-5D4C-8DF3-EAB5E727DC7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59693" y="5723541"/>
                <a:ext cx="759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9722F19-5973-F44C-BE4C-42DD4EDBB3BF}"/>
                  </a:ext>
                </a:extLst>
              </p14:cNvPr>
              <p14:cNvContentPartPr/>
              <p14:nvPr/>
            </p14:nvContentPartPr>
            <p14:xfrm>
              <a:off x="8000453" y="5841621"/>
              <a:ext cx="64800" cy="56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9722F19-5973-F44C-BE4C-42DD4EDBB3B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91813" y="5832981"/>
                <a:ext cx="82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7DC735B-6DD1-794E-B201-B506CA15907E}"/>
                  </a:ext>
                </a:extLst>
              </p14:cNvPr>
              <p14:cNvContentPartPr/>
              <p14:nvPr/>
            </p14:nvContentPartPr>
            <p14:xfrm>
              <a:off x="4230533" y="6288021"/>
              <a:ext cx="45360" cy="62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7DC735B-6DD1-794E-B201-B506CA15907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21893" y="6279021"/>
                <a:ext cx="630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F49DAD4-5838-6C4B-B4EF-AEB5B2C5087C}"/>
                  </a:ext>
                </a:extLst>
              </p14:cNvPr>
              <p14:cNvContentPartPr/>
              <p14:nvPr/>
            </p14:nvContentPartPr>
            <p14:xfrm>
              <a:off x="6964733" y="5854221"/>
              <a:ext cx="57960" cy="63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F49DAD4-5838-6C4B-B4EF-AEB5B2C5087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55733" y="5845581"/>
                <a:ext cx="75600" cy="81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91381AA-2AD9-5346-9A9F-D29E9FF7979C}"/>
              </a:ext>
            </a:extLst>
          </p:cNvPr>
          <p:cNvSpPr txBox="1"/>
          <p:nvPr/>
        </p:nvSpPr>
        <p:spPr>
          <a:xfrm>
            <a:off x="291830" y="6621294"/>
            <a:ext cx="4396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200" dirty="0"/>
              <a:t>Ref: </a:t>
            </a:r>
            <a:r>
              <a:rPr lang="en-US" sz="1200" dirty="0">
                <a:hlinkClick r:id="rId23"/>
              </a:rPr>
              <a:t>http://www.iup.uni-bremen.de/~melsheim/dip/dipSS17-L3.pdf</a:t>
            </a:r>
            <a:endParaRPr lang="en-VN" sz="1200" dirty="0"/>
          </a:p>
        </p:txBody>
      </p:sp>
    </p:spTree>
    <p:extLst>
      <p:ext uri="{BB962C8B-B14F-4D97-AF65-F5344CB8AC3E}">
        <p14:creationId xmlns:p14="http://schemas.microsoft.com/office/powerpoint/2010/main" val="1297330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AC93-35FA-1841-98D2-926A107F0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Polynomial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6AF3-4CEC-AC4C-B22D-BB90BC663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VN" dirty="0"/>
              <a:t>ssume a(x,y) and b(x, y) as polynomials of order N with unknown coefficients</a:t>
            </a:r>
          </a:p>
          <a:p>
            <a:pPr marL="0" indent="0">
              <a:buNone/>
            </a:pPr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DCAC3-0AD2-B345-86EE-25BD4F0B4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818" y="2710087"/>
            <a:ext cx="3829590" cy="1708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3E307B-D772-2D48-8FBF-E317C9419708}"/>
              </a:ext>
            </a:extLst>
          </p:cNvPr>
          <p:cNvSpPr txBox="1"/>
          <p:nvPr/>
        </p:nvSpPr>
        <p:spPr>
          <a:xfrm>
            <a:off x="1582366" y="5019472"/>
            <a:ext cx="10020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chemeClr val="accent5">
                    <a:lumMod val="75000"/>
                  </a:schemeClr>
                </a:solidFill>
              </a:rPr>
              <a:t>Determining the coefficients requires at least as many control points as the polynomials have coefficients.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21AD5A8-04ED-BC43-9C15-2970E5D3EA4A}"/>
                  </a:ext>
                </a:extLst>
              </p14:cNvPr>
              <p14:cNvContentPartPr/>
              <p14:nvPr/>
            </p14:nvContentPartPr>
            <p14:xfrm>
              <a:off x="6306523" y="3354153"/>
              <a:ext cx="182880" cy="57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21AD5A8-04ED-BC43-9C15-2970E5D3EA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97523" y="3345153"/>
                <a:ext cx="200520" cy="7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4576BF5-5277-0845-9D5D-DC35BCBB3B41}"/>
              </a:ext>
            </a:extLst>
          </p:cNvPr>
          <p:cNvGrpSpPr/>
          <p:nvPr/>
        </p:nvGrpSpPr>
        <p:grpSpPr>
          <a:xfrm>
            <a:off x="6319123" y="4083153"/>
            <a:ext cx="197280" cy="820440"/>
            <a:chOff x="6319123" y="4083153"/>
            <a:chExt cx="197280" cy="82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5809D4-2B49-DA48-80F9-C61FE54CD452}"/>
                    </a:ext>
                  </a:extLst>
                </p14:cNvPr>
                <p14:cNvContentPartPr/>
                <p14:nvPr/>
              </p14:nvContentPartPr>
              <p14:xfrm>
                <a:off x="6345403" y="4115913"/>
                <a:ext cx="137880" cy="787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5809D4-2B49-DA48-80F9-C61FE54CD45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36403" y="4107273"/>
                  <a:ext cx="15552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F5A8B9-B86B-1746-AFEC-540CA55E5033}"/>
                    </a:ext>
                  </a:extLst>
                </p14:cNvPr>
                <p14:cNvContentPartPr/>
                <p14:nvPr/>
              </p14:nvContentPartPr>
              <p14:xfrm>
                <a:off x="6319123" y="4083153"/>
                <a:ext cx="197280" cy="5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F5A8B9-B86B-1746-AFEC-540CA55E50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10123" y="4074153"/>
                  <a:ext cx="214920" cy="7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5411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FC2D-4051-954A-A30F-24B3032B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Polynomial transformation with oder N=2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85E9D-035D-E448-9C44-26A03F390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44" y="1512908"/>
            <a:ext cx="8268511" cy="1319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69C581-31FE-8B42-AD05-92B9A7F9C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489" y="3365263"/>
            <a:ext cx="4604426" cy="164502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E8A3854-E83B-BC4F-9BC1-6E848B0CB300}"/>
              </a:ext>
            </a:extLst>
          </p:cNvPr>
          <p:cNvGrpSpPr/>
          <p:nvPr/>
        </p:nvGrpSpPr>
        <p:grpSpPr>
          <a:xfrm>
            <a:off x="4302403" y="1718673"/>
            <a:ext cx="704520" cy="1728000"/>
            <a:chOff x="4302403" y="1718673"/>
            <a:chExt cx="704520" cy="172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804C77-3BFA-3841-A45B-2CDEF1C79537}"/>
                    </a:ext>
                  </a:extLst>
                </p14:cNvPr>
                <p14:cNvContentPartPr/>
                <p14:nvPr/>
              </p14:nvContentPartPr>
              <p14:xfrm>
                <a:off x="4302403" y="1718673"/>
                <a:ext cx="526680" cy="934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804C77-3BFA-3841-A45B-2CDEF1C795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93403" y="1709673"/>
                  <a:ext cx="544320" cy="9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3E2D504-092F-D54F-BF00-F059C2B9FD40}"/>
                    </a:ext>
                  </a:extLst>
                </p14:cNvPr>
                <p14:cNvContentPartPr/>
                <p14:nvPr/>
              </p14:nvContentPartPr>
              <p14:xfrm>
                <a:off x="4602643" y="2667633"/>
                <a:ext cx="404280" cy="779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3E2D504-092F-D54F-BF00-F059C2B9FD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94003" y="2658993"/>
                  <a:ext cx="421920" cy="79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309661-A515-E444-B485-3F798E8694E2}"/>
                  </a:ext>
                </a:extLst>
              </p14:cNvPr>
              <p14:cNvContentPartPr/>
              <p14:nvPr/>
            </p14:nvContentPartPr>
            <p14:xfrm>
              <a:off x="5078923" y="2063913"/>
              <a:ext cx="459000" cy="100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309661-A515-E444-B485-3F798E8694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70283" y="2054913"/>
                <a:ext cx="4766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BF5C79-A854-EE43-9995-F281AB438C9B}"/>
                  </a:ext>
                </a:extLst>
              </p14:cNvPr>
              <p14:cNvContentPartPr/>
              <p14:nvPr/>
            </p14:nvContentPartPr>
            <p14:xfrm>
              <a:off x="5885683" y="2569713"/>
              <a:ext cx="420120" cy="108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BF5C79-A854-EE43-9995-F281AB438C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6683" y="2561073"/>
                <a:ext cx="43776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FC61F2-40CF-A44A-8524-AD4D8EC82891}"/>
                  </a:ext>
                </a:extLst>
              </p14:cNvPr>
              <p14:cNvContentPartPr/>
              <p14:nvPr/>
            </p14:nvContentPartPr>
            <p14:xfrm>
              <a:off x="6029323" y="2696793"/>
              <a:ext cx="219960" cy="1127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FC61F2-40CF-A44A-8524-AD4D8EC8289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20683" y="2687793"/>
                <a:ext cx="237600" cy="11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EB50C87-552A-3D46-BA62-4176F7989BC3}"/>
                  </a:ext>
                </a:extLst>
              </p14:cNvPr>
              <p14:cNvContentPartPr/>
              <p14:nvPr/>
            </p14:nvContentPartPr>
            <p14:xfrm>
              <a:off x="5065963" y="2558913"/>
              <a:ext cx="536040" cy="112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EB50C87-552A-3D46-BA62-4176F7989BC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57323" y="2550273"/>
                <a:ext cx="5536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F6CDDAB-2056-D747-9702-DD53CCC99717}"/>
                  </a:ext>
                </a:extLst>
              </p14:cNvPr>
              <p14:cNvContentPartPr/>
              <p14:nvPr/>
            </p14:nvContentPartPr>
            <p14:xfrm>
              <a:off x="5874163" y="2125473"/>
              <a:ext cx="546840" cy="86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F6CDDAB-2056-D747-9702-DD53CCC9971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65523" y="2116833"/>
                <a:ext cx="5644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8796926-0BC6-5947-83B9-D7253E7D9EEB}"/>
                  </a:ext>
                </a:extLst>
              </p14:cNvPr>
              <p14:cNvContentPartPr/>
              <p14:nvPr/>
            </p14:nvContentPartPr>
            <p14:xfrm>
              <a:off x="5406523" y="2674473"/>
              <a:ext cx="1912680" cy="153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8796926-0BC6-5947-83B9-D7253E7D9EE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97523" y="2665473"/>
                <a:ext cx="1930320" cy="15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D814BD5-77D7-EE4D-BCD4-349437D3D4CA}"/>
                  </a:ext>
                </a:extLst>
              </p14:cNvPr>
              <p14:cNvContentPartPr/>
              <p14:nvPr/>
            </p14:nvContentPartPr>
            <p14:xfrm>
              <a:off x="6691003" y="2105313"/>
              <a:ext cx="344160" cy="101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D814BD5-77D7-EE4D-BCD4-349437D3D4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82003" y="2096673"/>
                <a:ext cx="36180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A77FA5E5-D039-284C-8CC6-6A78C940D7EE}"/>
              </a:ext>
            </a:extLst>
          </p:cNvPr>
          <p:cNvGrpSpPr/>
          <p:nvPr/>
        </p:nvGrpSpPr>
        <p:grpSpPr>
          <a:xfrm>
            <a:off x="6675163" y="2573313"/>
            <a:ext cx="1881720" cy="1923120"/>
            <a:chOff x="6675163" y="2573313"/>
            <a:chExt cx="1881720" cy="19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0CAAAD-59E4-4F46-821E-A6E46C7DE3DC}"/>
                    </a:ext>
                  </a:extLst>
                </p14:cNvPr>
                <p14:cNvContentPartPr/>
                <p14:nvPr/>
              </p14:nvContentPartPr>
              <p14:xfrm>
                <a:off x="6675163" y="2573313"/>
                <a:ext cx="346320" cy="76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0CAAAD-59E4-4F46-821E-A6E46C7DE3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66163" y="2564313"/>
                  <a:ext cx="363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B402C6-B442-6045-8F50-198E84672CCB}"/>
                    </a:ext>
                  </a:extLst>
                </p14:cNvPr>
                <p14:cNvContentPartPr/>
                <p14:nvPr/>
              </p14:nvContentPartPr>
              <p14:xfrm>
                <a:off x="6921043" y="2648193"/>
                <a:ext cx="1635840" cy="184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B402C6-B442-6045-8F50-198E84672C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12043" y="2639193"/>
                  <a:ext cx="1653480" cy="18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37A68AA-CA8A-944B-9E03-BD969643D9CC}"/>
                  </a:ext>
                </a:extLst>
              </p14:cNvPr>
              <p14:cNvContentPartPr/>
              <p14:nvPr/>
            </p14:nvContentPartPr>
            <p14:xfrm>
              <a:off x="7694323" y="2125833"/>
              <a:ext cx="317160" cy="95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37A68AA-CA8A-944B-9E03-BD969643D9C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85683" y="2117193"/>
                <a:ext cx="33480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730D356-46AF-8342-B63B-93F90F0CCCBD}"/>
              </a:ext>
            </a:extLst>
          </p:cNvPr>
          <p:cNvGrpSpPr/>
          <p:nvPr/>
        </p:nvGrpSpPr>
        <p:grpSpPr>
          <a:xfrm>
            <a:off x="7656883" y="2164713"/>
            <a:ext cx="1825920" cy="2650320"/>
            <a:chOff x="7656883" y="2164713"/>
            <a:chExt cx="1825920" cy="265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3B75CF-1443-194C-BEBD-F315ED282BAA}"/>
                    </a:ext>
                  </a:extLst>
                </p14:cNvPr>
                <p14:cNvContentPartPr/>
                <p14:nvPr/>
              </p14:nvContentPartPr>
              <p14:xfrm>
                <a:off x="8549323" y="2543433"/>
                <a:ext cx="385200" cy="102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3B75CF-1443-194C-BEBD-F315ED282BA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40323" y="2534793"/>
                  <a:ext cx="402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4FB310-0393-E64A-8909-21CD0B260E9C}"/>
                    </a:ext>
                  </a:extLst>
                </p14:cNvPr>
                <p14:cNvContentPartPr/>
                <p14:nvPr/>
              </p14:nvContentPartPr>
              <p14:xfrm>
                <a:off x="7656883" y="2546673"/>
                <a:ext cx="320760" cy="118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4FB310-0393-E64A-8909-21CD0B260E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47883" y="2538033"/>
                  <a:ext cx="338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80CAC06-BA38-674A-B266-9DA0C95E4C0A}"/>
                    </a:ext>
                  </a:extLst>
                </p14:cNvPr>
                <p14:cNvContentPartPr/>
                <p14:nvPr/>
              </p14:nvContentPartPr>
              <p14:xfrm>
                <a:off x="8591803" y="2164713"/>
                <a:ext cx="365040" cy="11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80CAC06-BA38-674A-B266-9DA0C95E4C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82803" y="2155713"/>
                  <a:ext cx="382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9A0DC3F-4143-2040-ACBE-603F2E2F048F}"/>
                    </a:ext>
                  </a:extLst>
                </p14:cNvPr>
                <p14:cNvContentPartPr/>
                <p14:nvPr/>
              </p14:nvContentPartPr>
              <p14:xfrm>
                <a:off x="7729603" y="2650713"/>
                <a:ext cx="1753200" cy="2164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9A0DC3F-4143-2040-ACBE-603F2E2F048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20603" y="2641713"/>
                  <a:ext cx="1770840" cy="218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F4094CC-079A-BC40-95FD-26AC5F8FA2E7}"/>
                  </a:ext>
                </a:extLst>
              </p14:cNvPr>
              <p14:cNvContentPartPr/>
              <p14:nvPr/>
            </p14:nvContentPartPr>
            <p14:xfrm>
              <a:off x="1522483" y="4185393"/>
              <a:ext cx="2543040" cy="117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F4094CC-079A-BC40-95FD-26AC5F8FA2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13843" y="4176753"/>
                <a:ext cx="2560680" cy="118872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28E6AE0A-06AD-0943-9184-0E2F3CB56D74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43684" y="5356473"/>
            <a:ext cx="8126477" cy="143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93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7ADF-5F8C-7A4E-BEDF-43EF3DDE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Example of polynomial geometric warps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35789-831D-C741-A81B-B3790FD0F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98" y="1269074"/>
            <a:ext cx="5033387" cy="558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78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E9E-6735-6247-B3CC-7749C6AB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Applications of geometric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5B8DD-DC88-3D49-8200-597D152C0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Geometric calibration/Image rectification</a:t>
            </a:r>
          </a:p>
          <a:p>
            <a:pPr lvl="1"/>
            <a:r>
              <a:rPr lang="en-US" dirty="0"/>
              <a:t>R</a:t>
            </a:r>
            <a:r>
              <a:rPr lang="en-VN" dirty="0"/>
              <a:t>emove camera-induced distortion, i.e., convert non-rectangular pixel coordinates to rectangular coordinates</a:t>
            </a:r>
          </a:p>
          <a:p>
            <a:r>
              <a:rPr lang="en-VN" dirty="0"/>
              <a:t>Image registration</a:t>
            </a:r>
          </a:p>
          <a:p>
            <a:pPr lvl="1"/>
            <a:r>
              <a:rPr lang="en-VN" dirty="0"/>
              <a:t>Geometrically match two images or an image and a map; stationary objects should have same position in both images	</a:t>
            </a:r>
          </a:p>
          <a:p>
            <a:r>
              <a:rPr lang="en-VN" dirty="0"/>
              <a:t>Map projections</a:t>
            </a:r>
          </a:p>
        </p:txBody>
      </p:sp>
    </p:spTree>
    <p:extLst>
      <p:ext uri="{BB962C8B-B14F-4D97-AF65-F5344CB8AC3E}">
        <p14:creationId xmlns:p14="http://schemas.microsoft.com/office/powerpoint/2010/main" val="2499727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93C6-D7DD-EF4F-AF7E-5766B4F2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Image registration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E68C0-5E65-BF44-BC19-CCC86B9BD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610" r="1250"/>
          <a:stretch/>
        </p:blipFill>
        <p:spPr>
          <a:xfrm>
            <a:off x="5475136" y="3190335"/>
            <a:ext cx="6716864" cy="3302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0CEEA8-2DF0-4E40-8674-9278439EAC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74" t="883" r="26272" b="37850"/>
          <a:stretch/>
        </p:blipFill>
        <p:spPr>
          <a:xfrm>
            <a:off x="1258111" y="1465633"/>
            <a:ext cx="3443965" cy="511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37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C175-24DA-2F4E-8A65-5C4C8DD8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Example of image rectification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28E8A-14F6-984D-92DF-C5A5ED96C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91" y="1690688"/>
            <a:ext cx="5809274" cy="445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99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7DE4-8E5D-C847-87DC-F37CD2B3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9E936-4603-2247-A259-8E3DE306B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Gonzalez book</a:t>
            </a:r>
          </a:p>
          <a:p>
            <a:r>
              <a:rPr lang="en-VN" dirty="0"/>
              <a:t>(Chap 4) Geometric transformations</a:t>
            </a:r>
          </a:p>
          <a:p>
            <a:pPr lvl="1"/>
            <a:r>
              <a:rPr lang="en-US" dirty="0">
                <a:hlinkClick r:id="rId2"/>
              </a:rPr>
              <a:t>http://www.iup.uni-bremen.de/~melsheim/dip/dipSS17-L3.pdf</a:t>
            </a:r>
            <a:endParaRPr lang="en-US" dirty="0"/>
          </a:p>
          <a:p>
            <a:r>
              <a:rPr lang="en-US" dirty="0"/>
              <a:t>Image warping/morphing</a:t>
            </a:r>
            <a:endParaRPr lang="en-VN" dirty="0"/>
          </a:p>
          <a:p>
            <a:pPr lvl="1"/>
            <a:r>
              <a:rPr lang="en-US" dirty="0">
                <a:hlinkClick r:id="rId3"/>
              </a:rPr>
              <a:t>https://www.csie.ntu.edu.tw/~cyy/courses/vfx/18spring/lectures/handouts/lec05_morphing.pdf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61196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6368-9275-5447-AC00-676C5A97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Mesh warping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08E5E-F7B4-B447-ABD0-1B0E3F937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74" y="4665945"/>
            <a:ext cx="4978496" cy="1967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2DAD8A-D5F2-7846-AC5F-F764EAECF121}"/>
              </a:ext>
            </a:extLst>
          </p:cNvPr>
          <p:cNvSpPr txBox="1"/>
          <p:nvPr/>
        </p:nvSpPr>
        <p:spPr>
          <a:xfrm>
            <a:off x="6557374" y="2163639"/>
            <a:ext cx="4223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ym typeface="Wingdings" pitchFamily="2" charset="2"/>
              </a:rPr>
              <a:t>Interpolate to a complete warping function</a:t>
            </a: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3D376E-8069-CE4E-A28B-2259310B5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74" y="2348305"/>
            <a:ext cx="4978496" cy="1788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38B9E6-144E-7341-8E13-81B4B38A6A78}"/>
              </a:ext>
            </a:extLst>
          </p:cNvPr>
          <p:cNvSpPr txBox="1"/>
          <p:nvPr/>
        </p:nvSpPr>
        <p:spPr>
          <a:xfrm>
            <a:off x="914400" y="1835063"/>
            <a:ext cx="28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Specify corresponding 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84121-E0A8-854E-9F1A-34BC90537CD2}"/>
              </a:ext>
            </a:extLst>
          </p:cNvPr>
          <p:cNvSpPr txBox="1"/>
          <p:nvPr/>
        </p:nvSpPr>
        <p:spPr>
          <a:xfrm>
            <a:off x="860609" y="4280645"/>
            <a:ext cx="254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Convert to mesh warping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F5726D-3953-C94C-9557-81C21F6CB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481" y="2851051"/>
            <a:ext cx="1897552" cy="3429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AF9EAC-69C4-4F40-BAEF-4E7780A1ACA6}"/>
                  </a:ext>
                </a:extLst>
              </p14:cNvPr>
              <p14:cNvContentPartPr/>
              <p14:nvPr/>
            </p14:nvContentPartPr>
            <p14:xfrm>
              <a:off x="-907" y="2045061"/>
              <a:ext cx="984960" cy="2640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AF9EAC-69C4-4F40-BAEF-4E7780A1AC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9907" y="2036061"/>
                <a:ext cx="1002600" cy="26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BED487C-2AB0-8B46-AE48-C38A53AB9A72}"/>
                  </a:ext>
                </a:extLst>
              </p14:cNvPr>
              <p14:cNvContentPartPr/>
              <p14:nvPr/>
            </p14:nvContentPartPr>
            <p14:xfrm>
              <a:off x="4935413" y="2466621"/>
              <a:ext cx="1957320" cy="2081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BED487C-2AB0-8B46-AE48-C38A53AB9A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26773" y="2457981"/>
                <a:ext cx="1974960" cy="209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25424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4418-FE94-CC4E-9286-E21A5287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Image morphing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CB5A-605B-F947-BAF7-85DC92D5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0583"/>
          </a:xfrm>
        </p:spPr>
        <p:txBody>
          <a:bodyPr/>
          <a:lstStyle/>
          <a:p>
            <a:r>
              <a:rPr lang="en-VN" dirty="0"/>
              <a:t>To synthesize a fluid transformation from one image to another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1F696-B774-9740-8029-FCB562E92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68" y="2386208"/>
            <a:ext cx="6508399" cy="393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32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22439</TotalTime>
  <Words>1107</Words>
  <Application>Microsoft Macintosh PowerPoint</Application>
  <PresentationFormat>Widescreen</PresentationFormat>
  <Paragraphs>186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Image Processing INT3404 20 Week 11: Geometric transformation</vt:lpstr>
      <vt:lpstr>Schedule</vt:lpstr>
      <vt:lpstr>Recall week 10: Color image processing</vt:lpstr>
      <vt:lpstr>Frequency: Highpass ~ edge</vt:lpstr>
      <vt:lpstr>High pass</vt:lpstr>
      <vt:lpstr>PowerPoint Presentation</vt:lpstr>
      <vt:lpstr>Geometric transformation</vt:lpstr>
      <vt:lpstr>What is Geometric transformation?</vt:lpstr>
      <vt:lpstr>PowerPoint Presentation</vt:lpstr>
      <vt:lpstr>Illustration of mapping functions</vt:lpstr>
      <vt:lpstr>Geometric transformations</vt:lpstr>
      <vt:lpstr>Two basic operations of geometric transformation</vt:lpstr>
      <vt:lpstr>Forward vs backward (inverse) mapping</vt:lpstr>
      <vt:lpstr>Forward vs backward (inverse) mapping</vt:lpstr>
      <vt:lpstr>Inverse warping</vt:lpstr>
      <vt:lpstr>Intensity interpolation</vt:lpstr>
      <vt:lpstr>Scaling</vt:lpstr>
      <vt:lpstr>Scaling</vt:lpstr>
      <vt:lpstr>Scaling</vt:lpstr>
      <vt:lpstr>Translation</vt:lpstr>
      <vt:lpstr>Translation</vt:lpstr>
      <vt:lpstr>PowerPoint Presentation</vt:lpstr>
      <vt:lpstr>Translation</vt:lpstr>
      <vt:lpstr>Rotation</vt:lpstr>
      <vt:lpstr>PowerPoint Presentation</vt:lpstr>
      <vt:lpstr>PowerPoint Presentation</vt:lpstr>
      <vt:lpstr>Affine transformation</vt:lpstr>
      <vt:lpstr>Example of interpolation</vt:lpstr>
      <vt:lpstr>Linear transformation</vt:lpstr>
      <vt:lpstr>General tranformation matrix</vt:lpstr>
      <vt:lpstr>General transformations</vt:lpstr>
      <vt:lpstr>General transformations</vt:lpstr>
      <vt:lpstr>Polynomial transformation</vt:lpstr>
      <vt:lpstr>Polynomial transformation with oder N=2</vt:lpstr>
      <vt:lpstr>Example of polynomial geometric warps</vt:lpstr>
      <vt:lpstr>Applications of geometric transformation</vt:lpstr>
      <vt:lpstr>Image registration example</vt:lpstr>
      <vt:lpstr>Example of image rectification</vt:lpstr>
      <vt:lpstr>References</vt:lpstr>
      <vt:lpstr>Mesh warping</vt:lpstr>
      <vt:lpstr>Image morphing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DIEP</dc:creator>
  <cp:lastModifiedBy>NGUYEN DIEP</cp:lastModifiedBy>
  <cp:revision>29</cp:revision>
  <dcterms:created xsi:type="dcterms:W3CDTF">2020-10-26T08:31:43Z</dcterms:created>
  <dcterms:modified xsi:type="dcterms:W3CDTF">2021-04-29T04:54:44Z</dcterms:modified>
</cp:coreProperties>
</file>