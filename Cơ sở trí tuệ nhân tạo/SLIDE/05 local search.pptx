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48"/>
  </p:notesMasterIdLst>
  <p:handoutMasterIdLst>
    <p:handoutMasterId r:id="rId149"/>
  </p:handoutMasterIdLst>
  <p:sldIdLst>
    <p:sldId id="256" r:id="rId2"/>
    <p:sldId id="515" r:id="rId3"/>
    <p:sldId id="327" r:id="rId4"/>
    <p:sldId id="502" r:id="rId5"/>
    <p:sldId id="504" r:id="rId6"/>
    <p:sldId id="506" r:id="rId7"/>
    <p:sldId id="507" r:id="rId8"/>
    <p:sldId id="379" r:id="rId9"/>
    <p:sldId id="374" r:id="rId10"/>
    <p:sldId id="509" r:id="rId11"/>
    <p:sldId id="511" r:id="rId12"/>
    <p:sldId id="498" r:id="rId13"/>
    <p:sldId id="499" r:id="rId14"/>
    <p:sldId id="500" r:id="rId15"/>
    <p:sldId id="501" r:id="rId16"/>
    <p:sldId id="378" r:id="rId17"/>
    <p:sldId id="376" r:id="rId18"/>
    <p:sldId id="466" r:id="rId19"/>
    <p:sldId id="467" r:id="rId20"/>
    <p:sldId id="468" r:id="rId21"/>
    <p:sldId id="469" r:id="rId22"/>
    <p:sldId id="470" r:id="rId23"/>
    <p:sldId id="471" r:id="rId24"/>
    <p:sldId id="512" r:id="rId25"/>
    <p:sldId id="400" r:id="rId26"/>
    <p:sldId id="401" r:id="rId27"/>
    <p:sldId id="402" r:id="rId28"/>
    <p:sldId id="403" r:id="rId29"/>
    <p:sldId id="408" r:id="rId30"/>
    <p:sldId id="404" r:id="rId31"/>
    <p:sldId id="409" r:id="rId32"/>
    <p:sldId id="405" r:id="rId33"/>
    <p:sldId id="410" r:id="rId34"/>
    <p:sldId id="411" r:id="rId35"/>
    <p:sldId id="413" r:id="rId36"/>
    <p:sldId id="412" r:id="rId37"/>
    <p:sldId id="414" r:id="rId38"/>
    <p:sldId id="416" r:id="rId39"/>
    <p:sldId id="415" r:id="rId40"/>
    <p:sldId id="417" r:id="rId41"/>
    <p:sldId id="418" r:id="rId42"/>
    <p:sldId id="377" r:id="rId43"/>
    <p:sldId id="381" r:id="rId44"/>
    <p:sldId id="510" r:id="rId45"/>
    <p:sldId id="472" r:id="rId46"/>
    <p:sldId id="473" r:id="rId47"/>
    <p:sldId id="474" r:id="rId48"/>
    <p:sldId id="475" r:id="rId49"/>
    <p:sldId id="476" r:id="rId50"/>
    <p:sldId id="477" r:id="rId51"/>
    <p:sldId id="478" r:id="rId52"/>
    <p:sldId id="479" r:id="rId53"/>
    <p:sldId id="480" r:id="rId54"/>
    <p:sldId id="481" r:id="rId55"/>
    <p:sldId id="482" r:id="rId56"/>
    <p:sldId id="483" r:id="rId57"/>
    <p:sldId id="484" r:id="rId58"/>
    <p:sldId id="485" r:id="rId59"/>
    <p:sldId id="486" r:id="rId60"/>
    <p:sldId id="487" r:id="rId61"/>
    <p:sldId id="488" r:id="rId62"/>
    <p:sldId id="489" r:id="rId63"/>
    <p:sldId id="490" r:id="rId64"/>
    <p:sldId id="491" r:id="rId65"/>
    <p:sldId id="492" r:id="rId66"/>
    <p:sldId id="493" r:id="rId67"/>
    <p:sldId id="494" r:id="rId68"/>
    <p:sldId id="323" r:id="rId69"/>
    <p:sldId id="317" r:id="rId70"/>
    <p:sldId id="442" r:id="rId71"/>
    <p:sldId id="443" r:id="rId72"/>
    <p:sldId id="444" r:id="rId73"/>
    <p:sldId id="445" r:id="rId74"/>
    <p:sldId id="446" r:id="rId75"/>
    <p:sldId id="447" r:id="rId76"/>
    <p:sldId id="448" r:id="rId77"/>
    <p:sldId id="449" r:id="rId78"/>
    <p:sldId id="450" r:id="rId79"/>
    <p:sldId id="451" r:id="rId80"/>
    <p:sldId id="452" r:id="rId81"/>
    <p:sldId id="453" r:id="rId82"/>
    <p:sldId id="454" r:id="rId83"/>
    <p:sldId id="455" r:id="rId84"/>
    <p:sldId id="456" r:id="rId85"/>
    <p:sldId id="458" r:id="rId86"/>
    <p:sldId id="459" r:id="rId87"/>
    <p:sldId id="460" r:id="rId88"/>
    <p:sldId id="461" r:id="rId89"/>
    <p:sldId id="462" r:id="rId90"/>
    <p:sldId id="463" r:id="rId91"/>
    <p:sldId id="464" r:id="rId92"/>
    <p:sldId id="465" r:id="rId93"/>
    <p:sldId id="514" r:id="rId94"/>
    <p:sldId id="259" r:id="rId95"/>
    <p:sldId id="260" r:id="rId96"/>
    <p:sldId id="263" r:id="rId97"/>
    <p:sldId id="265" r:id="rId98"/>
    <p:sldId id="266" r:id="rId99"/>
    <p:sldId id="267" r:id="rId100"/>
    <p:sldId id="270" r:id="rId101"/>
    <p:sldId id="517" r:id="rId102"/>
    <p:sldId id="518" r:id="rId103"/>
    <p:sldId id="519" r:id="rId104"/>
    <p:sldId id="271" r:id="rId105"/>
    <p:sldId id="272" r:id="rId106"/>
    <p:sldId id="273" r:id="rId107"/>
    <p:sldId id="274" r:id="rId108"/>
    <p:sldId id="275" r:id="rId109"/>
    <p:sldId id="423" r:id="rId110"/>
    <p:sldId id="424" r:id="rId111"/>
    <p:sldId id="425" r:id="rId112"/>
    <p:sldId id="426" r:id="rId113"/>
    <p:sldId id="428" r:id="rId114"/>
    <p:sldId id="427" r:id="rId115"/>
    <p:sldId id="429" r:id="rId116"/>
    <p:sldId id="430" r:id="rId117"/>
    <p:sldId id="431" r:id="rId118"/>
    <p:sldId id="432" r:id="rId119"/>
    <p:sldId id="433" r:id="rId120"/>
    <p:sldId id="434" r:id="rId121"/>
    <p:sldId id="435" r:id="rId122"/>
    <p:sldId id="436" r:id="rId123"/>
    <p:sldId id="437" r:id="rId124"/>
    <p:sldId id="438" r:id="rId125"/>
    <p:sldId id="439" r:id="rId126"/>
    <p:sldId id="440" r:id="rId127"/>
    <p:sldId id="441" r:id="rId128"/>
    <p:sldId id="276" r:id="rId129"/>
    <p:sldId id="277" r:id="rId130"/>
    <p:sldId id="278" r:id="rId131"/>
    <p:sldId id="299" r:id="rId132"/>
    <p:sldId id="279" r:id="rId133"/>
    <p:sldId id="280" r:id="rId134"/>
    <p:sldId id="281" r:id="rId135"/>
    <p:sldId id="282" r:id="rId136"/>
    <p:sldId id="283" r:id="rId137"/>
    <p:sldId id="284" r:id="rId138"/>
    <p:sldId id="285" r:id="rId139"/>
    <p:sldId id="286" r:id="rId140"/>
    <p:sldId id="513" r:id="rId141"/>
    <p:sldId id="289" r:id="rId142"/>
    <p:sldId id="520" r:id="rId143"/>
    <p:sldId id="522" r:id="rId144"/>
    <p:sldId id="524" r:id="rId145"/>
    <p:sldId id="523" r:id="rId146"/>
    <p:sldId id="525" r:id="rId14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3BD13-47FA-E7D6-9033-C8E4753D5ED7}" v="382" dt="2021-09-05T15:05:36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57" autoAdjust="0"/>
    <p:restoredTop sz="94747" autoAdjust="0"/>
  </p:normalViewPr>
  <p:slideViewPr>
    <p:cSldViewPr>
      <p:cViewPr varScale="1">
        <p:scale>
          <a:sx n="71" d="100"/>
          <a:sy n="71" d="100"/>
        </p:scale>
        <p:origin x="966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55" Type="http://schemas.microsoft.com/office/2015/10/relationships/revisionInfo" Target="revisionInfo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microsoft.com/office/2016/11/relationships/changesInfo" Target="changesInfos/changesInfo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Việt Hà" userId="S::hanv@vnu.edu.vn::ff7b114c-bc51-4271-a0a8-6b85221d39d3" providerId="AD" clId="Web-{A673BD13-47FA-E7D6-9033-C8E4753D5ED7}"/>
    <pc:docChg chg="modSld">
      <pc:chgData name="Nguyễn Việt Hà" userId="S::hanv@vnu.edu.vn::ff7b114c-bc51-4271-a0a8-6b85221d39d3" providerId="AD" clId="Web-{A673BD13-47FA-E7D6-9033-C8E4753D5ED7}" dt="2021-09-05T15:05:34.338" v="378" actId="20577"/>
      <pc:docMkLst>
        <pc:docMk/>
      </pc:docMkLst>
      <pc:sldChg chg="modSp">
        <pc:chgData name="Nguyễn Việt Hà" userId="S::hanv@vnu.edu.vn::ff7b114c-bc51-4271-a0a8-6b85221d39d3" providerId="AD" clId="Web-{A673BD13-47FA-E7D6-9033-C8E4753D5ED7}" dt="2021-09-05T14:46:45.240" v="31" actId="20577"/>
        <pc:sldMkLst>
          <pc:docMk/>
          <pc:sldMk cId="0" sldId="256"/>
        </pc:sldMkLst>
        <pc:spChg chg="mod">
          <ac:chgData name="Nguyễn Việt Hà" userId="S::hanv@vnu.edu.vn::ff7b114c-bc51-4271-a0a8-6b85221d39d3" providerId="AD" clId="Web-{A673BD13-47FA-E7D6-9033-C8E4753D5ED7}" dt="2021-09-05T14:46:45.240" v="31" actId="20577"/>
          <ac:spMkLst>
            <pc:docMk/>
            <pc:sldMk cId="0" sldId="256"/>
            <ac:spMk id="15363" creationId="{B78C8011-C2F1-45F5-80A3-9FF61D1C7F68}"/>
          </ac:spMkLst>
        </pc:spChg>
      </pc:sldChg>
      <pc:sldChg chg="modSp">
        <pc:chgData name="Nguyễn Việt Hà" userId="S::hanv@vnu.edu.vn::ff7b114c-bc51-4271-a0a8-6b85221d39d3" providerId="AD" clId="Web-{A673BD13-47FA-E7D6-9033-C8E4753D5ED7}" dt="2021-09-05T14:51:33.229" v="154" actId="20577"/>
        <pc:sldMkLst>
          <pc:docMk/>
          <pc:sldMk cId="0" sldId="257"/>
        </pc:sldMkLst>
        <pc:spChg chg="mod">
          <ac:chgData name="Nguyễn Việt Hà" userId="S::hanv@vnu.edu.vn::ff7b114c-bc51-4271-a0a8-6b85221d39d3" providerId="AD" clId="Web-{A673BD13-47FA-E7D6-9033-C8E4753D5ED7}" dt="2021-09-05T14:51:33.229" v="154" actId="20577"/>
          <ac:spMkLst>
            <pc:docMk/>
            <pc:sldMk cId="0" sldId="257"/>
            <ac:spMk id="16389" creationId="{64CB6A8C-3128-4E71-AD84-2B07514991F7}"/>
          </ac:spMkLst>
        </pc:spChg>
      </pc:sldChg>
      <pc:sldChg chg="modSp">
        <pc:chgData name="Nguyễn Việt Hà" userId="S::hanv@vnu.edu.vn::ff7b114c-bc51-4271-a0a8-6b85221d39d3" providerId="AD" clId="Web-{A673BD13-47FA-E7D6-9033-C8E4753D5ED7}" dt="2021-09-05T14:57:19.548" v="307" actId="20577"/>
        <pc:sldMkLst>
          <pc:docMk/>
          <pc:sldMk cId="0" sldId="259"/>
        </pc:sldMkLst>
        <pc:spChg chg="mod">
          <ac:chgData name="Nguyễn Việt Hà" userId="S::hanv@vnu.edu.vn::ff7b114c-bc51-4271-a0a8-6b85221d39d3" providerId="AD" clId="Web-{A673BD13-47FA-E7D6-9033-C8E4753D5ED7}" dt="2021-09-05T14:57:19.548" v="307" actId="20577"/>
          <ac:spMkLst>
            <pc:docMk/>
            <pc:sldMk cId="0" sldId="259"/>
            <ac:spMk id="17413" creationId="{940A42CB-F343-4213-8EDA-50B047D96AFE}"/>
          </ac:spMkLst>
        </pc:spChg>
      </pc:sldChg>
      <pc:sldChg chg="modSp">
        <pc:chgData name="Nguyễn Việt Hà" userId="S::hanv@vnu.edu.vn::ff7b114c-bc51-4271-a0a8-6b85221d39d3" providerId="AD" clId="Web-{A673BD13-47FA-E7D6-9033-C8E4753D5ED7}" dt="2021-09-05T15:02:07.178" v="362" actId="20577"/>
        <pc:sldMkLst>
          <pc:docMk/>
          <pc:sldMk cId="0" sldId="260"/>
        </pc:sldMkLst>
        <pc:spChg chg="mod">
          <ac:chgData name="Nguyễn Việt Hà" userId="S::hanv@vnu.edu.vn::ff7b114c-bc51-4271-a0a8-6b85221d39d3" providerId="AD" clId="Web-{A673BD13-47FA-E7D6-9033-C8E4753D5ED7}" dt="2021-09-05T15:02:07.178" v="362" actId="20577"/>
          <ac:spMkLst>
            <pc:docMk/>
            <pc:sldMk cId="0" sldId="260"/>
            <ac:spMk id="16389" creationId="{B967A773-3385-464B-979F-995DFB701155}"/>
          </ac:spMkLst>
        </pc:spChg>
      </pc:sldChg>
      <pc:sldChg chg="modSp">
        <pc:chgData name="Nguyễn Việt Hà" userId="S::hanv@vnu.edu.vn::ff7b114c-bc51-4271-a0a8-6b85221d39d3" providerId="AD" clId="Web-{A673BD13-47FA-E7D6-9033-C8E4753D5ED7}" dt="2021-09-05T15:05:34.338" v="378" actId="20577"/>
        <pc:sldMkLst>
          <pc:docMk/>
          <pc:sldMk cId="0" sldId="262"/>
        </pc:sldMkLst>
        <pc:spChg chg="mod">
          <ac:chgData name="Nguyễn Việt Hà" userId="S::hanv@vnu.edu.vn::ff7b114c-bc51-4271-a0a8-6b85221d39d3" providerId="AD" clId="Web-{A673BD13-47FA-E7D6-9033-C8E4753D5ED7}" dt="2021-09-05T15:05:34.338" v="378" actId="20577"/>
          <ac:spMkLst>
            <pc:docMk/>
            <pc:sldMk cId="0" sldId="262"/>
            <ac:spMk id="20484" creationId="{5AB62867-FF75-4DA3-AF81-3C1666CDD313}"/>
          </ac:spMkLst>
        </pc:spChg>
      </pc:sldChg>
      <pc:sldChg chg="modSp">
        <pc:chgData name="Nguyễn Việt Hà" userId="S::hanv@vnu.edu.vn::ff7b114c-bc51-4271-a0a8-6b85221d39d3" providerId="AD" clId="Web-{A673BD13-47FA-E7D6-9033-C8E4753D5ED7}" dt="2021-09-05T15:05:20.354" v="373" actId="20577"/>
        <pc:sldMkLst>
          <pc:docMk/>
          <pc:sldMk cId="0" sldId="264"/>
        </pc:sldMkLst>
        <pc:spChg chg="mod">
          <ac:chgData name="Nguyễn Việt Hà" userId="S::hanv@vnu.edu.vn::ff7b114c-bc51-4271-a0a8-6b85221d39d3" providerId="AD" clId="Web-{A673BD13-47FA-E7D6-9033-C8E4753D5ED7}" dt="2021-09-05T15:05:20.354" v="373" actId="20577"/>
          <ac:spMkLst>
            <pc:docMk/>
            <pc:sldMk cId="0" sldId="264"/>
            <ac:spMk id="19461" creationId="{F4688016-4006-42BE-8AAD-B0E5B122C0C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9D1B001-9E3E-404A-8D21-ECFF3D1C49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ED7AA89-9A97-4BCA-A2B4-19711FD240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5AF26C8-F53F-438F-A9D1-FDC3190FE8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774DA443-6F62-4502-A46D-CE573178D7E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BAA01FA6-7BE3-4DED-9C0A-ACD2E611CF67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C7520AC-11BA-4EF0-84A1-679D93B971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72189F1-0A3E-44FA-A917-B4096BEBDFA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B71193B-88AB-4554-9971-D5FB2751DD7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CEE43AD5-A390-4CAF-9D32-7F18D3254F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FBBBF186-5B81-46CD-9425-CB20F85D9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0D679559-AD3E-4697-922A-781CACABD4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374BF807-E408-47BB-A555-6F389AA0C6FB}" type="slidenum">
              <a:rPr lang="en-US" altLang="vi-VN"/>
              <a:pPr/>
              <a:t>‹#›</a:t>
            </a:fld>
            <a:endParaRPr lang="en-US" alt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F94F5-58D1-42ED-AB38-DD97D2E4947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77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BB0A5E0-E4E4-4258-9557-3431DB962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59084A-48E6-475E-A779-BD6810CD58B9}" type="slidenum">
              <a:rPr lang="en-US" altLang="en-US"/>
              <a:pPr eaLnBrk="1" hangingPunct="1"/>
              <a:t>68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2A8F668-16AB-C963-BBBA-9F57BE4A84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79A5D2D-B532-11B2-2F21-FDB7CEBEC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DA649D-3B97-1EF8-D179-D01DA8CFB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EFF005A-FEB1-DEE1-DC3E-5E8C19C6B7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BF807-E408-47BB-A555-6F389AA0C6FB}" type="slidenum">
              <a:rPr lang="en-US" altLang="vi-VN" smtClean="0"/>
              <a:pPr/>
              <a:t>139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394512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BD2A41B-DBA7-4BA6-B12A-A624A8F91B3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6BDB4DA-FE3F-4132-88A7-F435C4A434E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vi-VN" altLang="vi-VN" sz="2400" noProof="1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D5A2B79A-DF75-4D25-AF8E-9AA03FF4E09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z="2400" noProof="1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E848F7D2-144D-444B-B344-A62498E5B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0B30440B-E6BF-48B1-BBB8-C80610CC23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2C40D522-6BA3-434D-8DCA-B68E5FA508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21CC021B-75AB-4F46-AD7E-A55ECAEA58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EC1900AF-C4D7-48D5-A1D4-3B2D8D31AA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AE128D32-7FD4-4B6A-94F3-3B3409CD62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4B53C966-7A29-48CA-99A8-48CE297A04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DB02C863-0A01-4544-9E1F-A9B3B41487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6EB4A90C-5407-4BD1-A5A5-B137B395A0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9AE14C65-FBF5-4EBF-A5DA-4D602EECEE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1E46D7E1-1BE4-4637-82C9-A74388E262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vi-VN" sz="2400" noProof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1543CE2E-9A4D-42D1-8DD5-AFE08B7BDA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LTHĐT-2003</a:t>
            </a: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441E01A1-910F-4DEC-8149-B5059DE717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/>
              <a:t>Giới thiệu môn học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C4F9A2C3-931A-4D1E-AA6A-1BDB993320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7C99BF-55D7-4D0F-87C9-7109DDB9B39D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50834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97139C-27B9-4AFD-8ED8-8A376FE78E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FA44A88-FF8C-42EC-B3E8-D5D9C2582C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503ADB-9551-43FD-A342-382EB344F291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01309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A854A4-32B2-4A2B-821B-8A3AAEB8C4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8ACC00D-0FAE-4768-80DE-0A674AF750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E78FA5-9BED-4D14-9CA9-BAA5F4C5C4D3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25401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9B6BA9-6BEE-41C6-BDC0-7F62A4BFF1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DFA2BD-E7AF-455C-8914-D7E5290D77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8D2F8D-98B0-474D-ACE1-8B3E7E6C7587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0714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058D38-0563-47C5-91B1-A3C607124CF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17D3A89-B2F0-4F84-9CF3-2AAEAAD769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B17F1F-3493-43D3-A0B1-85683D2651E4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422357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9F88A-A9DB-47EC-81D4-AC4FCBEA0EA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1B564-C042-4F62-AF75-0A621BD4BC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83C22C-0F58-4F7E-8706-7AEC67126CFE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173558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E1D2AED-21C6-4F14-AF0E-E7684A7F3C2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64BC73E-73C5-458D-876C-D0D8DA981A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4230DB4-587E-443D-B22A-6E407B3FB2D0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50630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8196A4-5B26-4A7D-93C6-19D4EAAD5F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3D33A48-9EEF-4FA6-8BF6-88CA278A6F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8511752-608E-4A40-88B5-F0583FEA127D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95185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DF3C86-604C-4113-B9E9-960D33325B0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F62F478-34E7-4900-AADD-FC2EC949BD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BAB234-EAE4-4A5B-A39A-5609EA401E85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16512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792EAC-D3E0-487D-A870-0CA6B55B97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C7F787F-4EF0-4AD1-92E5-5F9FA33000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84EC04-B2E8-4118-A061-EBD928009FBA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18347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F116E9-C14E-4FFC-A5D7-C844401B75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Nguyễn Việt Hà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AF812B-DCC0-4BAD-9EB9-F6D88A0B5D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DA3310-31D3-4F9D-8B62-7B2D3CCE0777}" type="slidenum">
              <a:rPr lang="en-US" altLang="vi-VN"/>
              <a:pPr/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614700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عنوان، ونص،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C5852C-2045-804D-6B47-2CE239BD12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9137A5F-6900-4C11-58BF-988C5A651B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D364206-3628-849D-09DE-E2CE103CEB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BA00E0-90BC-4F0A-8C77-611A7CF46C5B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5657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عنوان، ونص، واثنان من 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4997D84-A424-4EA0-B81A-16CC81DB8E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0A70E5D7-A89F-B154-0FD8-4951DD0A3E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28A7CFE-3A56-E798-F920-CAF5DFB401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D291AA-73EE-4830-B180-872E155A27B9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8760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763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77724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886200"/>
            <a:ext cx="77724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401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D6D689F-08BC-4607-B3FC-6789E335B7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248400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Bộ môn CNPM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FA9BEC6-0D38-49E9-82CB-5C369677C9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B869A3F5-BE2D-49C2-83B5-2170677E0596}" type="slidenum">
              <a:rPr lang="en-US" altLang="vi-VN"/>
              <a:pPr/>
              <a:t>‹#›</a:t>
            </a:fld>
            <a:endParaRPr lang="en-US" altLang="vi-V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65C3DB1C-09DA-4EFB-9EF4-A729DEA8F5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45AEEF1E-4FFD-4807-BAFD-849745C6A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vi-VN" altLang="vi-VN" sz="2400" noProof="1">
                <a:latin typeface="Times New Roman" panose="02020603050405020304" pitchFamily="18" charset="0"/>
              </a:endParaRPr>
            </a:p>
          </p:txBody>
        </p:sp>
        <p:sp>
          <p:nvSpPr>
            <p:cNvPr id="1032" name="Rectangle 6">
              <a:extLst>
                <a:ext uri="{FF2B5EF4-FFF2-40B4-BE49-F238E27FC236}">
                  <a16:creationId xmlns:a16="http://schemas.microsoft.com/office/drawing/2014/main" id="{7121A476-F1A3-4B56-B480-AB53668B6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z="2400" noProof="1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7">
              <a:extLst>
                <a:ext uri="{FF2B5EF4-FFF2-40B4-BE49-F238E27FC236}">
                  <a16:creationId xmlns:a16="http://schemas.microsoft.com/office/drawing/2014/main" id="{E3BD1A35-33E2-49D6-82F9-B7658ADFA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noProof="1">
                <a:solidFill>
                  <a:schemeClr val="hlink"/>
                </a:solidFill>
              </a:endParaRPr>
            </a:p>
          </p:txBody>
        </p:sp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06D31EE9-6134-4E64-81C4-3083E1771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noProof="1">
                <a:solidFill>
                  <a:schemeClr val="hlink"/>
                </a:solidFill>
              </a:endParaRPr>
            </a:p>
          </p:txBody>
        </p:sp>
        <p:sp>
          <p:nvSpPr>
            <p:cNvPr id="1035" name="Rectangle 9">
              <a:extLst>
                <a:ext uri="{FF2B5EF4-FFF2-40B4-BE49-F238E27FC236}">
                  <a16:creationId xmlns:a16="http://schemas.microsoft.com/office/drawing/2014/main" id="{9EBA9D59-BBE3-46D7-A656-4AF391E27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noProof="1">
                <a:solidFill>
                  <a:schemeClr val="accent2"/>
                </a:solidFill>
              </a:endParaRPr>
            </a:p>
          </p:txBody>
        </p:sp>
        <p:sp>
          <p:nvSpPr>
            <p:cNvPr id="1036" name="Rectangle 10">
              <a:extLst>
                <a:ext uri="{FF2B5EF4-FFF2-40B4-BE49-F238E27FC236}">
                  <a16:creationId xmlns:a16="http://schemas.microsoft.com/office/drawing/2014/main" id="{CF582E8B-CC9F-42D2-B4C6-40B39B698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noProof="1">
                <a:solidFill>
                  <a:schemeClr val="hlink"/>
                </a:solidFill>
              </a:endParaRPr>
            </a:p>
          </p:txBody>
        </p:sp>
        <p:sp>
          <p:nvSpPr>
            <p:cNvPr id="1037" name="Rectangle 11">
              <a:extLst>
                <a:ext uri="{FF2B5EF4-FFF2-40B4-BE49-F238E27FC236}">
                  <a16:creationId xmlns:a16="http://schemas.microsoft.com/office/drawing/2014/main" id="{D555978D-005D-4EB5-B778-9A352F114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z="2400" noProof="1">
                <a:latin typeface="Times New Roman" panose="02020603050405020304" pitchFamily="18" charset="0"/>
              </a:endParaRPr>
            </a:p>
          </p:txBody>
        </p:sp>
        <p:sp>
          <p:nvSpPr>
            <p:cNvPr id="1038" name="Rectangle 12">
              <a:extLst>
                <a:ext uri="{FF2B5EF4-FFF2-40B4-BE49-F238E27FC236}">
                  <a16:creationId xmlns:a16="http://schemas.microsoft.com/office/drawing/2014/main" id="{66F878F8-0C9E-4CB0-A3C6-C06EB2950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noProof="1">
                <a:solidFill>
                  <a:schemeClr val="accent2"/>
                </a:solidFill>
              </a:endParaRPr>
            </a:p>
          </p:txBody>
        </p:sp>
        <p:sp>
          <p:nvSpPr>
            <p:cNvPr id="1039" name="Rectangle 13">
              <a:extLst>
                <a:ext uri="{FF2B5EF4-FFF2-40B4-BE49-F238E27FC236}">
                  <a16:creationId xmlns:a16="http://schemas.microsoft.com/office/drawing/2014/main" id="{26139442-1CFD-41CA-84AC-3C45A0AA3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noProof="1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66386989-B196-4785-AABD-8DF6D6187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A0C633F3-BC80-4207-BCF8-8DBA41292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vi-VN"/>
              <a:t>Click to edit Master text styles</a:t>
            </a:r>
          </a:p>
          <a:p>
            <a:pPr lvl="1"/>
            <a:r>
              <a:rPr lang="en-US" altLang="vi-VN"/>
              <a:t>Second level</a:t>
            </a:r>
          </a:p>
          <a:p>
            <a:pPr lvl="2"/>
            <a:r>
              <a:rPr lang="en-US" altLang="vi-VN"/>
              <a:t>Third level</a:t>
            </a:r>
          </a:p>
          <a:p>
            <a:pPr lvl="3"/>
            <a:r>
              <a:rPr lang="en-US" altLang="vi-VN"/>
              <a:t>Fourth level</a:t>
            </a:r>
          </a:p>
          <a:p>
            <a:pPr lvl="4"/>
            <a:r>
              <a:rPr lang="en-US" altLang="vi-V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1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A0B876-53E6-4560-9560-62FC04523B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1905000"/>
            <a:ext cx="6629400" cy="2209800"/>
          </a:xfrm>
        </p:spPr>
        <p:txBody>
          <a:bodyPr/>
          <a:lstStyle/>
          <a:p>
            <a:pPr eaLnBrk="1" hangingPunct="1"/>
            <a:r>
              <a:rPr lang="en-US" altLang="vi-VN" sz="4800" dirty="0" err="1"/>
              <a:t>Tìm</a:t>
            </a:r>
            <a:r>
              <a:rPr lang="en-US" altLang="vi-VN" sz="4800" dirty="0"/>
              <a:t> </a:t>
            </a:r>
            <a:r>
              <a:rPr lang="en-US" altLang="vi-VN" sz="4800" dirty="0" err="1"/>
              <a:t>kiếm</a:t>
            </a:r>
            <a:r>
              <a:rPr lang="en-US" altLang="vi-VN" sz="4800" dirty="0"/>
              <a:t> </a:t>
            </a:r>
            <a:r>
              <a:rPr lang="en-US" altLang="vi-VN" sz="4800" dirty="0" err="1"/>
              <a:t>cục</a:t>
            </a:r>
            <a:r>
              <a:rPr lang="en-US" altLang="vi-VN" sz="4800" dirty="0"/>
              <a:t> bộ</a:t>
            </a:r>
            <a:br>
              <a:rPr lang="en-US" altLang="vi-VN" sz="4800" dirty="0"/>
            </a:br>
            <a:r>
              <a:rPr lang="en-US" altLang="vi-VN" sz="3600" dirty="0"/>
              <a:t>Local search</a:t>
            </a:r>
            <a:endParaRPr lang="en-US" altLang="vi-VN" sz="4800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8C8011-C2F1-45F5-80A3-9FF61D1C7F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vi-VN" dirty="0" err="1"/>
              <a:t>Cơ</a:t>
            </a:r>
            <a:r>
              <a:rPr lang="en-US" altLang="vi-VN" dirty="0"/>
              <a:t> </a:t>
            </a:r>
            <a:r>
              <a:rPr lang="en-US" altLang="vi-VN" dirty="0" err="1"/>
              <a:t>sở</a:t>
            </a:r>
            <a:r>
              <a:rPr lang="en-US" altLang="vi-VN" dirty="0"/>
              <a:t> </a:t>
            </a:r>
            <a:r>
              <a:rPr lang="en-US" altLang="vi-VN" dirty="0" err="1"/>
              <a:t>Trí</a:t>
            </a:r>
            <a:r>
              <a:rPr lang="en-US" altLang="vi-VN" dirty="0"/>
              <a:t> </a:t>
            </a:r>
            <a:r>
              <a:rPr lang="en-US" altLang="vi-VN" dirty="0" err="1"/>
              <a:t>tuệ</a:t>
            </a:r>
            <a:r>
              <a:rPr lang="en-US" altLang="vi-VN" dirty="0"/>
              <a:t> </a:t>
            </a:r>
            <a:r>
              <a:rPr lang="en-US" altLang="vi-VN" dirty="0" err="1"/>
              <a:t>nhân</a:t>
            </a:r>
            <a:r>
              <a:rPr lang="en-US" altLang="vi-VN" dirty="0"/>
              <a:t> </a:t>
            </a:r>
            <a:r>
              <a:rPr lang="en-US" altLang="vi-VN" dirty="0" err="1"/>
              <a:t>tạo</a:t>
            </a:r>
            <a:endParaRPr lang="en-US" altLang="vi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225B-BC03-40C6-B8A0-B00D2969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89082-CD61-A333-C992-CCB0D0F9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cục</a:t>
            </a:r>
            <a:r>
              <a:rPr lang="en-US" sz="2800" dirty="0"/>
              <a:t> bộ</a:t>
            </a:r>
          </a:p>
          <a:p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cục</a:t>
            </a:r>
            <a:r>
              <a:rPr lang="en-US" sz="2800" dirty="0"/>
              <a:t> bộ</a:t>
            </a:r>
          </a:p>
          <a:p>
            <a:pPr lvl="1"/>
            <a:r>
              <a:rPr lang="en-US" sz="2400" dirty="0"/>
              <a:t>Hill climbing – </a:t>
            </a:r>
            <a:r>
              <a:rPr lang="en-US" sz="2400" dirty="0" err="1"/>
              <a:t>leo</a:t>
            </a:r>
            <a:r>
              <a:rPr lang="en-US" sz="2400" dirty="0"/>
              <a:t> </a:t>
            </a:r>
            <a:r>
              <a:rPr lang="en-US" sz="2400" dirty="0" err="1"/>
              <a:t>đồi</a:t>
            </a:r>
            <a:endParaRPr lang="en-US" sz="2400" dirty="0"/>
          </a:p>
          <a:p>
            <a:pPr lvl="1"/>
            <a:r>
              <a:rPr lang="fr-FR" altLang="en-US" sz="2400" dirty="0" err="1"/>
              <a:t>Simulated</a:t>
            </a:r>
            <a:r>
              <a:rPr lang="fr-FR" altLang="en-US" sz="2400" dirty="0"/>
              <a:t> </a:t>
            </a:r>
            <a:r>
              <a:rPr lang="fr-FR" altLang="en-US" sz="2400" dirty="0" err="1"/>
              <a:t>Annealing</a:t>
            </a:r>
            <a:r>
              <a:rPr lang="fr-FR" altLang="en-US" sz="2400" dirty="0"/>
              <a:t> –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phỏng</a:t>
            </a:r>
            <a:r>
              <a:rPr lang="en-US" sz="2400" dirty="0"/>
              <a:t> </a:t>
            </a:r>
            <a:r>
              <a:rPr lang="en-US" sz="2400" dirty="0" err="1"/>
              <a:t>tôi</a:t>
            </a:r>
            <a:r>
              <a:rPr lang="en-US" sz="2400" dirty="0"/>
              <a:t> </a:t>
            </a:r>
            <a:r>
              <a:rPr lang="en-US" sz="2400" dirty="0" err="1"/>
              <a:t>thép</a:t>
            </a:r>
            <a:endParaRPr lang="en-US" sz="2400" dirty="0"/>
          </a:p>
          <a:p>
            <a:pPr lvl="1"/>
            <a:r>
              <a:rPr lang="en-US" sz="2400" dirty="0"/>
              <a:t>Beam search</a:t>
            </a:r>
          </a:p>
          <a:p>
            <a:pPr lvl="1"/>
            <a:r>
              <a:rPr lang="en-US" sz="2400" dirty="0"/>
              <a:t>Tabu search</a:t>
            </a:r>
          </a:p>
          <a:p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di </a:t>
            </a:r>
            <a:r>
              <a:rPr lang="en-US" sz="2800" dirty="0" err="1"/>
              <a:t>truyền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9C433-6E59-EB0F-C916-140FB4AE1E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2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50596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1"/>
            <a:ext cx="7753350" cy="339447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err="1"/>
              <a:t>Đinh</a:t>
            </a:r>
            <a:r>
              <a:rPr lang="en-US" sz="2800" dirty="0"/>
              <a:t> </a:t>
            </a:r>
            <a:r>
              <a:rPr lang="en-US" sz="2800" dirty="0" err="1"/>
              <a:t>Mạnh</a:t>
            </a:r>
            <a:r>
              <a:rPr lang="en-US" sz="2800" dirty="0"/>
              <a:t> </a:t>
            </a:r>
            <a:r>
              <a:rPr lang="en-US" sz="2800" dirty="0" err="1"/>
              <a:t>Tường</a:t>
            </a:r>
            <a:r>
              <a:rPr lang="en-US" sz="2800" dirty="0"/>
              <a:t>, </a:t>
            </a:r>
            <a:r>
              <a:rPr lang="en-US" sz="2800" i="1" dirty="0" err="1"/>
              <a:t>Trí</a:t>
            </a:r>
            <a:r>
              <a:rPr lang="en-US" sz="2800" i="1" dirty="0"/>
              <a:t> </a:t>
            </a:r>
            <a:r>
              <a:rPr lang="en-US" sz="2800" i="1" dirty="0" err="1"/>
              <a:t>tuệ</a:t>
            </a:r>
            <a:r>
              <a:rPr lang="en-US" sz="2800" i="1" dirty="0"/>
              <a:t> </a:t>
            </a:r>
            <a:r>
              <a:rPr lang="en-US" sz="2800" i="1" dirty="0" err="1"/>
              <a:t>nhân</a:t>
            </a:r>
            <a:r>
              <a:rPr lang="en-US" sz="2800" i="1" dirty="0"/>
              <a:t> </a:t>
            </a:r>
            <a:r>
              <a:rPr lang="en-US" sz="2800" i="1" dirty="0" err="1"/>
              <a:t>tạo</a:t>
            </a:r>
            <a:r>
              <a:rPr lang="en-US" sz="2800" i="1" dirty="0"/>
              <a:t> – </a:t>
            </a:r>
            <a:r>
              <a:rPr lang="en-US" sz="2800" i="1" dirty="0" err="1"/>
              <a:t>Cách</a:t>
            </a:r>
            <a:r>
              <a:rPr lang="en-US" sz="2800" i="1" dirty="0"/>
              <a:t> </a:t>
            </a:r>
            <a:r>
              <a:rPr lang="en-US" sz="2800" i="1" dirty="0" err="1"/>
              <a:t>tiếp</a:t>
            </a:r>
            <a:r>
              <a:rPr lang="en-US" sz="2800" i="1" dirty="0"/>
              <a:t> </a:t>
            </a:r>
            <a:r>
              <a:rPr lang="en-US" sz="2800" i="1" dirty="0" err="1"/>
              <a:t>cận</a:t>
            </a:r>
            <a:r>
              <a:rPr lang="en-US" sz="2800" i="1" dirty="0"/>
              <a:t> </a:t>
            </a:r>
            <a:r>
              <a:rPr lang="en-US" sz="2800" i="1" dirty="0" err="1"/>
              <a:t>hiện</a:t>
            </a:r>
            <a:r>
              <a:rPr lang="en-US" sz="2800" i="1" dirty="0"/>
              <a:t> </a:t>
            </a:r>
            <a:r>
              <a:rPr lang="en-US" sz="2800" i="1" dirty="0" err="1"/>
              <a:t>đại</a:t>
            </a:r>
            <a:r>
              <a:rPr lang="en-US" sz="2800" i="1" dirty="0"/>
              <a:t>, NXB Khoa </a:t>
            </a:r>
            <a:r>
              <a:rPr lang="en-US" sz="2800" i="1" dirty="0" err="1"/>
              <a:t>học</a:t>
            </a:r>
            <a:r>
              <a:rPr lang="en-US" sz="2800" i="1" dirty="0"/>
              <a:t> </a:t>
            </a:r>
            <a:r>
              <a:rPr lang="en-US" sz="2800" i="1" dirty="0" err="1"/>
              <a:t>kỹ</a:t>
            </a:r>
            <a:r>
              <a:rPr lang="en-US" sz="2800" i="1" dirty="0"/>
              <a:t> </a:t>
            </a:r>
            <a:r>
              <a:rPr lang="en-US" sz="2800" i="1" dirty="0" err="1"/>
              <a:t>thuật</a:t>
            </a:r>
            <a:r>
              <a:rPr lang="en-US" sz="2800" i="1" dirty="0"/>
              <a:t>, 2024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/>
              <a:t>Chương</a:t>
            </a:r>
            <a:r>
              <a:rPr lang="en-US" sz="2400" dirty="0"/>
              <a:t> 5.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endParaRPr lang="en-US" sz="2400" dirty="0"/>
          </a:p>
          <a:p>
            <a:pPr marL="985787" lvl="3" indent="0" eaLnBrk="1" hangingPunct="1">
              <a:lnSpc>
                <a:spcPct val="80000"/>
              </a:lnSpc>
              <a:buNone/>
            </a:pPr>
            <a:endParaRPr lang="en-US" sz="1800" dirty="0"/>
          </a:p>
          <a:p>
            <a:pPr lvl="3"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r>
              <a:rPr lang="vi-VN" sz="2800" dirty="0" err="1"/>
              <a:t>Russell</a:t>
            </a:r>
            <a:r>
              <a:rPr lang="vi-VN" sz="2800" dirty="0"/>
              <a:t> &amp; </a:t>
            </a:r>
            <a:r>
              <a:rPr lang="vi-VN" sz="2800" dirty="0" err="1"/>
              <a:t>Norvig</a:t>
            </a:r>
            <a:r>
              <a:rPr lang="vi-VN" sz="2800" dirty="0"/>
              <a:t>, </a:t>
            </a:r>
            <a:r>
              <a:rPr lang="vi-VN" sz="2800" i="1" dirty="0"/>
              <a:t>AI: A </a:t>
            </a:r>
            <a:r>
              <a:rPr lang="vi-VN" sz="2800" i="1" dirty="0" err="1"/>
              <a:t>Modern</a:t>
            </a:r>
            <a:r>
              <a:rPr lang="vi-VN" sz="2800" i="1" dirty="0"/>
              <a:t> </a:t>
            </a:r>
            <a:r>
              <a:rPr lang="vi-VN" sz="2800" i="1" dirty="0" err="1"/>
              <a:t>Approach</a:t>
            </a:r>
            <a:r>
              <a:rPr lang="vi-VN" sz="2800" i="1" dirty="0"/>
              <a:t>, 4</a:t>
            </a:r>
            <a:r>
              <a:rPr lang="vi-VN" sz="2800" i="1" baseline="30000" dirty="0"/>
              <a:t>th</a:t>
            </a:r>
            <a:r>
              <a:rPr lang="vi-VN" sz="2800" i="1" dirty="0"/>
              <a:t> </a:t>
            </a:r>
            <a:r>
              <a:rPr lang="en-US" sz="2800" i="1" dirty="0"/>
              <a:t>ed.</a:t>
            </a:r>
            <a:r>
              <a:rPr lang="en-US" sz="2800" dirty="0"/>
              <a:t>, Pearson 2020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Chapter 4. Search in Complex Environments</a:t>
            </a: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lvl="1" eaLnBrk="1" hangingPunct="1">
              <a:lnSpc>
                <a:spcPct val="80000"/>
              </a:lnSpc>
            </a:pPr>
            <a:endParaRPr lang="vi-VN" sz="16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vi-VN" sz="20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69647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3439-6B2E-7248-2324-FB16876F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B875D-33EA-8B8E-BDA2-49B90B167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886200"/>
          </a:xfrm>
        </p:spPr>
        <p:txBody>
          <a:bodyPr/>
          <a:lstStyle/>
          <a:p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mù</a:t>
            </a:r>
            <a:r>
              <a:rPr lang="en-US" sz="2400" dirty="0"/>
              <a:t>: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bộ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endParaRPr lang="en-US" sz="2400" dirty="0"/>
          </a:p>
          <a:p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“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”: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endParaRPr lang="en-US" sz="2400" dirty="0"/>
          </a:p>
          <a:p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biên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, </a:t>
            </a:r>
            <a:r>
              <a:rPr lang="en-US" sz="2400" dirty="0" err="1"/>
              <a:t>đường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đích</a:t>
            </a:r>
            <a:endParaRPr lang="en-US" sz="2400" dirty="0"/>
          </a:p>
          <a:p>
            <a:r>
              <a:rPr lang="en-US" sz="2400" dirty="0"/>
              <a:t>Trong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,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endParaRPr lang="en-US" sz="2400" dirty="0"/>
          </a:p>
          <a:p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: </a:t>
            </a:r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rời</a:t>
            </a:r>
            <a:r>
              <a:rPr lang="en-US" sz="2400" dirty="0"/>
              <a:t> </a:t>
            </a:r>
            <a:r>
              <a:rPr lang="en-US" sz="2400" dirty="0" err="1"/>
              <a:t>rạc</a:t>
            </a:r>
            <a:r>
              <a:rPr lang="en-US" sz="2400" dirty="0"/>
              <a:t>,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,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đường</a:t>
            </a:r>
            <a:r>
              <a:rPr lang="en-US" sz="2400" dirty="0"/>
              <a:t> </a:t>
            </a:r>
            <a:r>
              <a:rPr lang="en-US" sz="2400" dirty="0" err="1"/>
              <a:t>dẫn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r>
              <a:rPr lang="en-US" sz="2400" dirty="0"/>
              <a:t> </a:t>
            </a:r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endParaRPr lang="en-US" sz="2400" dirty="0"/>
          </a:p>
          <a:p>
            <a:pPr lvl="1"/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N-queen, knapsack problem, TSP,…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6AE41-6AD8-59BD-E165-44213CA735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4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53259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77F9-8F44-BB4E-2C97-78C1E547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عنصر نائب لرقم الشريحة 7">
            <a:extLst>
              <a:ext uri="{FF2B5EF4-FFF2-40B4-BE49-F238E27FC236}">
                <a16:creationId xmlns:a16="http://schemas.microsoft.com/office/drawing/2014/main" id="{5E2AD138-3C83-3240-2C55-5F27C2CB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A5800C1-0DC2-4CD8-A8F0-D21646A2453E}" type="slidenum">
              <a:rPr lang="ar-SA" altLang="en-US"/>
              <a:pPr eaLnBrk="1" hangingPunct="1"/>
              <a:t>5</a:t>
            </a:fld>
            <a:endParaRPr lang="en-GB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0BA18C5-3CEF-CF50-4B57-E7A8B981E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14313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en-US" dirty="0"/>
              <a:t>Traveling Salesman Person</a:t>
            </a:r>
            <a:endParaRPr lang="en-GB" altLang="en-US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EFD823D-D621-2EDE-BCF0-5BC3228818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76200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Find the shortest Tour traversing all cities once.</a:t>
            </a:r>
            <a:endParaRPr lang="en-GB" altLang="en-US" sz="24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A Solution: Exhaustive Search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(Generate and Test) !!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The number of all tours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is about (n-1)!/2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If n = 36 the number is about: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566573983193072464833325668761600000000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Not Viable Approach !!</a:t>
            </a:r>
            <a:endParaRPr lang="en-GB" altLang="en-US" sz="2400" dirty="0"/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944B11EE-46FB-EF95-9568-71A74BF2CB70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6400" y="2286000"/>
            <a:ext cx="3505200" cy="2784475"/>
          </a:xfrm>
          <a:noFill/>
        </p:spPr>
      </p:pic>
    </p:spTree>
    <p:extLst>
      <p:ext uri="{BB962C8B-B14F-4D97-AF65-F5344CB8AC3E}">
        <p14:creationId xmlns:p14="http://schemas.microsoft.com/office/powerpoint/2010/main" val="277799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7F58-2C32-9790-9924-692FC3F0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6D57C-22E9-3238-B9F5-DC841A2D3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6</a:t>
            </a:fld>
            <a:endParaRPr lang="en-US" altLang="vi-VN"/>
          </a:p>
        </p:txBody>
      </p:sp>
      <p:pic>
        <p:nvPicPr>
          <p:cNvPr id="6" name="Picture 4" descr="hill-climbing-picture">
            <a:extLst>
              <a:ext uri="{FF2B5EF4-FFF2-40B4-BE49-F238E27FC236}">
                <a16:creationId xmlns:a16="http://schemas.microsoft.com/office/drawing/2014/main" id="{5E38E301-1BF8-2E9A-42A4-275173155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7622459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495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FC3A-D79F-44C6-5FD2-EFD557C6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-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45D29-ED85-2A8A-652E-3A5DD670F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dirty="0"/>
              <a:t>Ý </a:t>
            </a:r>
            <a:r>
              <a:rPr lang="en-US" sz="2800" dirty="0" err="1"/>
              <a:t>tưởng</a:t>
            </a:r>
            <a:r>
              <a:rPr lang="en-US" sz="2800" dirty="0"/>
              <a:t>: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,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tốt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 algn="ctr">
              <a:buNone/>
            </a:pPr>
            <a:r>
              <a:rPr lang="en-US" sz="2800" dirty="0" err="1"/>
              <a:t>Tiến</a:t>
            </a:r>
            <a:r>
              <a:rPr lang="en-US" sz="2800" dirty="0"/>
              <a:t> </a:t>
            </a:r>
            <a:r>
              <a:rPr lang="en-US" sz="2800" dirty="0" err="1"/>
              <a:t>dần</a:t>
            </a:r>
            <a:r>
              <a:rPr lang="en-US" sz="2800" dirty="0"/>
              <a:t>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tối</a:t>
            </a:r>
            <a:r>
              <a:rPr lang="en-US" sz="2800" dirty="0"/>
              <a:t> </a:t>
            </a:r>
            <a:r>
              <a:rPr lang="en-US" sz="2800" dirty="0" err="1"/>
              <a:t>ưu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CA293-BF91-11A7-3173-4119D098C9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7</a:t>
            </a:fld>
            <a:endParaRPr lang="en-US" altLang="vi-V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6F7DF6F-668F-17E4-F8A4-C0C0F00580F2}"/>
              </a:ext>
            </a:extLst>
          </p:cNvPr>
          <p:cNvSpPr/>
          <p:nvPr/>
        </p:nvSpPr>
        <p:spPr>
          <a:xfrm>
            <a:off x="4114800" y="3200400"/>
            <a:ext cx="6858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5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عنصر نائب لرقم الشريحة 7">
            <a:extLst>
              <a:ext uri="{FF2B5EF4-FFF2-40B4-BE49-F238E27FC236}">
                <a16:creationId xmlns:a16="http://schemas.microsoft.com/office/drawing/2014/main" id="{F307155D-790E-EE62-CD84-E2981751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DD0F9E6-E4A1-4142-9C22-EB48D8BCC53E}" type="slidenum">
              <a:rPr lang="ar-SA" altLang="en-US"/>
              <a:pPr eaLnBrk="1" hangingPunct="1"/>
              <a:t>8</a:t>
            </a:fld>
            <a:endParaRPr lang="en-GB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08638CC-51BB-2401-5883-9C7436A8A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99244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en-US" dirty="0"/>
              <a:t>Traveling Salesman Person</a:t>
            </a:r>
            <a:endParaRPr lang="en-GB" altLang="en-US" dirty="0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239F06F-57B4-94E8-B9B6-9128077092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620000" cy="4343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 Solution: Start from an initial solution and improve using local transformations.</a:t>
            </a:r>
          </a:p>
        </p:txBody>
      </p:sp>
      <p:grpSp>
        <p:nvGrpSpPr>
          <p:cNvPr id="10245" name="Group 10">
            <a:extLst>
              <a:ext uri="{FF2B5EF4-FFF2-40B4-BE49-F238E27FC236}">
                <a16:creationId xmlns:a16="http://schemas.microsoft.com/office/drawing/2014/main" id="{CF1984BB-B02C-863A-8BE5-45C1A2180B9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884488"/>
            <a:ext cx="8229600" cy="3440112"/>
            <a:chOff x="384" y="1847"/>
            <a:chExt cx="5184" cy="2167"/>
          </a:xfrm>
        </p:grpSpPr>
        <p:pic>
          <p:nvPicPr>
            <p:cNvPr id="10246" name="Picture 7">
              <a:extLst>
                <a:ext uri="{FF2B5EF4-FFF2-40B4-BE49-F238E27FC236}">
                  <a16:creationId xmlns:a16="http://schemas.microsoft.com/office/drawing/2014/main" id="{1559B7CB-C413-CBC2-9050-9D1FC63DB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112"/>
              <a:ext cx="2688" cy="1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7" name="Picture 8">
              <a:extLst>
                <a:ext uri="{FF2B5EF4-FFF2-40B4-BE49-F238E27FC236}">
                  <a16:creationId xmlns:a16="http://schemas.microsoft.com/office/drawing/2014/main" id="{8B55FC62-E425-98CD-237A-EF7949D33B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847"/>
              <a:ext cx="2400" cy="1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8" name="Picture 9">
              <a:extLst>
                <a:ext uri="{FF2B5EF4-FFF2-40B4-BE49-F238E27FC236}">
                  <a16:creationId xmlns:a16="http://schemas.microsoft.com/office/drawing/2014/main" id="{E02455E3-4530-5115-EF21-7403EB31ED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3792"/>
              <a:ext cx="10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عنصر نائب لرقم الشريحة 5">
            <a:extLst>
              <a:ext uri="{FF2B5EF4-FFF2-40B4-BE49-F238E27FC236}">
                <a16:creationId xmlns:a16="http://schemas.microsoft.com/office/drawing/2014/main" id="{3514E737-F9E8-CC02-B8B7-05B3A454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9</a:t>
            </a:fld>
            <a:endParaRPr lang="en-GB" altLang="en-US"/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2AA6210E-3829-2B72-2456-A06D504B6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sz="4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N-Queen </a:t>
            </a:r>
            <a:r>
              <a:rPr lang="fr-FR" sz="40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problem</a:t>
            </a:r>
            <a:endParaRPr lang="en-GB" sz="40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7412" name="Picture 4" descr="4queens-sequence">
            <a:extLst>
              <a:ext uri="{FF2B5EF4-FFF2-40B4-BE49-F238E27FC236}">
                <a16:creationId xmlns:a16="http://schemas.microsoft.com/office/drawing/2014/main" id="{779D4528-0DBB-62A1-A0C4-7DC272EE21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3352800"/>
            <a:ext cx="7239000" cy="1804988"/>
          </a:xfrm>
          <a:noFill/>
        </p:spPr>
      </p:pic>
      <p:sp>
        <p:nvSpPr>
          <p:cNvPr id="17413" name="Text Box 6">
            <a:extLst>
              <a:ext uri="{FF2B5EF4-FFF2-40B4-BE49-F238E27FC236}">
                <a16:creationId xmlns:a16="http://schemas.microsoft.com/office/drawing/2014/main" id="{57A6A64D-D250-8340-17C3-8C9296D75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57400"/>
            <a:ext cx="68580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/>
              <a:t> Put N Queens on an </a:t>
            </a:r>
            <a:r>
              <a:rPr lang="en-US" altLang="en-US" sz="2400" i="1" dirty="0"/>
              <a:t>n × n</a:t>
            </a:r>
            <a:r>
              <a:rPr lang="en-US" altLang="en-US" sz="2400" dirty="0"/>
              <a:t> board with no two queens on the same row, column, or diagonal</a:t>
            </a:r>
          </a:p>
          <a:p>
            <a:pPr eaLnBrk="1" hangingPunct="1">
              <a:spcBef>
                <a:spcPct val="50000"/>
              </a:spcBef>
            </a:pPr>
            <a:endParaRPr lang="en-GB" altLang="en-US" sz="2400" dirty="0"/>
          </a:p>
        </p:txBody>
      </p:sp>
      <p:sp>
        <p:nvSpPr>
          <p:cNvPr id="17414" name="Text Box 7">
            <a:extLst>
              <a:ext uri="{FF2B5EF4-FFF2-40B4-BE49-F238E27FC236}">
                <a16:creationId xmlns:a16="http://schemas.microsoft.com/office/drawing/2014/main" id="{4C4BD6E0-D218-E5DE-BC43-F349CC15C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321300"/>
            <a:ext cx="7620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b="1"/>
              <a:t>Initial state … Improve it … using local transformations  (perturbations)</a:t>
            </a:r>
            <a:endParaRPr lang="en-GB" altLang="en-US" sz="16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4491" b="7973"/>
          <a:stretch/>
        </p:blipFill>
        <p:spPr bwMode="auto">
          <a:xfrm>
            <a:off x="5562600" y="1524000"/>
            <a:ext cx="3493450" cy="2262455"/>
          </a:xfrm>
          <a:prstGeom prst="rect">
            <a:avLst/>
          </a:prstGeom>
          <a:noFill/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40832"/>
          </a:xfrm>
        </p:spPr>
        <p:txBody>
          <a:bodyPr/>
          <a:lstStyle/>
          <a:p>
            <a:pPr eaLnBrk="1" hangingPunct="1"/>
            <a:r>
              <a:rPr lang="en-US" sz="3600" dirty="0"/>
              <a:t>Hill Climbing (Greedy Local Search)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67823" y="1562100"/>
            <a:ext cx="5448299" cy="2857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Simple, general idea: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Start wherever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Repeat: move to the best “neighboring” state (successor state)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If no neighbors better than current, quit</a:t>
            </a:r>
          </a:p>
          <a:p>
            <a:pPr eaLnBrk="1" hangingPunct="1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911084" y="3364468"/>
            <a:ext cx="1298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Complete?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086" y="3745468"/>
            <a:ext cx="11193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Optimal?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6693" y="3364468"/>
            <a:ext cx="636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No!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36693" y="3745468"/>
            <a:ext cx="797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No!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382AA70-2848-B964-BFF4-D9A27389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5" y="4191000"/>
            <a:ext cx="7886700" cy="205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4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1565-9A38-8C81-B527-CD40166C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عنصر نائب لرقم الشريحة 7">
            <a:extLst>
              <a:ext uri="{FF2B5EF4-FFF2-40B4-BE49-F238E27FC236}">
                <a16:creationId xmlns:a16="http://schemas.microsoft.com/office/drawing/2014/main" id="{1ACCACA0-B68E-C2F2-2D7B-6BBE8D63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DD0F9E6-E4A1-4142-9C22-EB48D8BCC53E}" type="slidenum">
              <a:rPr lang="ar-SA" altLang="en-US"/>
              <a:pPr eaLnBrk="1" hangingPunct="1"/>
              <a:t>11</a:t>
            </a:fld>
            <a:endParaRPr lang="en-GB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2D62C39-1448-FAB8-B861-545CAFBB7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99244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TSP: Neighborhood</a:t>
            </a:r>
            <a:endParaRPr lang="en-GB" altLang="en-US" sz="4000" dirty="0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B1CE780-103A-F0C5-92B6-233E5D0801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620000" cy="43434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lời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lời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cận</a:t>
            </a:r>
            <a:endParaRPr lang="en-US" altLang="en-US" sz="2800" dirty="0"/>
          </a:p>
        </p:txBody>
      </p:sp>
      <p:grpSp>
        <p:nvGrpSpPr>
          <p:cNvPr id="10245" name="Group 10">
            <a:extLst>
              <a:ext uri="{FF2B5EF4-FFF2-40B4-BE49-F238E27FC236}">
                <a16:creationId xmlns:a16="http://schemas.microsoft.com/office/drawing/2014/main" id="{CD375041-C530-33A4-1C1B-0CB0E6E5DA5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884488"/>
            <a:ext cx="8229600" cy="3440112"/>
            <a:chOff x="384" y="1847"/>
            <a:chExt cx="5184" cy="2167"/>
          </a:xfrm>
        </p:grpSpPr>
        <p:pic>
          <p:nvPicPr>
            <p:cNvPr id="10246" name="Picture 7">
              <a:extLst>
                <a:ext uri="{FF2B5EF4-FFF2-40B4-BE49-F238E27FC236}">
                  <a16:creationId xmlns:a16="http://schemas.microsoft.com/office/drawing/2014/main" id="{422C1F06-9227-6506-D32C-462AF5A97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112"/>
              <a:ext cx="2688" cy="1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7" name="Picture 8">
              <a:extLst>
                <a:ext uri="{FF2B5EF4-FFF2-40B4-BE49-F238E27FC236}">
                  <a16:creationId xmlns:a16="http://schemas.microsoft.com/office/drawing/2014/main" id="{420E64D5-DCE2-A226-827B-E501D65E51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847"/>
              <a:ext cx="2400" cy="1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8" name="Picture 9">
              <a:extLst>
                <a:ext uri="{FF2B5EF4-FFF2-40B4-BE49-F238E27FC236}">
                  <a16:creationId xmlns:a16="http://schemas.microsoft.com/office/drawing/2014/main" id="{1421200E-BB69-0DB2-48A0-CE3CF4834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3792"/>
              <a:ext cx="102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81864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3AC60-9E53-6AF1-AD73-A116E376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عنصر نائب لرقم الشريحة 5">
            <a:extLst>
              <a:ext uri="{FF2B5EF4-FFF2-40B4-BE49-F238E27FC236}">
                <a16:creationId xmlns:a16="http://schemas.microsoft.com/office/drawing/2014/main" id="{F560CB4C-8AB6-F067-882A-1971C89B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</a:t>
            </a:fld>
            <a:endParaRPr lang="en-GB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8403520-31FE-5CD0-22FA-28623762D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762000"/>
            <a:ext cx="7772400" cy="874713"/>
          </a:xfrm>
        </p:spPr>
        <p:txBody>
          <a:bodyPr/>
          <a:lstStyle/>
          <a:p>
            <a:pPr eaLnBrk="1" hangingPunct="1"/>
            <a:r>
              <a:rPr lang="en-GB" altLang="en-US" sz="4000"/>
              <a:t> 2-opt mutation for TSP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D48E7B13-4B84-47A5-BC1F-0EC33186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1336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6CD685A8-0B64-2C8E-8F54-DFB84292D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6529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B1DE9215-EA8B-C41D-EE79-B6C9DD880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893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090FC69D-7646-A220-EF4F-3F8414A1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8608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3012DE1E-BDDE-9474-7276-BE61426AC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73" name="Rectangle 8">
            <a:extLst>
              <a:ext uri="{FF2B5EF4-FFF2-40B4-BE49-F238E27FC236}">
                <a16:creationId xmlns:a16="http://schemas.microsoft.com/office/drawing/2014/main" id="{4170053A-4AEB-36D0-BA93-DF4118789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209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74" name="Rectangle 9">
            <a:extLst>
              <a:ext uri="{FF2B5EF4-FFF2-40B4-BE49-F238E27FC236}">
                <a16:creationId xmlns:a16="http://schemas.microsoft.com/office/drawing/2014/main" id="{86160536-7241-FF44-62A1-72FCD60C2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8527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275" name="Line 10">
            <a:extLst>
              <a:ext uri="{FF2B5EF4-FFF2-40B4-BE49-F238E27FC236}">
                <a16:creationId xmlns:a16="http://schemas.microsoft.com/office/drawing/2014/main" id="{5D6BC415-1832-54AF-E6C7-AF29255D9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276475"/>
            <a:ext cx="194468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1">
            <a:extLst>
              <a:ext uri="{FF2B5EF4-FFF2-40B4-BE49-F238E27FC236}">
                <a16:creationId xmlns:a16="http://schemas.microsoft.com/office/drawing/2014/main" id="{E09E61CB-3ACC-2577-89A6-338914711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2420938"/>
            <a:ext cx="142875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2">
            <a:extLst>
              <a:ext uri="{FF2B5EF4-FFF2-40B4-BE49-F238E27FC236}">
                <a16:creationId xmlns:a16="http://schemas.microsoft.com/office/drawing/2014/main" id="{E9695022-B2FF-25A3-AEC6-874FDCD4F2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3716338"/>
            <a:ext cx="13684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3">
            <a:extLst>
              <a:ext uri="{FF2B5EF4-FFF2-40B4-BE49-F238E27FC236}">
                <a16:creationId xmlns:a16="http://schemas.microsoft.com/office/drawing/2014/main" id="{094B1DF6-7509-AE0D-AEB7-B112E751C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644900"/>
            <a:ext cx="15128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Line 14">
            <a:extLst>
              <a:ext uri="{FF2B5EF4-FFF2-40B4-BE49-F238E27FC236}">
                <a16:creationId xmlns:a16="http://schemas.microsoft.com/office/drawing/2014/main" id="{398C358A-8BDF-788B-54FB-92A7667B35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7900" y="30686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15">
            <a:extLst>
              <a:ext uri="{FF2B5EF4-FFF2-40B4-BE49-F238E27FC236}">
                <a16:creationId xmlns:a16="http://schemas.microsoft.com/office/drawing/2014/main" id="{F8DD43AE-BAEA-DAFB-D235-E78030500C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2708275"/>
            <a:ext cx="720725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Line 16">
            <a:extLst>
              <a:ext uri="{FF2B5EF4-FFF2-40B4-BE49-F238E27FC236}">
                <a16:creationId xmlns:a16="http://schemas.microsoft.com/office/drawing/2014/main" id="{FF3DC6A8-F4C4-E637-CB4E-6C815B664A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775" y="2997200"/>
            <a:ext cx="2879725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2" name="Text Box 17">
            <a:extLst>
              <a:ext uri="{FF2B5EF4-FFF2-40B4-BE49-F238E27FC236}">
                <a16:creationId xmlns:a16="http://schemas.microsoft.com/office/drawing/2014/main" id="{7C6ED0A7-F751-5C85-E4FF-2103AD822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5610225"/>
            <a:ext cx="3703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Times New Roman" panose="02020603050405020304" pitchFamily="18" charset="0"/>
              </a:rPr>
              <a:t>Choose two edges at random</a:t>
            </a:r>
          </a:p>
        </p:txBody>
      </p:sp>
    </p:spTree>
    <p:extLst>
      <p:ext uri="{BB962C8B-B14F-4D97-AF65-F5344CB8AC3E}">
        <p14:creationId xmlns:p14="http://schemas.microsoft.com/office/powerpoint/2010/main" val="3540880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7DFA-E0E9-E37B-46DF-18595EEF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عنصر نائب لرقم الشريحة 5">
            <a:extLst>
              <a:ext uri="{FF2B5EF4-FFF2-40B4-BE49-F238E27FC236}">
                <a16:creationId xmlns:a16="http://schemas.microsoft.com/office/drawing/2014/main" id="{947401EC-8753-FC62-B77B-3AE3CFA6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13</a:t>
            </a:fld>
            <a:endParaRPr lang="en-GB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A7628704-68F3-06CB-D70D-0FE22BD16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7772400" cy="874712"/>
          </a:xfrm>
        </p:spPr>
        <p:txBody>
          <a:bodyPr/>
          <a:lstStyle/>
          <a:p>
            <a:pPr eaLnBrk="1" hangingPunct="1"/>
            <a:r>
              <a:rPr lang="en-GB" altLang="en-US" sz="4000"/>
              <a:t> 2-opt mutation for TSP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C8DB6CD-C8DB-8C03-C248-CE827748A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1336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486D2611-4948-C38B-8EAD-303DC3EE8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6529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EDE5928B-61F7-6721-51A1-DF6582AC9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893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2E0A844E-C116-7F4B-E1BA-587B3185D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8608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5C4407F2-50FC-540D-8E5B-28E42451D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68133487-6B68-FB7E-5C4D-E80D92F95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209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8" name="Rectangle 9">
            <a:extLst>
              <a:ext uri="{FF2B5EF4-FFF2-40B4-BE49-F238E27FC236}">
                <a16:creationId xmlns:a16="http://schemas.microsoft.com/office/drawing/2014/main" id="{E864A7D0-5883-E8FF-9073-81CDB9D5D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8527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432997F9-9585-A201-555B-9A3B143FA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276475"/>
            <a:ext cx="194468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1">
            <a:extLst>
              <a:ext uri="{FF2B5EF4-FFF2-40B4-BE49-F238E27FC236}">
                <a16:creationId xmlns:a16="http://schemas.microsoft.com/office/drawing/2014/main" id="{15D6B318-0901-880E-B40A-2CBCF794B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2420938"/>
            <a:ext cx="142875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2">
            <a:extLst>
              <a:ext uri="{FF2B5EF4-FFF2-40B4-BE49-F238E27FC236}">
                <a16:creationId xmlns:a16="http://schemas.microsoft.com/office/drawing/2014/main" id="{FDBBE240-9E18-47F4-32CA-EC8882E0CB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3716338"/>
            <a:ext cx="1368425" cy="360362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13">
            <a:extLst>
              <a:ext uri="{FF2B5EF4-FFF2-40B4-BE49-F238E27FC236}">
                <a16:creationId xmlns:a16="http://schemas.microsoft.com/office/drawing/2014/main" id="{C8ACDF1D-E1A5-5F6D-7B7C-808CA69D4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644900"/>
            <a:ext cx="15128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Line 14">
            <a:extLst>
              <a:ext uri="{FF2B5EF4-FFF2-40B4-BE49-F238E27FC236}">
                <a16:creationId xmlns:a16="http://schemas.microsoft.com/office/drawing/2014/main" id="{A6A6E91A-ECEF-2DE8-A172-38B78DED7D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7900" y="30686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15">
            <a:extLst>
              <a:ext uri="{FF2B5EF4-FFF2-40B4-BE49-F238E27FC236}">
                <a16:creationId xmlns:a16="http://schemas.microsoft.com/office/drawing/2014/main" id="{5158002B-5AA3-9A4E-E5F5-67473863A5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2708275"/>
            <a:ext cx="720725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Line 16">
            <a:extLst>
              <a:ext uri="{FF2B5EF4-FFF2-40B4-BE49-F238E27FC236}">
                <a16:creationId xmlns:a16="http://schemas.microsoft.com/office/drawing/2014/main" id="{07F4C08D-0DC8-2C62-3341-C0EFC00FDE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775" y="2997200"/>
            <a:ext cx="2879725" cy="18002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6" name="Text Box 17">
            <a:extLst>
              <a:ext uri="{FF2B5EF4-FFF2-40B4-BE49-F238E27FC236}">
                <a16:creationId xmlns:a16="http://schemas.microsoft.com/office/drawing/2014/main" id="{C78B5CE3-C3CA-7A52-F355-845CC7285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5610225"/>
            <a:ext cx="3703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Times New Roman" panose="02020603050405020304" pitchFamily="18" charset="0"/>
              </a:rPr>
              <a:t>Choose two edges at random</a:t>
            </a:r>
          </a:p>
        </p:txBody>
      </p:sp>
    </p:spTree>
    <p:extLst>
      <p:ext uri="{BB962C8B-B14F-4D97-AF65-F5344CB8AC3E}">
        <p14:creationId xmlns:p14="http://schemas.microsoft.com/office/powerpoint/2010/main" val="1930778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1348-181E-E95F-6B3E-955AB6E7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عنصر نائب لرقم الشريحة 5">
            <a:extLst>
              <a:ext uri="{FF2B5EF4-FFF2-40B4-BE49-F238E27FC236}">
                <a16:creationId xmlns:a16="http://schemas.microsoft.com/office/drawing/2014/main" id="{8E0C12C8-E747-D39E-F4F0-CC5EDFC7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14</a:t>
            </a:fld>
            <a:endParaRPr lang="en-GB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E7A3E9B-1B9C-A6BD-CDB9-B18C60947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7772400" cy="874712"/>
          </a:xfrm>
        </p:spPr>
        <p:txBody>
          <a:bodyPr/>
          <a:lstStyle/>
          <a:p>
            <a:pPr eaLnBrk="1" hangingPunct="1"/>
            <a:r>
              <a:rPr lang="en-GB" altLang="en-US" sz="4000"/>
              <a:t> 2-opt mutation for TSP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251E120-B770-916A-FF40-C5F9DC9CF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1336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EBB410D7-C2DA-E2FF-E3D9-05B8F19CA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6529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9A8448A7-2707-ABD5-A4C2-6CACA8C43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893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4D33EE80-82F6-082A-48E1-0CE43165B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8608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77B1D0D9-11EC-BF4F-0E71-115503F50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8C1F6A6A-4907-EC1D-F48C-76E81C822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209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22" name="Rectangle 9">
            <a:extLst>
              <a:ext uri="{FF2B5EF4-FFF2-40B4-BE49-F238E27FC236}">
                <a16:creationId xmlns:a16="http://schemas.microsoft.com/office/drawing/2014/main" id="{36512629-A9C6-4C39-2111-C533A2277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8527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E9A403A8-3A18-A17E-9350-0529810D8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276475"/>
            <a:ext cx="194468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1">
            <a:extLst>
              <a:ext uri="{FF2B5EF4-FFF2-40B4-BE49-F238E27FC236}">
                <a16:creationId xmlns:a16="http://schemas.microsoft.com/office/drawing/2014/main" id="{7B26ED11-A1EC-F750-06DD-55E3BFFFC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2420938"/>
            <a:ext cx="142875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12">
            <a:extLst>
              <a:ext uri="{FF2B5EF4-FFF2-40B4-BE49-F238E27FC236}">
                <a16:creationId xmlns:a16="http://schemas.microsoft.com/office/drawing/2014/main" id="{94F9719A-D827-4F2C-E5FE-3BFD33D32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644900"/>
            <a:ext cx="15128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Line 13">
            <a:extLst>
              <a:ext uri="{FF2B5EF4-FFF2-40B4-BE49-F238E27FC236}">
                <a16:creationId xmlns:a16="http://schemas.microsoft.com/office/drawing/2014/main" id="{F16B0F96-E0EB-7E88-52C5-AC48C8F042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7900" y="30686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Line 14">
            <a:extLst>
              <a:ext uri="{FF2B5EF4-FFF2-40B4-BE49-F238E27FC236}">
                <a16:creationId xmlns:a16="http://schemas.microsoft.com/office/drawing/2014/main" id="{4DA78A79-FB85-43FB-A89C-188E89FB15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2708275"/>
            <a:ext cx="720725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Text Box 15">
            <a:extLst>
              <a:ext uri="{FF2B5EF4-FFF2-40B4-BE49-F238E27FC236}">
                <a16:creationId xmlns:a16="http://schemas.microsoft.com/office/drawing/2014/main" id="{7F822348-5B96-7B87-B211-4F1DF8510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5610225"/>
            <a:ext cx="188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Times New Roman" panose="02020603050405020304" pitchFamily="18" charset="0"/>
              </a:rPr>
              <a:t>Remove them</a:t>
            </a:r>
          </a:p>
        </p:txBody>
      </p:sp>
    </p:spTree>
    <p:extLst>
      <p:ext uri="{BB962C8B-B14F-4D97-AF65-F5344CB8AC3E}">
        <p14:creationId xmlns:p14="http://schemas.microsoft.com/office/powerpoint/2010/main" val="4030297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2EFE-3D75-B95F-F73D-2BC42569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عنصر نائب لرقم الشريحة 5">
            <a:extLst>
              <a:ext uri="{FF2B5EF4-FFF2-40B4-BE49-F238E27FC236}">
                <a16:creationId xmlns:a16="http://schemas.microsoft.com/office/drawing/2014/main" id="{AD478BDC-CAB5-2FA2-64D3-8A69328B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15</a:t>
            </a:fld>
            <a:endParaRPr lang="en-GB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3A06E24-4F09-EB95-2CB4-7CFD3E672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7772400" cy="874712"/>
          </a:xfrm>
        </p:spPr>
        <p:txBody>
          <a:bodyPr/>
          <a:lstStyle/>
          <a:p>
            <a:pPr eaLnBrk="1" hangingPunct="1"/>
            <a:r>
              <a:rPr lang="en-GB" altLang="en-US" sz="4000"/>
              <a:t> 2-opt mutation for TSP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9BFA09A0-4E38-4AF9-21AD-CBC19C91B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1336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0A21C396-00AA-49DE-F26D-BED5BA786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6529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CADDD6C7-2880-F738-B7A9-FF08290FF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89363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4A9445CB-E147-F2DB-122C-DB5A54070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860800"/>
            <a:ext cx="2889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41DFC0E0-9995-86A0-D165-844985F9F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796AFD29-B1B5-5193-7381-1EE4C5034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209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6" name="Rectangle 9">
            <a:extLst>
              <a:ext uri="{FF2B5EF4-FFF2-40B4-BE49-F238E27FC236}">
                <a16:creationId xmlns:a16="http://schemas.microsoft.com/office/drawing/2014/main" id="{685B4ECB-32D1-B6EA-4925-BD8E95AD6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852738"/>
            <a:ext cx="2889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4347" name="Line 10">
            <a:extLst>
              <a:ext uri="{FF2B5EF4-FFF2-40B4-BE49-F238E27FC236}">
                <a16:creationId xmlns:a16="http://schemas.microsoft.com/office/drawing/2014/main" id="{CCB1F473-72AF-BB1F-F82D-B413D5837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276475"/>
            <a:ext cx="194468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Line 11">
            <a:extLst>
              <a:ext uri="{FF2B5EF4-FFF2-40B4-BE49-F238E27FC236}">
                <a16:creationId xmlns:a16="http://schemas.microsoft.com/office/drawing/2014/main" id="{BF7F6228-16BB-F3B9-56AA-D7D7D64CA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2420938"/>
            <a:ext cx="142875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Line 12">
            <a:extLst>
              <a:ext uri="{FF2B5EF4-FFF2-40B4-BE49-F238E27FC236}">
                <a16:creationId xmlns:a16="http://schemas.microsoft.com/office/drawing/2014/main" id="{02D12E5B-4ABE-166E-8214-884287534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644900"/>
            <a:ext cx="1512888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Line 13">
            <a:extLst>
              <a:ext uri="{FF2B5EF4-FFF2-40B4-BE49-F238E27FC236}">
                <a16:creationId xmlns:a16="http://schemas.microsoft.com/office/drawing/2014/main" id="{BA6CA8A7-0DD0-CED7-C106-CFEDE4282A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7900" y="3068638"/>
            <a:ext cx="100806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Line 14">
            <a:extLst>
              <a:ext uri="{FF2B5EF4-FFF2-40B4-BE49-F238E27FC236}">
                <a16:creationId xmlns:a16="http://schemas.microsoft.com/office/drawing/2014/main" id="{2240956A-78B8-97A3-A775-C58C8BD880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2708275"/>
            <a:ext cx="720725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Text Box 15">
            <a:extLst>
              <a:ext uri="{FF2B5EF4-FFF2-40B4-BE49-F238E27FC236}">
                <a16:creationId xmlns:a16="http://schemas.microsoft.com/office/drawing/2014/main" id="{45DB7927-86B5-ACD6-2A58-2DBFBAF48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5610225"/>
            <a:ext cx="7929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Times New Roman" panose="02020603050405020304" pitchFamily="18" charset="0"/>
              </a:rPr>
              <a:t>Reconnect in a different way  (there is only one valid new way)</a:t>
            </a:r>
          </a:p>
        </p:txBody>
      </p:sp>
      <p:sp>
        <p:nvSpPr>
          <p:cNvPr id="14353" name="Line 16">
            <a:extLst>
              <a:ext uri="{FF2B5EF4-FFF2-40B4-BE49-F238E27FC236}">
                <a16:creationId xmlns:a16="http://schemas.microsoft.com/office/drawing/2014/main" id="{A70E0567-8423-6D41-66B0-10ECDD364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7313" y="3716338"/>
            <a:ext cx="2159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7">
            <a:extLst>
              <a:ext uri="{FF2B5EF4-FFF2-40B4-BE49-F238E27FC236}">
                <a16:creationId xmlns:a16="http://schemas.microsoft.com/office/drawing/2014/main" id="{2E418444-337F-0321-5878-5D45042ADB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3068638"/>
            <a:ext cx="4176713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69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عنصر نائب لرقم الشريحة 6">
            <a:extLst>
              <a:ext uri="{FF2B5EF4-FFF2-40B4-BE49-F238E27FC236}">
                <a16:creationId xmlns:a16="http://schemas.microsoft.com/office/drawing/2014/main" id="{2D9AEDD5-AF8F-7499-E6BC-F27CB3ED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B417EFF-1D94-43C5-A066-A3DF384B453C}" type="slidenum">
              <a:rPr lang="ar-SA" altLang="en-US"/>
              <a:pPr eaLnBrk="1" hangingPunct="1"/>
              <a:t>16</a:t>
            </a:fld>
            <a:endParaRPr lang="en-GB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9B01454-35EE-D3B8-4762-40D303B82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8963" y="152400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Hill Climbing: Neighborhood</a:t>
            </a:r>
            <a:endParaRPr lang="en-GB" altLang="en-US" sz="4000" dirty="0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A19692E-9E7C-FCD7-6CBC-B1CE35976DC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8963" y="1447800"/>
            <a:ext cx="7580313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Consider the 8-queen problem:</a:t>
            </a:r>
          </a:p>
          <a:p>
            <a:pPr lvl="2" eaLnBrk="1" hangingPunct="1">
              <a:lnSpc>
                <a:spcPct val="80000"/>
              </a:lnSpc>
              <a:buNone/>
            </a:pPr>
            <a:endParaRPr lang="en-US" altLang="en-US" sz="105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neighborhood of a state is all states generated by moving a single queen to another square in the same column (</a:t>
            </a:r>
            <a:r>
              <a:rPr lang="en-US" altLang="en-US" sz="2000" dirty="0">
                <a:solidFill>
                  <a:schemeClr val="hlink"/>
                </a:solidFill>
              </a:rPr>
              <a:t>8*7 = 56 next states</a:t>
            </a:r>
            <a:r>
              <a:rPr lang="en-US" altLang="en-US" sz="2000" dirty="0"/>
              <a:t>)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 sz="105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objective function h(s) = number of queens that attack each other in state s.</a:t>
            </a:r>
            <a:endParaRPr lang="en-GB" altLang="en-US" sz="2000" dirty="0"/>
          </a:p>
        </p:txBody>
      </p:sp>
      <p:pic>
        <p:nvPicPr>
          <p:cNvPr id="24581" name="Picture 4" descr="8queens-heuristic">
            <a:extLst>
              <a:ext uri="{FF2B5EF4-FFF2-40B4-BE49-F238E27FC236}">
                <a16:creationId xmlns:a16="http://schemas.microsoft.com/office/drawing/2014/main" id="{E3E84494-CB4A-DC0E-857D-35EACFE7BA6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3778250"/>
            <a:ext cx="5486400" cy="2317750"/>
          </a:xfrm>
          <a:noFill/>
        </p:spPr>
      </p:pic>
      <p:sp>
        <p:nvSpPr>
          <p:cNvPr id="24582" name="Text Box 6">
            <a:extLst>
              <a:ext uri="{FF2B5EF4-FFF2-40B4-BE49-F238E27FC236}">
                <a16:creationId xmlns:a16="http://schemas.microsoft.com/office/drawing/2014/main" id="{46695D7B-2A9A-35F9-B283-E58D262B1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601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b="1"/>
              <a:t>h(s) = 17 best next is 12	    h(s)=1 [local minima]</a:t>
            </a:r>
            <a:endParaRPr lang="en-GB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عنصر نائب لرقم الشريحة 7">
            <a:extLst>
              <a:ext uri="{FF2B5EF4-FFF2-40B4-BE49-F238E27FC236}">
                <a16:creationId xmlns:a16="http://schemas.microsoft.com/office/drawing/2014/main" id="{23201C7D-771D-0FF6-9059-5FC7D075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7A6BB2-4C50-4792-B6B3-880FB459955A}" type="slidenum">
              <a:rPr lang="ar-SA" altLang="en-US"/>
              <a:pPr eaLnBrk="1" hangingPunct="1"/>
              <a:t>17</a:t>
            </a:fld>
            <a:endParaRPr lang="en-GB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AF6960CD-B77F-1777-DD9F-5344AF080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363" y="161365"/>
            <a:ext cx="7793037" cy="1462087"/>
          </a:xfrm>
        </p:spPr>
        <p:txBody>
          <a:bodyPr/>
          <a:lstStyle/>
          <a:p>
            <a:pPr eaLnBrk="1" hangingPunct="1">
              <a:defRPr/>
            </a:pPr>
            <a:r>
              <a:rPr lang="fr-FR" sz="32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Hill </a:t>
            </a:r>
            <a:r>
              <a:rPr lang="fr-FR" sz="3200" i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Climbing</a:t>
            </a:r>
            <a:r>
              <a:rPr lang="fr-FR" sz="32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Drawbacks</a:t>
            </a:r>
            <a:endParaRPr lang="en-US" sz="3200" i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56D5708F-1444-7AF1-E55D-33C4FA82AC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447800"/>
            <a:ext cx="6894512" cy="1182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400" dirty="0" err="1">
                <a:ea typeface="Gulim" panose="020B0600000101010101" pitchFamily="34" charset="-127"/>
              </a:rPr>
              <a:t>Cực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trị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địa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phương</a:t>
            </a:r>
            <a:r>
              <a:rPr lang="en-US" altLang="ko-KR" sz="2400" dirty="0">
                <a:ea typeface="Gulim" panose="020B0600000101010101" pitchFamily="34" charset="-127"/>
              </a:rPr>
              <a:t>: </a:t>
            </a:r>
            <a:r>
              <a:rPr lang="en-US" altLang="en-US" sz="2400" dirty="0" err="1"/>
              <a:t>tìm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kiếm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cục</a:t>
            </a:r>
            <a:r>
              <a:rPr lang="en-US" altLang="en-US" sz="2400" dirty="0"/>
              <a:t> bộ </a:t>
            </a:r>
            <a:r>
              <a:rPr lang="en-US" altLang="en-US" sz="2400" dirty="0" err="1"/>
              <a:t>hội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tụ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đến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cực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trị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địa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phương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tìm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lời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giải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ưu</a:t>
            </a:r>
            <a:endParaRPr lang="en-GB" altLang="en-US" sz="2400" dirty="0"/>
          </a:p>
        </p:txBody>
      </p:sp>
      <p:pic>
        <p:nvPicPr>
          <p:cNvPr id="1030" name="Picture 5" descr="8queens-local-minimum">
            <a:extLst>
              <a:ext uri="{FF2B5EF4-FFF2-40B4-BE49-F238E27FC236}">
                <a16:creationId xmlns:a16="http://schemas.microsoft.com/office/drawing/2014/main" id="{669BC4EE-861B-F245-30C7-0E46FE89BFB8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7450" y="2497137"/>
            <a:ext cx="2343150" cy="2343150"/>
          </a:xfrm>
          <a:noFill/>
        </p:spPr>
      </p:pic>
      <p:sp>
        <p:nvSpPr>
          <p:cNvPr id="1031" name="Text Box 8">
            <a:extLst>
              <a:ext uri="{FF2B5EF4-FFF2-40B4-BE49-F238E27FC236}">
                <a16:creationId xmlns:a16="http://schemas.microsoft.com/office/drawing/2014/main" id="{F052381C-A16A-30FA-4E25-C123EAC05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083174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Local minimum</a:t>
            </a:r>
            <a:endParaRPr lang="en-GB" altLang="en-US" b="1" dirty="0"/>
          </a:p>
        </p:txBody>
      </p:sp>
      <p:graphicFrame>
        <p:nvGraphicFramePr>
          <p:cNvPr id="1026" name="Object 12">
            <a:extLst>
              <a:ext uri="{FF2B5EF4-FFF2-40B4-BE49-F238E27FC236}">
                <a16:creationId xmlns:a16="http://schemas.microsoft.com/office/drawing/2014/main" id="{F2F590C1-885A-52C7-76E8-9070FAF13542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6219080"/>
              </p:ext>
            </p:extLst>
          </p:nvPr>
        </p:nvGraphicFramePr>
        <p:xfrm>
          <a:off x="304800" y="2706687"/>
          <a:ext cx="59436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39428571" imgH="17161905" progId="Paint.Picture">
                  <p:embed/>
                </p:oleObj>
              </mc:Choice>
              <mc:Fallback>
                <p:oleObj name="비트맵 이미지" r:id="rId3" imgW="39428571" imgH="17161905" progId="Paint.Picture">
                  <p:embed/>
                  <p:pic>
                    <p:nvPicPr>
                      <p:cNvPr id="1026" name="Object 12">
                        <a:extLst>
                          <a:ext uri="{FF2B5EF4-FFF2-40B4-BE49-F238E27FC236}">
                            <a16:creationId xmlns:a16="http://schemas.microsoft.com/office/drawing/2014/main" id="{F2F590C1-885A-52C7-76E8-9070FAF1354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706687"/>
                        <a:ext cx="59436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13">
            <a:extLst>
              <a:ext uri="{FF2B5EF4-FFF2-40B4-BE49-F238E27FC236}">
                <a16:creationId xmlns:a16="http://schemas.microsoft.com/office/drawing/2014/main" id="{9D678B03-AC5A-BD5A-964A-4F8B510AD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49887"/>
            <a:ext cx="6858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dirty="0"/>
              <a:t> </a:t>
            </a:r>
            <a:r>
              <a:rPr lang="en-US" altLang="en-US" sz="2000" dirty="0" err="1">
                <a:ea typeface="Gulim" panose="020B0600000101010101" pitchFamily="34" charset="-127"/>
              </a:rPr>
              <a:t>Giải</a:t>
            </a:r>
            <a:r>
              <a:rPr lang="en-US" altLang="en-US" sz="2000" dirty="0">
                <a:ea typeface="Gulim" panose="020B0600000101010101" pitchFamily="34" charset="-127"/>
              </a:rPr>
              <a:t> </a:t>
            </a:r>
            <a:r>
              <a:rPr lang="en-US" altLang="en-US" sz="2000" dirty="0" err="1">
                <a:ea typeface="Gulim" panose="020B0600000101010101" pitchFamily="34" charset="-127"/>
              </a:rPr>
              <a:t>pháp</a:t>
            </a:r>
            <a:endParaRPr lang="en-US" altLang="ko-KR" sz="2000" dirty="0">
              <a:ea typeface="Gulim" panose="020B0600000101010101" pitchFamily="34" charset="-127"/>
            </a:endParaRPr>
          </a:p>
          <a:p>
            <a:pPr lvl="1" eaLnBrk="1" hangingPunct="1"/>
            <a:r>
              <a:rPr lang="en-US" altLang="ko-KR" sz="2000" dirty="0">
                <a:ea typeface="Gulim" panose="020B0600000101010101" pitchFamily="34" charset="-127"/>
              </a:rPr>
              <a:t>+ </a:t>
            </a:r>
            <a:r>
              <a:rPr lang="en-US" altLang="ko-KR" sz="2000" dirty="0" err="1">
                <a:ea typeface="Gulim" panose="020B0600000101010101" pitchFamily="34" charset="-127"/>
              </a:rPr>
              <a:t>Thử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lại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với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xuất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phát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ngẫu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nhiên</a:t>
            </a:r>
            <a:endParaRPr lang="en-US" altLang="ko-KR" sz="2000" dirty="0">
              <a:ea typeface="Gulim" panose="020B0600000101010101" pitchFamily="34" charset="-127"/>
            </a:endParaRPr>
          </a:p>
          <a:p>
            <a:pPr lvl="1" eaLnBrk="1" hangingPunct="1"/>
            <a:r>
              <a:rPr lang="en-US" altLang="ko-KR" sz="2000" dirty="0">
                <a:ea typeface="Gulim" panose="020B0600000101010101" pitchFamily="34" charset="-127"/>
              </a:rPr>
              <a:t>+ </a:t>
            </a:r>
            <a:r>
              <a:rPr lang="en-US" altLang="ko-KR" sz="2000" dirty="0" err="1">
                <a:ea typeface="Gulim" panose="020B0600000101010101" pitchFamily="34" charset="-127"/>
              </a:rPr>
              <a:t>Hiệu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quả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khi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có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một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vài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cực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trị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địa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phương</a:t>
            </a:r>
            <a:endParaRPr lang="en-GB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عنصر نائب لرقم الشريحة 5">
            <a:extLst>
              <a:ext uri="{FF2B5EF4-FFF2-40B4-BE49-F238E27FC236}">
                <a16:creationId xmlns:a16="http://schemas.microsoft.com/office/drawing/2014/main" id="{B33E733D-F18F-3E53-16C8-A88DE3D5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18</a:t>
            </a:fld>
            <a:endParaRPr lang="en-GB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5F30CB5-28F1-A442-47F9-0BD342FF6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Hill Climbing</a:t>
            </a:r>
            <a:endParaRPr lang="en-US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12747557-F07C-34B0-2570-D0ADE0B59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5" name="Line 4">
            <a:extLst>
              <a:ext uri="{FF2B5EF4-FFF2-40B4-BE49-F238E27FC236}">
                <a16:creationId xmlns:a16="http://schemas.microsoft.com/office/drawing/2014/main" id="{D7F305FA-F1B6-8E37-2A07-49E21F569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Freeform 5">
            <a:extLst>
              <a:ext uri="{FF2B5EF4-FFF2-40B4-BE49-F238E27FC236}">
                <a16:creationId xmlns:a16="http://schemas.microsoft.com/office/drawing/2014/main" id="{199F7137-2B37-CFD7-F349-309EA71AA7C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Oval 6">
            <a:extLst>
              <a:ext uri="{FF2B5EF4-FFF2-40B4-BE49-F238E27FC236}">
                <a16:creationId xmlns:a16="http://schemas.microsoft.com/office/drawing/2014/main" id="{2B9A773F-67DF-2696-737E-6FC79EE35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5608" name="Text Box 7">
            <a:extLst>
              <a:ext uri="{FF2B5EF4-FFF2-40B4-BE49-F238E27FC236}">
                <a16:creationId xmlns:a16="http://schemas.microsoft.com/office/drawing/2014/main" id="{1F8EEA78-55BA-C440-1FCA-C4A83265F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25609" name="Text Box 8">
            <a:extLst>
              <a:ext uri="{FF2B5EF4-FFF2-40B4-BE49-F238E27FC236}">
                <a16:creationId xmlns:a16="http://schemas.microsoft.com/office/drawing/2014/main" id="{44E77885-0B1B-8336-1568-D0910246A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عنصر نائب لرقم الشريحة 5">
            <a:extLst>
              <a:ext uri="{FF2B5EF4-FFF2-40B4-BE49-F238E27FC236}">
                <a16:creationId xmlns:a16="http://schemas.microsoft.com/office/drawing/2014/main" id="{1ED2B680-4B00-12DD-8022-8E9C1968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19</a:t>
            </a:fld>
            <a:endParaRPr lang="en-GB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140060E-7355-0D1B-1C01-6A2D181F6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Hill Climbing</a:t>
            </a:r>
            <a:endParaRPr lang="en-US" alt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4F5CB58A-BF0F-F8B1-1A19-78B529D42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9" name="Line 4">
            <a:extLst>
              <a:ext uri="{FF2B5EF4-FFF2-40B4-BE49-F238E27FC236}">
                <a16:creationId xmlns:a16="http://schemas.microsoft.com/office/drawing/2014/main" id="{3B2C3FB2-B5EF-F9F1-B168-9C9D06D05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0" name="Freeform 5">
            <a:extLst>
              <a:ext uri="{FF2B5EF4-FFF2-40B4-BE49-F238E27FC236}">
                <a16:creationId xmlns:a16="http://schemas.microsoft.com/office/drawing/2014/main" id="{EBAE5AAC-56DE-BE76-F41D-310534820DD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Oval 6">
            <a:extLst>
              <a:ext uri="{FF2B5EF4-FFF2-40B4-BE49-F238E27FC236}">
                <a16:creationId xmlns:a16="http://schemas.microsoft.com/office/drawing/2014/main" id="{092280B2-BFB2-E3A8-0E42-1AAF1C8D7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6632" name="Text Box 7">
            <a:extLst>
              <a:ext uri="{FF2B5EF4-FFF2-40B4-BE49-F238E27FC236}">
                <a16:creationId xmlns:a16="http://schemas.microsoft.com/office/drawing/2014/main" id="{0C355B88-4FCF-587E-4B0C-EDB779382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Current Solution</a:t>
            </a:r>
            <a:endParaRPr lang="en-GB" altLang="en-US"/>
          </a:p>
        </p:txBody>
      </p:sp>
      <p:sp>
        <p:nvSpPr>
          <p:cNvPr id="26633" name="Line 8">
            <a:extLst>
              <a:ext uri="{FF2B5EF4-FFF2-40B4-BE49-F238E27FC236}">
                <a16:creationId xmlns:a16="http://schemas.microsoft.com/office/drawing/2014/main" id="{4E4C201E-D814-562C-889D-F178E1E1C7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133600"/>
            <a:ext cx="990600" cy="9144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4" name="Oval 9">
            <a:extLst>
              <a:ext uri="{FF2B5EF4-FFF2-40B4-BE49-F238E27FC236}">
                <a16:creationId xmlns:a16="http://schemas.microsoft.com/office/drawing/2014/main" id="{63540C48-F733-32FB-4C94-C13C1D40F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عنصر نائب لرقم الشريحة 5">
            <a:extLst>
              <a:ext uri="{FF2B5EF4-FFF2-40B4-BE49-F238E27FC236}">
                <a16:creationId xmlns:a16="http://schemas.microsoft.com/office/drawing/2014/main" id="{D7B2F7C1-2724-8DAC-4651-99A32625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20</a:t>
            </a:fld>
            <a:endParaRPr lang="en-GB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DFCCE05-0F9A-2757-3762-CA61EB66A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Hill Climbing</a:t>
            </a:r>
            <a:endParaRPr lang="en-US" altLang="en-US"/>
          </a:p>
        </p:txBody>
      </p:sp>
      <p:sp>
        <p:nvSpPr>
          <p:cNvPr id="27652" name="Line 3">
            <a:extLst>
              <a:ext uri="{FF2B5EF4-FFF2-40B4-BE49-F238E27FC236}">
                <a16:creationId xmlns:a16="http://schemas.microsoft.com/office/drawing/2014/main" id="{681A041C-FFB3-2C13-942D-FC93B765F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Line 4">
            <a:extLst>
              <a:ext uri="{FF2B5EF4-FFF2-40B4-BE49-F238E27FC236}">
                <a16:creationId xmlns:a16="http://schemas.microsoft.com/office/drawing/2014/main" id="{658121F2-9711-4140-7BC3-A88AC0B1B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Freeform 5">
            <a:extLst>
              <a:ext uri="{FF2B5EF4-FFF2-40B4-BE49-F238E27FC236}">
                <a16:creationId xmlns:a16="http://schemas.microsoft.com/office/drawing/2014/main" id="{7028CD1C-0BA7-5FDB-86A0-1B71559F901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Oval 6">
            <a:extLst>
              <a:ext uri="{FF2B5EF4-FFF2-40B4-BE49-F238E27FC236}">
                <a16:creationId xmlns:a16="http://schemas.microsoft.com/office/drawing/2014/main" id="{DD492DD9-071F-D6F8-8CB1-E68C71A36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7656" name="Line 8">
            <a:extLst>
              <a:ext uri="{FF2B5EF4-FFF2-40B4-BE49-F238E27FC236}">
                <a16:creationId xmlns:a16="http://schemas.microsoft.com/office/drawing/2014/main" id="{4E161155-0688-1772-235E-933CE242BD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133600"/>
            <a:ext cx="914400" cy="1219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7" name="Oval 9">
            <a:extLst>
              <a:ext uri="{FF2B5EF4-FFF2-40B4-BE49-F238E27FC236}">
                <a16:creationId xmlns:a16="http://schemas.microsoft.com/office/drawing/2014/main" id="{E828B6A7-CCCD-F1B7-E1A0-D185D211A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6AF13D27-4C63-5E19-7483-A5D43DDD7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Current Solution</a:t>
            </a:r>
            <a:endParaRPr lang="en-GB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عنصر نائب لرقم الشريحة 5">
            <a:extLst>
              <a:ext uri="{FF2B5EF4-FFF2-40B4-BE49-F238E27FC236}">
                <a16:creationId xmlns:a16="http://schemas.microsoft.com/office/drawing/2014/main" id="{8E8045F6-869B-C44C-6A69-E01A0CE4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21</a:t>
            </a:fld>
            <a:endParaRPr lang="en-GB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2684C29-C78B-D9DE-DB7D-87EAD6A7A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Hill Climbing</a:t>
            </a:r>
            <a:endParaRPr lang="en-US" altLang="en-US"/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10450FC0-B5C0-4332-CBFC-027A8B17D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7" name="Line 4">
            <a:extLst>
              <a:ext uri="{FF2B5EF4-FFF2-40B4-BE49-F238E27FC236}">
                <a16:creationId xmlns:a16="http://schemas.microsoft.com/office/drawing/2014/main" id="{09599D85-240B-F8FA-652E-93E031498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Freeform 5">
            <a:extLst>
              <a:ext uri="{FF2B5EF4-FFF2-40B4-BE49-F238E27FC236}">
                <a16:creationId xmlns:a16="http://schemas.microsoft.com/office/drawing/2014/main" id="{C8D7A591-92F6-67D5-F691-BA093ED4EAF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Oval 6">
            <a:extLst>
              <a:ext uri="{FF2B5EF4-FFF2-40B4-BE49-F238E27FC236}">
                <a16:creationId xmlns:a16="http://schemas.microsoft.com/office/drawing/2014/main" id="{2BC5FB15-62C9-AA8A-1C74-8E0651C9D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DBB6520C-3E1E-108F-3EA9-23E340E76A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133600"/>
            <a:ext cx="762000" cy="1600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Oval 9">
            <a:extLst>
              <a:ext uri="{FF2B5EF4-FFF2-40B4-BE49-F238E27FC236}">
                <a16:creationId xmlns:a16="http://schemas.microsoft.com/office/drawing/2014/main" id="{12E286B3-5169-6CB9-1892-1446F768D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8682" name="Text Box 10">
            <a:extLst>
              <a:ext uri="{FF2B5EF4-FFF2-40B4-BE49-F238E27FC236}">
                <a16:creationId xmlns:a16="http://schemas.microsoft.com/office/drawing/2014/main" id="{135A896D-F855-2553-D20B-6EFA328BF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Current Solution</a:t>
            </a:r>
            <a:endParaRPr lang="en-GB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عنصر نائب لرقم الشريحة 5">
            <a:extLst>
              <a:ext uri="{FF2B5EF4-FFF2-40B4-BE49-F238E27FC236}">
                <a16:creationId xmlns:a16="http://schemas.microsoft.com/office/drawing/2014/main" id="{77F9393A-A8F5-24CB-050E-82642704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22</a:t>
            </a:fld>
            <a:endParaRPr lang="en-GB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AC9FECE-0441-B7EB-5AB1-973F4E739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Hill Climbing</a:t>
            </a:r>
            <a:endParaRPr lang="en-US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EC445F17-B419-118E-9A6D-E11110D16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Line 4">
            <a:extLst>
              <a:ext uri="{FF2B5EF4-FFF2-40B4-BE49-F238E27FC236}">
                <a16:creationId xmlns:a16="http://schemas.microsoft.com/office/drawing/2014/main" id="{FD3DA0FF-413C-2495-9518-74CB552FC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Freeform 5">
            <a:extLst>
              <a:ext uri="{FF2B5EF4-FFF2-40B4-BE49-F238E27FC236}">
                <a16:creationId xmlns:a16="http://schemas.microsoft.com/office/drawing/2014/main" id="{5D4E70E9-08A4-C7CC-28D1-281EEA15C93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Oval 6">
            <a:extLst>
              <a:ext uri="{FF2B5EF4-FFF2-40B4-BE49-F238E27FC236}">
                <a16:creationId xmlns:a16="http://schemas.microsoft.com/office/drawing/2014/main" id="{3362BD92-07BF-17AD-9650-DFC2B113B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90269336-2449-6CCC-9EBB-7E71DFD3F8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133600"/>
            <a:ext cx="6858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Oval 9">
            <a:extLst>
              <a:ext uri="{FF2B5EF4-FFF2-40B4-BE49-F238E27FC236}">
                <a16:creationId xmlns:a16="http://schemas.microsoft.com/office/drawing/2014/main" id="{1D4CA15F-4D2B-919B-0878-60DF1A147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3E94773F-A6D7-CAB6-DAF5-BD5E078EE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Current Solution</a:t>
            </a:r>
            <a:endParaRPr lang="en-GB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عنصر نائب لرقم الشريحة 5">
            <a:extLst>
              <a:ext uri="{FF2B5EF4-FFF2-40B4-BE49-F238E27FC236}">
                <a16:creationId xmlns:a16="http://schemas.microsoft.com/office/drawing/2014/main" id="{85BF3E90-5649-1210-84FE-20E8015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23</a:t>
            </a:fld>
            <a:endParaRPr lang="en-GB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036D8D4-F8EE-C380-17FF-0CDFF5CB1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Hill Climbing</a:t>
            </a:r>
            <a:endParaRPr lang="en-US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3F502D08-1253-469E-CEB4-4670571BD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4">
            <a:extLst>
              <a:ext uri="{FF2B5EF4-FFF2-40B4-BE49-F238E27FC236}">
                <a16:creationId xmlns:a16="http://schemas.microsoft.com/office/drawing/2014/main" id="{8702F4E9-8541-C3B9-5E20-D14EABB29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Freeform 5">
            <a:extLst>
              <a:ext uri="{FF2B5EF4-FFF2-40B4-BE49-F238E27FC236}">
                <a16:creationId xmlns:a16="http://schemas.microsoft.com/office/drawing/2014/main" id="{B949EEDA-ED14-5CFC-B2E9-60465371B2D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Oval 6">
            <a:extLst>
              <a:ext uri="{FF2B5EF4-FFF2-40B4-BE49-F238E27FC236}">
                <a16:creationId xmlns:a16="http://schemas.microsoft.com/office/drawing/2014/main" id="{B0806434-C873-E028-2621-A02946245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F5CD11DC-FC59-1D91-E9B6-FA4DC97249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Text Box 11">
            <a:extLst>
              <a:ext uri="{FF2B5EF4-FFF2-40B4-BE49-F238E27FC236}">
                <a16:creationId xmlns:a16="http://schemas.microsoft.com/office/drawing/2014/main" id="{0E776E7A-9B1A-E669-6F6A-4C8781838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65B6-D0C7-06EF-4FE9-EEFB8E59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FD8B6-5848-EFA1-86A7-D232D0E9C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Lặp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Hill climbing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endParaRPr lang="en-US" sz="2800" dirty="0"/>
          </a:p>
          <a:p>
            <a:pPr lvl="1"/>
            <a:r>
              <a:rPr lang="en-US" sz="2400" dirty="0"/>
              <a:t>Random walk</a:t>
            </a:r>
          </a:p>
          <a:p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song </a:t>
            </a:r>
            <a:r>
              <a:rPr lang="en-US" sz="2800" dirty="0" err="1"/>
              <a:t>song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quần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endParaRPr lang="en-US" sz="2800" dirty="0"/>
          </a:p>
          <a:p>
            <a:pPr lvl="1"/>
            <a:r>
              <a:rPr lang="en-US" sz="2400" dirty="0"/>
              <a:t>Local Beam Search</a:t>
            </a:r>
          </a:p>
          <a:p>
            <a:r>
              <a:rPr lang="en-US" sz="2800" dirty="0" err="1"/>
              <a:t>Thoát</a:t>
            </a:r>
            <a:r>
              <a:rPr lang="en-US" sz="2800" dirty="0"/>
              <a:t> </a:t>
            </a:r>
            <a:r>
              <a:rPr lang="en-US" sz="2800" dirty="0" err="1"/>
              <a:t>cực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địa</a:t>
            </a:r>
            <a:r>
              <a:rPr lang="en-US" sz="2800" dirty="0"/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thử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xấu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tại</a:t>
            </a:r>
            <a:endParaRPr lang="en-US" sz="2800" dirty="0"/>
          </a:p>
          <a:p>
            <a:pPr lvl="1"/>
            <a:r>
              <a:rPr lang="en-US" sz="2400" dirty="0"/>
              <a:t>Simulated Annealing (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phỏng</a:t>
            </a:r>
            <a:r>
              <a:rPr lang="en-US" sz="2400" dirty="0"/>
              <a:t> </a:t>
            </a:r>
            <a:r>
              <a:rPr lang="en-US" sz="2400" dirty="0" err="1"/>
              <a:t>tôi</a:t>
            </a:r>
            <a:r>
              <a:rPr lang="en-US" sz="2400" dirty="0"/>
              <a:t> </a:t>
            </a:r>
            <a:r>
              <a:rPr lang="en-US" sz="2400" dirty="0" err="1"/>
              <a:t>thép</a:t>
            </a:r>
            <a:r>
              <a:rPr lang="en-US" sz="24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AB2B0-00BF-8321-BEDB-AE334A6140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24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89081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758DF-BB96-949A-A960-1258F29E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عنصر نائب لرقم الشريحة 5">
            <a:extLst>
              <a:ext uri="{FF2B5EF4-FFF2-40B4-BE49-F238E27FC236}">
                <a16:creationId xmlns:a16="http://schemas.microsoft.com/office/drawing/2014/main" id="{4B389908-E9F8-2E0D-CC64-C0620244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25</a:t>
            </a:fld>
            <a:endParaRPr lang="en-GB" altLang="en-US"/>
          </a:p>
        </p:txBody>
      </p:sp>
      <p:sp>
        <p:nvSpPr>
          <p:cNvPr id="246786" name="Rectangle 2">
            <a:extLst>
              <a:ext uri="{FF2B5EF4-FFF2-40B4-BE49-F238E27FC236}">
                <a16:creationId xmlns:a16="http://schemas.microsoft.com/office/drawing/2014/main" id="{15BB6A5D-3DC6-0D67-F57F-B5F990416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 dirty="0"/>
              <a:t>Local Beam</a:t>
            </a:r>
            <a:r>
              <a:rPr lang="fr-FR" sz="28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 dirty="0" err="1"/>
              <a:t>Search</a:t>
            </a:r>
            <a:endParaRPr lang="en-US" dirty="0"/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DCBB4BB8-0749-7713-08EB-F5A9F0227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51038"/>
            <a:ext cx="8229600" cy="4678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fr-FR" altLang="en-US" sz="2800" dirty="0" err="1"/>
              <a:t>Idea</a:t>
            </a:r>
            <a:r>
              <a:rPr lang="fr-FR" altLang="en-US" sz="2800" dirty="0"/>
              <a:t>: </a:t>
            </a:r>
            <a:r>
              <a:rPr lang="fr-FR" altLang="en-US" sz="2800" dirty="0" err="1"/>
              <a:t>keep</a:t>
            </a:r>
            <a:r>
              <a:rPr lang="fr-FR" altLang="en-US" sz="2800" dirty="0"/>
              <a:t> k states </a:t>
            </a:r>
            <a:r>
              <a:rPr lang="fr-FR" altLang="en-US" sz="2800" dirty="0" err="1"/>
              <a:t>instead</a:t>
            </a:r>
            <a:r>
              <a:rPr lang="fr-FR" altLang="en-US" sz="2800" dirty="0"/>
              <a:t> of </a:t>
            </a:r>
            <a:r>
              <a:rPr lang="fr-FR" altLang="en-US" sz="2800" dirty="0" err="1"/>
              <a:t>just</a:t>
            </a:r>
            <a:r>
              <a:rPr lang="fr-FR" altLang="en-US" sz="2800" dirty="0"/>
              <a:t> 1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fr-FR" altLang="en-US" sz="2400" dirty="0"/>
          </a:p>
          <a:p>
            <a:pPr marL="990600" lvl="1" indent="-533400" eaLnBrk="1" hangingPunct="1">
              <a:lnSpc>
                <a:spcPct val="90000"/>
              </a:lnSpc>
            </a:pPr>
            <a:r>
              <a:rPr lang="fr-FR" altLang="en-US" sz="2400" dirty="0"/>
              <a:t>Begins </a:t>
            </a:r>
            <a:r>
              <a:rPr lang="fr-FR" altLang="en-US" sz="2400" dirty="0" err="1"/>
              <a:t>with</a:t>
            </a:r>
            <a:r>
              <a:rPr lang="fr-FR" altLang="en-US" sz="2400" dirty="0"/>
              <a:t> k </a:t>
            </a:r>
            <a:r>
              <a:rPr lang="fr-FR" altLang="en-US" sz="2400" dirty="0" err="1"/>
              <a:t>randomly</a:t>
            </a:r>
            <a:r>
              <a:rPr lang="fr-FR" altLang="en-US" sz="2400" dirty="0"/>
              <a:t> </a:t>
            </a:r>
            <a:r>
              <a:rPr lang="fr-FR" altLang="en-US" sz="2400" dirty="0" err="1"/>
              <a:t>generated</a:t>
            </a:r>
            <a:r>
              <a:rPr lang="fr-FR" altLang="en-US" sz="2400" dirty="0"/>
              <a:t> states</a:t>
            </a:r>
          </a:p>
          <a:p>
            <a:pPr marL="1390650" lvl="2" indent="-533400" eaLnBrk="1" hangingPunct="1">
              <a:lnSpc>
                <a:spcPct val="90000"/>
              </a:lnSpc>
            </a:pPr>
            <a:endParaRPr lang="fr-FR" altLang="en-US" sz="2000" dirty="0"/>
          </a:p>
          <a:p>
            <a:pPr marL="990600" lvl="1" indent="-533400" eaLnBrk="1" hangingPunct="1">
              <a:lnSpc>
                <a:spcPct val="90000"/>
              </a:lnSpc>
            </a:pPr>
            <a:r>
              <a:rPr lang="fr-FR" altLang="en-US" sz="2400" dirty="0"/>
              <a:t>At </a:t>
            </a:r>
            <a:r>
              <a:rPr lang="fr-FR" altLang="en-US" sz="2400" dirty="0" err="1"/>
              <a:t>each</a:t>
            </a:r>
            <a:r>
              <a:rPr lang="fr-FR" altLang="en-US" sz="2400" dirty="0"/>
              <a:t> </a:t>
            </a:r>
            <a:r>
              <a:rPr lang="fr-FR" altLang="en-US" sz="2400" dirty="0" err="1"/>
              <a:t>step</a:t>
            </a:r>
            <a:r>
              <a:rPr lang="fr-FR" altLang="en-US" sz="2400" dirty="0"/>
              <a:t> all the </a:t>
            </a:r>
            <a:r>
              <a:rPr lang="fr-FR" altLang="en-US" sz="2400" dirty="0" err="1"/>
              <a:t>successors</a:t>
            </a:r>
            <a:r>
              <a:rPr lang="fr-FR" altLang="en-US" sz="2400" dirty="0"/>
              <a:t> of all k states are </a:t>
            </a:r>
            <a:r>
              <a:rPr lang="fr-FR" altLang="en-US" sz="2400" dirty="0" err="1"/>
              <a:t>generated</a:t>
            </a:r>
            <a:r>
              <a:rPr lang="fr-FR" altLang="en-US" sz="2400" dirty="0"/>
              <a:t>.</a:t>
            </a:r>
          </a:p>
          <a:p>
            <a:pPr marL="1390650" lvl="2" indent="-533400" eaLnBrk="1" hangingPunct="1">
              <a:lnSpc>
                <a:spcPct val="90000"/>
              </a:lnSpc>
            </a:pPr>
            <a:endParaRPr lang="fr-FR" altLang="en-US" sz="2000" dirty="0"/>
          </a:p>
          <a:p>
            <a:pPr marL="990600" lvl="1" indent="-533400" eaLnBrk="1" hangingPunct="1">
              <a:lnSpc>
                <a:spcPct val="90000"/>
              </a:lnSpc>
            </a:pPr>
            <a:r>
              <a:rPr lang="fr-FR" altLang="en-US" sz="2400" dirty="0"/>
              <a:t>If one </a:t>
            </a:r>
            <a:r>
              <a:rPr lang="fr-FR" altLang="en-US" sz="2400" dirty="0" err="1"/>
              <a:t>is</a:t>
            </a:r>
            <a:r>
              <a:rPr lang="fr-FR" altLang="en-US" sz="2400" dirty="0"/>
              <a:t> a goal, </a:t>
            </a:r>
            <a:r>
              <a:rPr lang="fr-FR" altLang="en-US" sz="2400" dirty="0" err="1"/>
              <a:t>we</a:t>
            </a:r>
            <a:r>
              <a:rPr lang="fr-FR" altLang="en-US" sz="2400" dirty="0"/>
              <a:t> stop, </a:t>
            </a:r>
            <a:r>
              <a:rPr lang="fr-FR" altLang="en-US" sz="2400" dirty="0" err="1"/>
              <a:t>otherwise</a:t>
            </a:r>
            <a:r>
              <a:rPr lang="fr-FR" altLang="en-US" sz="2400" dirty="0"/>
              <a:t> select k best </a:t>
            </a:r>
            <a:r>
              <a:rPr lang="fr-FR" altLang="en-US" sz="2400" dirty="0" err="1"/>
              <a:t>successors</a:t>
            </a:r>
            <a:r>
              <a:rPr lang="fr-FR" altLang="en-US" sz="2400" dirty="0"/>
              <a:t> </a:t>
            </a:r>
            <a:r>
              <a:rPr lang="fr-FR" altLang="en-US" sz="2400" dirty="0" err="1"/>
              <a:t>from</a:t>
            </a:r>
            <a:r>
              <a:rPr lang="fr-FR" altLang="en-US" sz="2400" dirty="0"/>
              <a:t> </a:t>
            </a:r>
            <a:r>
              <a:rPr lang="fr-FR" altLang="en-US" sz="2400" dirty="0" err="1"/>
              <a:t>complete</a:t>
            </a:r>
            <a:r>
              <a:rPr lang="fr-FR" altLang="en-US" sz="2400" dirty="0"/>
              <a:t> </a:t>
            </a:r>
            <a:r>
              <a:rPr lang="fr-FR" altLang="en-US" sz="2400" dirty="0" err="1"/>
              <a:t>list</a:t>
            </a:r>
            <a:r>
              <a:rPr lang="fr-FR" altLang="en-US" sz="2400" dirty="0"/>
              <a:t> and </a:t>
            </a:r>
            <a:r>
              <a:rPr lang="fr-FR" altLang="en-US" sz="2400" dirty="0" err="1"/>
              <a:t>repeat</a:t>
            </a:r>
            <a:endParaRPr lang="fr-F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24011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672C-72E0-313A-F7EE-E24AE13D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عنصر نائب لرقم الشريحة 5">
            <a:extLst>
              <a:ext uri="{FF2B5EF4-FFF2-40B4-BE49-F238E27FC236}">
                <a16:creationId xmlns:a16="http://schemas.microsoft.com/office/drawing/2014/main" id="{F6B920F6-0F32-3ABB-7883-10E33F5B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26</a:t>
            </a:fld>
            <a:endParaRPr lang="en-GB" altLang="en-US"/>
          </a:p>
        </p:txBody>
      </p:sp>
      <p:sp>
        <p:nvSpPr>
          <p:cNvPr id="247810" name="Rectangle 2">
            <a:extLst>
              <a:ext uri="{FF2B5EF4-FFF2-40B4-BE49-F238E27FC236}">
                <a16:creationId xmlns:a16="http://schemas.microsoft.com/office/drawing/2014/main" id="{CFB62B86-1ED6-88FE-D517-0191C7BBC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1140" name="Line 5">
            <a:extLst>
              <a:ext uri="{FF2B5EF4-FFF2-40B4-BE49-F238E27FC236}">
                <a16:creationId xmlns:a16="http://schemas.microsoft.com/office/drawing/2014/main" id="{83428E7E-68B4-9311-A80B-3DB8B82F8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1" name="Line 6">
            <a:extLst>
              <a:ext uri="{FF2B5EF4-FFF2-40B4-BE49-F238E27FC236}">
                <a16:creationId xmlns:a16="http://schemas.microsoft.com/office/drawing/2014/main" id="{7A2F7E46-BC71-A3C8-78EB-F5BB3C188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2" name="Freeform 7">
            <a:extLst>
              <a:ext uri="{FF2B5EF4-FFF2-40B4-BE49-F238E27FC236}">
                <a16:creationId xmlns:a16="http://schemas.microsoft.com/office/drawing/2014/main" id="{5293E994-8877-7CB6-632A-E525F7D88868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3" name="Oval 8">
            <a:extLst>
              <a:ext uri="{FF2B5EF4-FFF2-40B4-BE49-F238E27FC236}">
                <a16:creationId xmlns:a16="http://schemas.microsoft.com/office/drawing/2014/main" id="{8359AB4F-DB92-099F-8FBB-52134523B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1144" name="Oval 9">
            <a:extLst>
              <a:ext uri="{FF2B5EF4-FFF2-40B4-BE49-F238E27FC236}">
                <a16:creationId xmlns:a16="http://schemas.microsoft.com/office/drawing/2014/main" id="{0D7FD078-7F1E-ED9A-BCAF-4C14C7060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1145" name="Oval 10">
            <a:extLst>
              <a:ext uri="{FF2B5EF4-FFF2-40B4-BE49-F238E27FC236}">
                <a16:creationId xmlns:a16="http://schemas.microsoft.com/office/drawing/2014/main" id="{279DB09C-7F85-1AAE-2AD6-8DD1D8628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1146" name="Oval 11">
            <a:extLst>
              <a:ext uri="{FF2B5EF4-FFF2-40B4-BE49-F238E27FC236}">
                <a16:creationId xmlns:a16="http://schemas.microsoft.com/office/drawing/2014/main" id="{C457145A-8713-504E-87E3-0D3374818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1147" name="Text Box 12">
            <a:extLst>
              <a:ext uri="{FF2B5EF4-FFF2-40B4-BE49-F238E27FC236}">
                <a16:creationId xmlns:a16="http://schemas.microsoft.com/office/drawing/2014/main" id="{7BC3402D-01C7-5CE6-020F-3E201E3B5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91148" name="Text Box 13">
            <a:extLst>
              <a:ext uri="{FF2B5EF4-FFF2-40B4-BE49-F238E27FC236}">
                <a16:creationId xmlns:a16="http://schemas.microsoft.com/office/drawing/2014/main" id="{378E6B9B-4AB7-3484-9C84-31E1BC89E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9013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E6B5-F0D9-EF0E-53EE-14606CCC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عنصر نائب لرقم الشريحة 5">
            <a:extLst>
              <a:ext uri="{FF2B5EF4-FFF2-40B4-BE49-F238E27FC236}">
                <a16:creationId xmlns:a16="http://schemas.microsoft.com/office/drawing/2014/main" id="{96549E20-4067-87CB-1533-5209DD8E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27</a:t>
            </a:fld>
            <a:endParaRPr lang="en-GB" altLang="en-US"/>
          </a:p>
        </p:txBody>
      </p:sp>
      <p:sp>
        <p:nvSpPr>
          <p:cNvPr id="248834" name="Rectangle 2">
            <a:extLst>
              <a:ext uri="{FF2B5EF4-FFF2-40B4-BE49-F238E27FC236}">
                <a16:creationId xmlns:a16="http://schemas.microsoft.com/office/drawing/2014/main" id="{8702FBF5-7F90-610E-4D54-2337A540A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2164" name="Line 3">
            <a:extLst>
              <a:ext uri="{FF2B5EF4-FFF2-40B4-BE49-F238E27FC236}">
                <a16:creationId xmlns:a16="http://schemas.microsoft.com/office/drawing/2014/main" id="{4B15345B-7B10-DD76-32F0-D64CD4E14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5" name="Line 4">
            <a:extLst>
              <a:ext uri="{FF2B5EF4-FFF2-40B4-BE49-F238E27FC236}">
                <a16:creationId xmlns:a16="http://schemas.microsoft.com/office/drawing/2014/main" id="{851E76C4-AF1F-00F1-AB0B-FB68EB4F1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6" name="Freeform 5">
            <a:extLst>
              <a:ext uri="{FF2B5EF4-FFF2-40B4-BE49-F238E27FC236}">
                <a16:creationId xmlns:a16="http://schemas.microsoft.com/office/drawing/2014/main" id="{41123A9B-6997-B69E-95E3-58922E23B26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7" name="Oval 6">
            <a:extLst>
              <a:ext uri="{FF2B5EF4-FFF2-40B4-BE49-F238E27FC236}">
                <a16:creationId xmlns:a16="http://schemas.microsoft.com/office/drawing/2014/main" id="{210B1323-CCA5-EC55-4DA9-55C2ECA7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68" name="Oval 7">
            <a:extLst>
              <a:ext uri="{FF2B5EF4-FFF2-40B4-BE49-F238E27FC236}">
                <a16:creationId xmlns:a16="http://schemas.microsoft.com/office/drawing/2014/main" id="{B5CFD117-D56E-6754-C124-F341EF661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69" name="Oval 8">
            <a:extLst>
              <a:ext uri="{FF2B5EF4-FFF2-40B4-BE49-F238E27FC236}">
                <a16:creationId xmlns:a16="http://schemas.microsoft.com/office/drawing/2014/main" id="{A19F1632-CBEA-AC44-805E-DB336DD28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70" name="Oval 9">
            <a:extLst>
              <a:ext uri="{FF2B5EF4-FFF2-40B4-BE49-F238E27FC236}">
                <a16:creationId xmlns:a16="http://schemas.microsoft.com/office/drawing/2014/main" id="{C6DC0D1A-F3B5-1758-2DF6-0CA4279E8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71" name="Oval 10">
            <a:extLst>
              <a:ext uri="{FF2B5EF4-FFF2-40B4-BE49-F238E27FC236}">
                <a16:creationId xmlns:a16="http://schemas.microsoft.com/office/drawing/2014/main" id="{43DC52E0-84D7-8E1C-CA19-3B480C52B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72" name="Oval 11">
            <a:extLst>
              <a:ext uri="{FF2B5EF4-FFF2-40B4-BE49-F238E27FC236}">
                <a16:creationId xmlns:a16="http://schemas.microsoft.com/office/drawing/2014/main" id="{95BFD022-727C-2CDA-0D6C-FB9116B0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73" name="Oval 12">
            <a:extLst>
              <a:ext uri="{FF2B5EF4-FFF2-40B4-BE49-F238E27FC236}">
                <a16:creationId xmlns:a16="http://schemas.microsoft.com/office/drawing/2014/main" id="{53943DF7-37BE-17C8-CAC0-82F7FDE03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74" name="Oval 13">
            <a:extLst>
              <a:ext uri="{FF2B5EF4-FFF2-40B4-BE49-F238E27FC236}">
                <a16:creationId xmlns:a16="http://schemas.microsoft.com/office/drawing/2014/main" id="{C2C13D92-27FB-3949-1B9A-6D630823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76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2175" name="Line 14">
            <a:extLst>
              <a:ext uri="{FF2B5EF4-FFF2-40B4-BE49-F238E27FC236}">
                <a16:creationId xmlns:a16="http://schemas.microsoft.com/office/drawing/2014/main" id="{9D928498-94E7-4172-79A6-131C62924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2004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76" name="Line 15">
            <a:extLst>
              <a:ext uri="{FF2B5EF4-FFF2-40B4-BE49-F238E27FC236}">
                <a16:creationId xmlns:a16="http://schemas.microsoft.com/office/drawing/2014/main" id="{D0B5D6BF-C4CB-4C8A-D33E-2EAA24ED1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7338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77" name="Line 16">
            <a:extLst>
              <a:ext uri="{FF2B5EF4-FFF2-40B4-BE49-F238E27FC236}">
                <a16:creationId xmlns:a16="http://schemas.microsoft.com/office/drawing/2014/main" id="{BE39E742-D04D-77A6-E21B-697238553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971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78" name="Line 17">
            <a:extLst>
              <a:ext uri="{FF2B5EF4-FFF2-40B4-BE49-F238E27FC236}">
                <a16:creationId xmlns:a16="http://schemas.microsoft.com/office/drawing/2014/main" id="{0B77ECD5-4F72-0468-555F-34C63E335A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3429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9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6594-F9CB-4333-8926-47AB1185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عنصر نائب لرقم الشريحة 5">
            <a:extLst>
              <a:ext uri="{FF2B5EF4-FFF2-40B4-BE49-F238E27FC236}">
                <a16:creationId xmlns:a16="http://schemas.microsoft.com/office/drawing/2014/main" id="{B8394BF0-1E44-C816-68B1-3C558CE2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28</a:t>
            </a:fld>
            <a:endParaRPr lang="en-GB" altLang="en-US"/>
          </a:p>
        </p:txBody>
      </p:sp>
      <p:sp>
        <p:nvSpPr>
          <p:cNvPr id="249858" name="Rectangle 2">
            <a:extLst>
              <a:ext uri="{FF2B5EF4-FFF2-40B4-BE49-F238E27FC236}">
                <a16:creationId xmlns:a16="http://schemas.microsoft.com/office/drawing/2014/main" id="{2824893B-0619-5AC5-45D5-8BD02AE09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3188" name="Line 3">
            <a:extLst>
              <a:ext uri="{FF2B5EF4-FFF2-40B4-BE49-F238E27FC236}">
                <a16:creationId xmlns:a16="http://schemas.microsoft.com/office/drawing/2014/main" id="{C642A0BF-5E7D-FAD5-8513-6D520823D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9" name="Line 4">
            <a:extLst>
              <a:ext uri="{FF2B5EF4-FFF2-40B4-BE49-F238E27FC236}">
                <a16:creationId xmlns:a16="http://schemas.microsoft.com/office/drawing/2014/main" id="{83320A26-D7E0-F788-EE33-A6FDFFF94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90" name="Freeform 5">
            <a:extLst>
              <a:ext uri="{FF2B5EF4-FFF2-40B4-BE49-F238E27FC236}">
                <a16:creationId xmlns:a16="http://schemas.microsoft.com/office/drawing/2014/main" id="{B1439F8C-9624-A261-ADFC-FA7BE39B190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91" name="Oval 7">
            <a:extLst>
              <a:ext uri="{FF2B5EF4-FFF2-40B4-BE49-F238E27FC236}">
                <a16:creationId xmlns:a16="http://schemas.microsoft.com/office/drawing/2014/main" id="{3AB0C77C-91CF-BE10-0120-8689910A8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3192" name="Oval 10">
            <a:extLst>
              <a:ext uri="{FF2B5EF4-FFF2-40B4-BE49-F238E27FC236}">
                <a16:creationId xmlns:a16="http://schemas.microsoft.com/office/drawing/2014/main" id="{82E27C0C-EFA7-34CF-D285-70B41D373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3193" name="Oval 11">
            <a:extLst>
              <a:ext uri="{FF2B5EF4-FFF2-40B4-BE49-F238E27FC236}">
                <a16:creationId xmlns:a16="http://schemas.microsoft.com/office/drawing/2014/main" id="{F75B062F-6849-8AD6-D7D5-573C04CC2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3194" name="Oval 12">
            <a:extLst>
              <a:ext uri="{FF2B5EF4-FFF2-40B4-BE49-F238E27FC236}">
                <a16:creationId xmlns:a16="http://schemas.microsoft.com/office/drawing/2014/main" id="{451C3ECF-A468-018C-0350-C83D7D7E2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762492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B78F-D865-26F2-2355-503A6EFB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عنصر نائب لرقم الشريحة 5">
            <a:extLst>
              <a:ext uri="{FF2B5EF4-FFF2-40B4-BE49-F238E27FC236}">
                <a16:creationId xmlns:a16="http://schemas.microsoft.com/office/drawing/2014/main" id="{E0AEEEA9-E110-7CC3-C978-DDFDD6EB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29</a:t>
            </a:fld>
            <a:endParaRPr lang="en-GB" altLang="en-US"/>
          </a:p>
        </p:txBody>
      </p:sp>
      <p:sp>
        <p:nvSpPr>
          <p:cNvPr id="254978" name="Rectangle 2">
            <a:extLst>
              <a:ext uri="{FF2B5EF4-FFF2-40B4-BE49-F238E27FC236}">
                <a16:creationId xmlns:a16="http://schemas.microsoft.com/office/drawing/2014/main" id="{3619E90E-0688-9A2B-9905-BA5A68531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4212" name="Line 3">
            <a:extLst>
              <a:ext uri="{FF2B5EF4-FFF2-40B4-BE49-F238E27FC236}">
                <a16:creationId xmlns:a16="http://schemas.microsoft.com/office/drawing/2014/main" id="{5489A35B-4230-2824-1433-CF8D239D2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3" name="Line 4">
            <a:extLst>
              <a:ext uri="{FF2B5EF4-FFF2-40B4-BE49-F238E27FC236}">
                <a16:creationId xmlns:a16="http://schemas.microsoft.com/office/drawing/2014/main" id="{A79B9BFC-BA8A-17E6-468C-A3B272DCA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4" name="Freeform 5">
            <a:extLst>
              <a:ext uri="{FF2B5EF4-FFF2-40B4-BE49-F238E27FC236}">
                <a16:creationId xmlns:a16="http://schemas.microsoft.com/office/drawing/2014/main" id="{3F77C0BE-B94C-B11E-A072-30953A527E8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15" name="Oval 6">
            <a:extLst>
              <a:ext uri="{FF2B5EF4-FFF2-40B4-BE49-F238E27FC236}">
                <a16:creationId xmlns:a16="http://schemas.microsoft.com/office/drawing/2014/main" id="{8AE4CB17-60D1-84B9-8D1F-7F0486AB7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4216" name="Oval 7">
            <a:extLst>
              <a:ext uri="{FF2B5EF4-FFF2-40B4-BE49-F238E27FC236}">
                <a16:creationId xmlns:a16="http://schemas.microsoft.com/office/drawing/2014/main" id="{8E6473D2-EE94-2876-37B7-DE112ACD8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4217" name="Oval 8">
            <a:extLst>
              <a:ext uri="{FF2B5EF4-FFF2-40B4-BE49-F238E27FC236}">
                <a16:creationId xmlns:a16="http://schemas.microsoft.com/office/drawing/2014/main" id="{EE3DD226-C9BA-9020-4CC2-73FF23D3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4218" name="Oval 9">
            <a:extLst>
              <a:ext uri="{FF2B5EF4-FFF2-40B4-BE49-F238E27FC236}">
                <a16:creationId xmlns:a16="http://schemas.microsoft.com/office/drawing/2014/main" id="{21308637-3CE1-5238-707A-675408712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412774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1CD53-BD19-5F9C-D7C7-711B121D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عنصر نائب لرقم الشريحة 5">
            <a:extLst>
              <a:ext uri="{FF2B5EF4-FFF2-40B4-BE49-F238E27FC236}">
                <a16:creationId xmlns:a16="http://schemas.microsoft.com/office/drawing/2014/main" id="{A33085BA-131C-B49D-41F3-E3C555A9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30</a:t>
            </a:fld>
            <a:endParaRPr lang="en-GB" altLang="en-US"/>
          </a:p>
        </p:txBody>
      </p:sp>
      <p:sp>
        <p:nvSpPr>
          <p:cNvPr id="250882" name="Rectangle 2">
            <a:extLst>
              <a:ext uri="{FF2B5EF4-FFF2-40B4-BE49-F238E27FC236}">
                <a16:creationId xmlns:a16="http://schemas.microsoft.com/office/drawing/2014/main" id="{BEAB709F-5DDC-7C63-7C21-167518C35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5236" name="Line 3">
            <a:extLst>
              <a:ext uri="{FF2B5EF4-FFF2-40B4-BE49-F238E27FC236}">
                <a16:creationId xmlns:a16="http://schemas.microsoft.com/office/drawing/2014/main" id="{D78F407E-7038-3B4F-E498-ED3092D6A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37" name="Line 4">
            <a:extLst>
              <a:ext uri="{FF2B5EF4-FFF2-40B4-BE49-F238E27FC236}">
                <a16:creationId xmlns:a16="http://schemas.microsoft.com/office/drawing/2014/main" id="{D161D081-018B-48C1-8F14-4C71801B5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38" name="Freeform 5">
            <a:extLst>
              <a:ext uri="{FF2B5EF4-FFF2-40B4-BE49-F238E27FC236}">
                <a16:creationId xmlns:a16="http://schemas.microsoft.com/office/drawing/2014/main" id="{7A58D557-A68C-765D-34B4-67AD77C3BBB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39" name="Oval 7">
            <a:extLst>
              <a:ext uri="{FF2B5EF4-FFF2-40B4-BE49-F238E27FC236}">
                <a16:creationId xmlns:a16="http://schemas.microsoft.com/office/drawing/2014/main" id="{54BD90AE-6E5E-3802-EC79-B65C7DDB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0" name="Oval 10">
            <a:extLst>
              <a:ext uri="{FF2B5EF4-FFF2-40B4-BE49-F238E27FC236}">
                <a16:creationId xmlns:a16="http://schemas.microsoft.com/office/drawing/2014/main" id="{8AA902DD-8A52-A594-D66E-22B424108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1" name="Oval 11">
            <a:extLst>
              <a:ext uri="{FF2B5EF4-FFF2-40B4-BE49-F238E27FC236}">
                <a16:creationId xmlns:a16="http://schemas.microsoft.com/office/drawing/2014/main" id="{74EAA2CE-4AE3-886C-16A2-CDB1AD58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2" name="Oval 12">
            <a:extLst>
              <a:ext uri="{FF2B5EF4-FFF2-40B4-BE49-F238E27FC236}">
                <a16:creationId xmlns:a16="http://schemas.microsoft.com/office/drawing/2014/main" id="{6B7F949D-FEAB-657E-D560-7C827654A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3" name="Oval 14">
            <a:extLst>
              <a:ext uri="{FF2B5EF4-FFF2-40B4-BE49-F238E27FC236}">
                <a16:creationId xmlns:a16="http://schemas.microsoft.com/office/drawing/2014/main" id="{7419886B-B990-397E-B9C2-C71A39385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4" name="Oval 15">
            <a:extLst>
              <a:ext uri="{FF2B5EF4-FFF2-40B4-BE49-F238E27FC236}">
                <a16:creationId xmlns:a16="http://schemas.microsoft.com/office/drawing/2014/main" id="{FBE9E79C-49EA-D7B2-4D0F-88E890534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5" name="Oval 16">
            <a:extLst>
              <a:ext uri="{FF2B5EF4-FFF2-40B4-BE49-F238E27FC236}">
                <a16:creationId xmlns:a16="http://schemas.microsoft.com/office/drawing/2014/main" id="{188A6F1D-5625-1F2B-C2AF-AF5B644B0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5246" name="Oval 17">
            <a:extLst>
              <a:ext uri="{FF2B5EF4-FFF2-40B4-BE49-F238E27FC236}">
                <a16:creationId xmlns:a16="http://schemas.microsoft.com/office/drawing/2014/main" id="{0C6A9487-D585-6137-F4B3-B3ED2533F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817636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720D-1233-3A76-BA29-87B5C7BB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عنصر نائب لرقم الشريحة 5">
            <a:extLst>
              <a:ext uri="{FF2B5EF4-FFF2-40B4-BE49-F238E27FC236}">
                <a16:creationId xmlns:a16="http://schemas.microsoft.com/office/drawing/2014/main" id="{64DCA9DC-1022-365D-EC6E-326C7EB1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31</a:t>
            </a:fld>
            <a:endParaRPr lang="en-GB" altLang="en-US"/>
          </a:p>
        </p:txBody>
      </p:sp>
      <p:sp>
        <p:nvSpPr>
          <p:cNvPr id="256002" name="Rectangle 2">
            <a:extLst>
              <a:ext uri="{FF2B5EF4-FFF2-40B4-BE49-F238E27FC236}">
                <a16:creationId xmlns:a16="http://schemas.microsoft.com/office/drawing/2014/main" id="{B32AED1C-599F-E835-F36E-D0C3BF991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6260" name="Line 3">
            <a:extLst>
              <a:ext uri="{FF2B5EF4-FFF2-40B4-BE49-F238E27FC236}">
                <a16:creationId xmlns:a16="http://schemas.microsoft.com/office/drawing/2014/main" id="{E444D602-D974-577A-68C3-9751221DA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1" name="Line 4">
            <a:extLst>
              <a:ext uri="{FF2B5EF4-FFF2-40B4-BE49-F238E27FC236}">
                <a16:creationId xmlns:a16="http://schemas.microsoft.com/office/drawing/2014/main" id="{4CF2B73B-A0A9-3777-6CA1-1029F5568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2" name="Freeform 5">
            <a:extLst>
              <a:ext uri="{FF2B5EF4-FFF2-40B4-BE49-F238E27FC236}">
                <a16:creationId xmlns:a16="http://schemas.microsoft.com/office/drawing/2014/main" id="{4D88EBCC-3EC6-BC1C-F6D6-2757F3B0C9A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3" name="Oval 6">
            <a:extLst>
              <a:ext uri="{FF2B5EF4-FFF2-40B4-BE49-F238E27FC236}">
                <a16:creationId xmlns:a16="http://schemas.microsoft.com/office/drawing/2014/main" id="{4FDDD407-6429-A19A-7740-4F8DC2B34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64" name="Oval 7">
            <a:extLst>
              <a:ext uri="{FF2B5EF4-FFF2-40B4-BE49-F238E27FC236}">
                <a16:creationId xmlns:a16="http://schemas.microsoft.com/office/drawing/2014/main" id="{D01B1356-1330-6DFB-23CE-9C89799D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65" name="Oval 8">
            <a:extLst>
              <a:ext uri="{FF2B5EF4-FFF2-40B4-BE49-F238E27FC236}">
                <a16:creationId xmlns:a16="http://schemas.microsoft.com/office/drawing/2014/main" id="{453F69C3-1F08-793E-68E8-278CDCD4F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66" name="Oval 9">
            <a:extLst>
              <a:ext uri="{FF2B5EF4-FFF2-40B4-BE49-F238E27FC236}">
                <a16:creationId xmlns:a16="http://schemas.microsoft.com/office/drawing/2014/main" id="{4EB9E33F-01B6-DA15-EDB3-FF980BCD2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67" name="Oval 10">
            <a:extLst>
              <a:ext uri="{FF2B5EF4-FFF2-40B4-BE49-F238E27FC236}">
                <a16:creationId xmlns:a16="http://schemas.microsoft.com/office/drawing/2014/main" id="{45C900EA-B86C-29F3-C5C4-DD7B47BBA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68" name="Oval 11">
            <a:extLst>
              <a:ext uri="{FF2B5EF4-FFF2-40B4-BE49-F238E27FC236}">
                <a16:creationId xmlns:a16="http://schemas.microsoft.com/office/drawing/2014/main" id="{A6E4E3F5-09FF-4FBC-4D30-06901BA00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69" name="Oval 12">
            <a:extLst>
              <a:ext uri="{FF2B5EF4-FFF2-40B4-BE49-F238E27FC236}">
                <a16:creationId xmlns:a16="http://schemas.microsoft.com/office/drawing/2014/main" id="{ED7099BE-F5CE-D396-5FC7-A18B70392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6270" name="Oval 13">
            <a:extLst>
              <a:ext uri="{FF2B5EF4-FFF2-40B4-BE49-F238E27FC236}">
                <a16:creationId xmlns:a16="http://schemas.microsoft.com/office/drawing/2014/main" id="{43739CD9-7B21-5FCB-1C78-A0BFDECDB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662474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2DBE-0A15-D20C-F731-4699C939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عنصر نائب لرقم الشريحة 5">
            <a:extLst>
              <a:ext uri="{FF2B5EF4-FFF2-40B4-BE49-F238E27FC236}">
                <a16:creationId xmlns:a16="http://schemas.microsoft.com/office/drawing/2014/main" id="{C26E4B3E-CBD8-0E49-C831-58646D6B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32</a:t>
            </a:fld>
            <a:endParaRPr lang="en-GB" altLang="en-US"/>
          </a:p>
        </p:txBody>
      </p:sp>
      <p:sp>
        <p:nvSpPr>
          <p:cNvPr id="251906" name="Rectangle 2">
            <a:extLst>
              <a:ext uri="{FF2B5EF4-FFF2-40B4-BE49-F238E27FC236}">
                <a16:creationId xmlns:a16="http://schemas.microsoft.com/office/drawing/2014/main" id="{8233F222-4E7A-4071-9D8F-1DC50B743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7284" name="Line 3">
            <a:extLst>
              <a:ext uri="{FF2B5EF4-FFF2-40B4-BE49-F238E27FC236}">
                <a16:creationId xmlns:a16="http://schemas.microsoft.com/office/drawing/2014/main" id="{45D58520-5628-586A-9DC6-D0C14C3F8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5" name="Line 4">
            <a:extLst>
              <a:ext uri="{FF2B5EF4-FFF2-40B4-BE49-F238E27FC236}">
                <a16:creationId xmlns:a16="http://schemas.microsoft.com/office/drawing/2014/main" id="{357A3E61-A2BD-D0B2-78B0-A26AA1FBD4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6" name="Freeform 5">
            <a:extLst>
              <a:ext uri="{FF2B5EF4-FFF2-40B4-BE49-F238E27FC236}">
                <a16:creationId xmlns:a16="http://schemas.microsoft.com/office/drawing/2014/main" id="{57E35C0D-B085-04FA-E3A1-1D25341CE7DF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7" name="Oval 6">
            <a:extLst>
              <a:ext uri="{FF2B5EF4-FFF2-40B4-BE49-F238E27FC236}">
                <a16:creationId xmlns:a16="http://schemas.microsoft.com/office/drawing/2014/main" id="{D481937B-5768-18F1-BD42-F38B0F5C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7288" name="Oval 8">
            <a:extLst>
              <a:ext uri="{FF2B5EF4-FFF2-40B4-BE49-F238E27FC236}">
                <a16:creationId xmlns:a16="http://schemas.microsoft.com/office/drawing/2014/main" id="{9B794642-A62B-00DF-6706-DE94372C9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7289" name="Oval 10">
            <a:extLst>
              <a:ext uri="{FF2B5EF4-FFF2-40B4-BE49-F238E27FC236}">
                <a16:creationId xmlns:a16="http://schemas.microsoft.com/office/drawing/2014/main" id="{EF6145AF-41DA-3BCD-9E50-5DEA68A67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7290" name="Oval 11">
            <a:extLst>
              <a:ext uri="{FF2B5EF4-FFF2-40B4-BE49-F238E27FC236}">
                <a16:creationId xmlns:a16="http://schemas.microsoft.com/office/drawing/2014/main" id="{450DA0EF-1554-8A1C-037E-C5648F61C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881822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D6AC-CBB1-B72F-35F0-79414A03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عنصر نائب لرقم الشريحة 5">
            <a:extLst>
              <a:ext uri="{FF2B5EF4-FFF2-40B4-BE49-F238E27FC236}">
                <a16:creationId xmlns:a16="http://schemas.microsoft.com/office/drawing/2014/main" id="{D0901BBD-3778-27ED-9FBC-12623610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33</a:t>
            </a:fld>
            <a:endParaRPr lang="en-GB" altLang="en-US"/>
          </a:p>
        </p:txBody>
      </p:sp>
      <p:sp>
        <p:nvSpPr>
          <p:cNvPr id="257026" name="Rectangle 2">
            <a:extLst>
              <a:ext uri="{FF2B5EF4-FFF2-40B4-BE49-F238E27FC236}">
                <a16:creationId xmlns:a16="http://schemas.microsoft.com/office/drawing/2014/main" id="{D4F39188-7BF4-D417-8CCF-77BA03516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8308" name="Line 3">
            <a:extLst>
              <a:ext uri="{FF2B5EF4-FFF2-40B4-BE49-F238E27FC236}">
                <a16:creationId xmlns:a16="http://schemas.microsoft.com/office/drawing/2014/main" id="{F15EF697-251F-3238-901F-A2E1278D3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09" name="Line 4">
            <a:extLst>
              <a:ext uri="{FF2B5EF4-FFF2-40B4-BE49-F238E27FC236}">
                <a16:creationId xmlns:a16="http://schemas.microsoft.com/office/drawing/2014/main" id="{CF450B98-726B-3DE3-BF39-D403D0F33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0" name="Freeform 5">
            <a:extLst>
              <a:ext uri="{FF2B5EF4-FFF2-40B4-BE49-F238E27FC236}">
                <a16:creationId xmlns:a16="http://schemas.microsoft.com/office/drawing/2014/main" id="{FE4ECF3C-01D0-126A-0E82-88E8B169A05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1" name="Oval 6">
            <a:extLst>
              <a:ext uri="{FF2B5EF4-FFF2-40B4-BE49-F238E27FC236}">
                <a16:creationId xmlns:a16="http://schemas.microsoft.com/office/drawing/2014/main" id="{73237E68-F6C8-0447-F06E-891692AD0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2" name="Oval 7">
            <a:extLst>
              <a:ext uri="{FF2B5EF4-FFF2-40B4-BE49-F238E27FC236}">
                <a16:creationId xmlns:a16="http://schemas.microsoft.com/office/drawing/2014/main" id="{7147E261-EE96-1F10-557F-9ECD5828A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3" name="Oval 8">
            <a:extLst>
              <a:ext uri="{FF2B5EF4-FFF2-40B4-BE49-F238E27FC236}">
                <a16:creationId xmlns:a16="http://schemas.microsoft.com/office/drawing/2014/main" id="{A8CD5BE4-18E3-964D-3183-E3D29FCB6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4" name="Oval 9">
            <a:extLst>
              <a:ext uri="{FF2B5EF4-FFF2-40B4-BE49-F238E27FC236}">
                <a16:creationId xmlns:a16="http://schemas.microsoft.com/office/drawing/2014/main" id="{293D1AEF-1349-8056-67C8-0F7867AE6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5" name="Oval 10">
            <a:extLst>
              <a:ext uri="{FF2B5EF4-FFF2-40B4-BE49-F238E27FC236}">
                <a16:creationId xmlns:a16="http://schemas.microsoft.com/office/drawing/2014/main" id="{FAFA3C19-2E25-7374-81DF-5799261B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6" name="Oval 11">
            <a:extLst>
              <a:ext uri="{FF2B5EF4-FFF2-40B4-BE49-F238E27FC236}">
                <a16:creationId xmlns:a16="http://schemas.microsoft.com/office/drawing/2014/main" id="{99652847-9FAB-BF14-6BA3-97416202D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7" name="Oval 12">
            <a:extLst>
              <a:ext uri="{FF2B5EF4-FFF2-40B4-BE49-F238E27FC236}">
                <a16:creationId xmlns:a16="http://schemas.microsoft.com/office/drawing/2014/main" id="{C77DAE77-6A5D-446A-E4AF-EA66BCCDE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8318" name="Oval 13">
            <a:extLst>
              <a:ext uri="{FF2B5EF4-FFF2-40B4-BE49-F238E27FC236}">
                <a16:creationId xmlns:a16="http://schemas.microsoft.com/office/drawing/2014/main" id="{48D4E16E-AE0A-BE4F-5F54-4ACBC5C85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575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0D56-A70C-1EB5-B5C7-ED47F883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عنصر نائب لرقم الشريحة 5">
            <a:extLst>
              <a:ext uri="{FF2B5EF4-FFF2-40B4-BE49-F238E27FC236}">
                <a16:creationId xmlns:a16="http://schemas.microsoft.com/office/drawing/2014/main" id="{4CDC63B1-5C8D-413C-3CA1-6F87AF2C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34</a:t>
            </a:fld>
            <a:endParaRPr lang="en-GB" altLang="en-US"/>
          </a:p>
        </p:txBody>
      </p:sp>
      <p:sp>
        <p:nvSpPr>
          <p:cNvPr id="258050" name="Rectangle 2">
            <a:extLst>
              <a:ext uri="{FF2B5EF4-FFF2-40B4-BE49-F238E27FC236}">
                <a16:creationId xmlns:a16="http://schemas.microsoft.com/office/drawing/2014/main" id="{27A32254-C10C-9671-0CEE-6D4CAA957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99332" name="Line 3">
            <a:extLst>
              <a:ext uri="{FF2B5EF4-FFF2-40B4-BE49-F238E27FC236}">
                <a16:creationId xmlns:a16="http://schemas.microsoft.com/office/drawing/2014/main" id="{9CE5FDD5-A153-C79E-CCDE-D0F973D44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3" name="Line 4">
            <a:extLst>
              <a:ext uri="{FF2B5EF4-FFF2-40B4-BE49-F238E27FC236}">
                <a16:creationId xmlns:a16="http://schemas.microsoft.com/office/drawing/2014/main" id="{DC7D53C4-0D16-ECE9-5FBA-60AB888385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4" name="Freeform 5">
            <a:extLst>
              <a:ext uri="{FF2B5EF4-FFF2-40B4-BE49-F238E27FC236}">
                <a16:creationId xmlns:a16="http://schemas.microsoft.com/office/drawing/2014/main" id="{C006CE2B-F825-C314-AC32-6BAAB6D89341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5" name="Oval 6">
            <a:extLst>
              <a:ext uri="{FF2B5EF4-FFF2-40B4-BE49-F238E27FC236}">
                <a16:creationId xmlns:a16="http://schemas.microsoft.com/office/drawing/2014/main" id="{D52C878D-224F-F69D-A125-6686B5EF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36" name="Oval 7">
            <a:extLst>
              <a:ext uri="{FF2B5EF4-FFF2-40B4-BE49-F238E27FC236}">
                <a16:creationId xmlns:a16="http://schemas.microsoft.com/office/drawing/2014/main" id="{0F3A7996-AD86-FC85-CADA-154CE50B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37" name="Oval 8">
            <a:extLst>
              <a:ext uri="{FF2B5EF4-FFF2-40B4-BE49-F238E27FC236}">
                <a16:creationId xmlns:a16="http://schemas.microsoft.com/office/drawing/2014/main" id="{230F5AE5-ABCF-05BE-80B3-73E4A75B2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38" name="Oval 9">
            <a:extLst>
              <a:ext uri="{FF2B5EF4-FFF2-40B4-BE49-F238E27FC236}">
                <a16:creationId xmlns:a16="http://schemas.microsoft.com/office/drawing/2014/main" id="{4D879BC0-3F5F-AC15-3D73-2176AD2E6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39" name="Oval 10">
            <a:extLst>
              <a:ext uri="{FF2B5EF4-FFF2-40B4-BE49-F238E27FC236}">
                <a16:creationId xmlns:a16="http://schemas.microsoft.com/office/drawing/2014/main" id="{C3292218-E568-D930-07A5-EB65C0F20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40" name="Oval 11">
            <a:extLst>
              <a:ext uri="{FF2B5EF4-FFF2-40B4-BE49-F238E27FC236}">
                <a16:creationId xmlns:a16="http://schemas.microsoft.com/office/drawing/2014/main" id="{E2C64672-D5B9-D3EE-4DAF-1CC70B1B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41" name="Oval 12">
            <a:extLst>
              <a:ext uri="{FF2B5EF4-FFF2-40B4-BE49-F238E27FC236}">
                <a16:creationId xmlns:a16="http://schemas.microsoft.com/office/drawing/2014/main" id="{F69C365C-3E73-080A-E604-34BF9395C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99342" name="Oval 13">
            <a:extLst>
              <a:ext uri="{FF2B5EF4-FFF2-40B4-BE49-F238E27FC236}">
                <a16:creationId xmlns:a16="http://schemas.microsoft.com/office/drawing/2014/main" id="{8E0CDA21-3DB5-0B23-5C11-536D1B742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57158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D6D3-002D-1FA3-2695-826F07A3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عنصر نائب لرقم الشريحة 5">
            <a:extLst>
              <a:ext uri="{FF2B5EF4-FFF2-40B4-BE49-F238E27FC236}">
                <a16:creationId xmlns:a16="http://schemas.microsoft.com/office/drawing/2014/main" id="{19A1977D-C45E-188E-6568-1261141F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35</a:t>
            </a:fld>
            <a:endParaRPr lang="en-GB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D30B1FC0-C779-A0CC-BECA-5D0DED6FD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0356" name="Line 3">
            <a:extLst>
              <a:ext uri="{FF2B5EF4-FFF2-40B4-BE49-F238E27FC236}">
                <a16:creationId xmlns:a16="http://schemas.microsoft.com/office/drawing/2014/main" id="{BFD83F2F-4ED1-7976-ADDC-9D14E4850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7" name="Line 4">
            <a:extLst>
              <a:ext uri="{FF2B5EF4-FFF2-40B4-BE49-F238E27FC236}">
                <a16:creationId xmlns:a16="http://schemas.microsoft.com/office/drawing/2014/main" id="{008F11E5-6E62-2188-7E82-0A1BB80E7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8" name="Freeform 5">
            <a:extLst>
              <a:ext uri="{FF2B5EF4-FFF2-40B4-BE49-F238E27FC236}">
                <a16:creationId xmlns:a16="http://schemas.microsoft.com/office/drawing/2014/main" id="{D16014ED-5C27-9B18-6722-522A3397F93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9" name="Oval 8">
            <a:extLst>
              <a:ext uri="{FF2B5EF4-FFF2-40B4-BE49-F238E27FC236}">
                <a16:creationId xmlns:a16="http://schemas.microsoft.com/office/drawing/2014/main" id="{BA11D749-AF0F-EBB5-9CD7-5B6C7371A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0360" name="Oval 10">
            <a:extLst>
              <a:ext uri="{FF2B5EF4-FFF2-40B4-BE49-F238E27FC236}">
                <a16:creationId xmlns:a16="http://schemas.microsoft.com/office/drawing/2014/main" id="{0C7D2132-74F5-3339-EC8B-D4541B834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0361" name="Oval 12">
            <a:extLst>
              <a:ext uri="{FF2B5EF4-FFF2-40B4-BE49-F238E27FC236}">
                <a16:creationId xmlns:a16="http://schemas.microsoft.com/office/drawing/2014/main" id="{63C6AD37-49FB-41ED-5BBF-C8A9C280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0362" name="Oval 13">
            <a:extLst>
              <a:ext uri="{FF2B5EF4-FFF2-40B4-BE49-F238E27FC236}">
                <a16:creationId xmlns:a16="http://schemas.microsoft.com/office/drawing/2014/main" id="{E9783A0E-226D-3516-EA14-2EDB6787B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4255497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F557-0577-153C-7A37-4796B5B8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عنصر نائب لرقم الشريحة 5">
            <a:extLst>
              <a:ext uri="{FF2B5EF4-FFF2-40B4-BE49-F238E27FC236}">
                <a16:creationId xmlns:a16="http://schemas.microsoft.com/office/drawing/2014/main" id="{68A5A4B4-FD71-3290-AB1E-0F04E620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36</a:t>
            </a:fld>
            <a:endParaRPr lang="en-GB" altLang="en-US"/>
          </a:p>
        </p:txBody>
      </p:sp>
      <p:sp>
        <p:nvSpPr>
          <p:cNvPr id="259074" name="Rectangle 2">
            <a:extLst>
              <a:ext uri="{FF2B5EF4-FFF2-40B4-BE49-F238E27FC236}">
                <a16:creationId xmlns:a16="http://schemas.microsoft.com/office/drawing/2014/main" id="{B98E6394-49F6-BBF9-12E6-57A9A8268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1380" name="Line 3">
            <a:extLst>
              <a:ext uri="{FF2B5EF4-FFF2-40B4-BE49-F238E27FC236}">
                <a16:creationId xmlns:a16="http://schemas.microsoft.com/office/drawing/2014/main" id="{A958F2DB-8392-5D61-447E-FF0A6A15D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1" name="Line 4">
            <a:extLst>
              <a:ext uri="{FF2B5EF4-FFF2-40B4-BE49-F238E27FC236}">
                <a16:creationId xmlns:a16="http://schemas.microsoft.com/office/drawing/2014/main" id="{2BE3976F-AE1A-1267-DB6A-808A2D4AD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2" name="Freeform 5">
            <a:extLst>
              <a:ext uri="{FF2B5EF4-FFF2-40B4-BE49-F238E27FC236}">
                <a16:creationId xmlns:a16="http://schemas.microsoft.com/office/drawing/2014/main" id="{62B6E2F3-36EF-5DEF-6BEB-DBC8C521D13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3" name="Oval 8">
            <a:extLst>
              <a:ext uri="{FF2B5EF4-FFF2-40B4-BE49-F238E27FC236}">
                <a16:creationId xmlns:a16="http://schemas.microsoft.com/office/drawing/2014/main" id="{3E51E9D9-EDE3-D414-5F09-DD639EE65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84" name="Oval 10">
            <a:extLst>
              <a:ext uri="{FF2B5EF4-FFF2-40B4-BE49-F238E27FC236}">
                <a16:creationId xmlns:a16="http://schemas.microsoft.com/office/drawing/2014/main" id="{129BEA74-08E4-26C4-E0F2-6068ACF4E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85" name="Oval 12">
            <a:extLst>
              <a:ext uri="{FF2B5EF4-FFF2-40B4-BE49-F238E27FC236}">
                <a16:creationId xmlns:a16="http://schemas.microsoft.com/office/drawing/2014/main" id="{F629DF89-98C0-7CA7-3453-C940A487E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86" name="Oval 13">
            <a:extLst>
              <a:ext uri="{FF2B5EF4-FFF2-40B4-BE49-F238E27FC236}">
                <a16:creationId xmlns:a16="http://schemas.microsoft.com/office/drawing/2014/main" id="{75819BED-DC2F-A259-48BA-D0B0F6519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87" name="Oval 14">
            <a:extLst>
              <a:ext uri="{FF2B5EF4-FFF2-40B4-BE49-F238E27FC236}">
                <a16:creationId xmlns:a16="http://schemas.microsoft.com/office/drawing/2014/main" id="{D5FA4E11-E3E6-8E2D-B265-FA118FCA5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88" name="Oval 15">
            <a:extLst>
              <a:ext uri="{FF2B5EF4-FFF2-40B4-BE49-F238E27FC236}">
                <a16:creationId xmlns:a16="http://schemas.microsoft.com/office/drawing/2014/main" id="{C35C2385-1C4D-7B48-42AF-AA2EED448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89" name="Oval 16">
            <a:extLst>
              <a:ext uri="{FF2B5EF4-FFF2-40B4-BE49-F238E27FC236}">
                <a16:creationId xmlns:a16="http://schemas.microsoft.com/office/drawing/2014/main" id="{9FEE10F4-A7CE-923F-DFDD-D849AA3E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1390" name="Oval 17">
            <a:extLst>
              <a:ext uri="{FF2B5EF4-FFF2-40B4-BE49-F238E27FC236}">
                <a16:creationId xmlns:a16="http://schemas.microsoft.com/office/drawing/2014/main" id="{B2C8FDAD-5EEF-5560-C425-333133174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596533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1DF8-199C-3AEB-F2DD-9B2A00E6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عنصر نائب لرقم الشريحة 5">
            <a:extLst>
              <a:ext uri="{FF2B5EF4-FFF2-40B4-BE49-F238E27FC236}">
                <a16:creationId xmlns:a16="http://schemas.microsoft.com/office/drawing/2014/main" id="{6BEF8EBE-9697-0F24-2DF8-99446824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37</a:t>
            </a:fld>
            <a:endParaRPr lang="en-GB" altLang="en-US"/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BAA36081-0283-CC4B-2747-690492075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2404" name="Line 3">
            <a:extLst>
              <a:ext uri="{FF2B5EF4-FFF2-40B4-BE49-F238E27FC236}">
                <a16:creationId xmlns:a16="http://schemas.microsoft.com/office/drawing/2014/main" id="{0A047AEC-018E-36C2-956E-EBED1D8EB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5" name="Line 4">
            <a:extLst>
              <a:ext uri="{FF2B5EF4-FFF2-40B4-BE49-F238E27FC236}">
                <a16:creationId xmlns:a16="http://schemas.microsoft.com/office/drawing/2014/main" id="{0DE90487-25A2-1620-E2D7-BE1DC8EF9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6" name="Freeform 5">
            <a:extLst>
              <a:ext uri="{FF2B5EF4-FFF2-40B4-BE49-F238E27FC236}">
                <a16:creationId xmlns:a16="http://schemas.microsoft.com/office/drawing/2014/main" id="{5A1AF580-B4C4-485B-B6EB-96EDC733D80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7" name="Oval 6">
            <a:extLst>
              <a:ext uri="{FF2B5EF4-FFF2-40B4-BE49-F238E27FC236}">
                <a16:creationId xmlns:a16="http://schemas.microsoft.com/office/drawing/2014/main" id="{6F952AD0-D24B-ADC8-5A12-AF4B59B23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08" name="Oval 7">
            <a:extLst>
              <a:ext uri="{FF2B5EF4-FFF2-40B4-BE49-F238E27FC236}">
                <a16:creationId xmlns:a16="http://schemas.microsoft.com/office/drawing/2014/main" id="{EA1D8AF7-3DB9-74C9-74B9-7B3BA1325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09" name="Oval 8">
            <a:extLst>
              <a:ext uri="{FF2B5EF4-FFF2-40B4-BE49-F238E27FC236}">
                <a16:creationId xmlns:a16="http://schemas.microsoft.com/office/drawing/2014/main" id="{B88600A9-A65B-4273-4D4C-94D8F390D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10" name="Oval 9">
            <a:extLst>
              <a:ext uri="{FF2B5EF4-FFF2-40B4-BE49-F238E27FC236}">
                <a16:creationId xmlns:a16="http://schemas.microsoft.com/office/drawing/2014/main" id="{BD31C68F-19EA-00DB-C9B6-D84765B0D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11" name="Oval 10">
            <a:extLst>
              <a:ext uri="{FF2B5EF4-FFF2-40B4-BE49-F238E27FC236}">
                <a16:creationId xmlns:a16="http://schemas.microsoft.com/office/drawing/2014/main" id="{43CD6F0A-B161-E6E9-CD7D-1A65303A2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12" name="Oval 11">
            <a:extLst>
              <a:ext uri="{FF2B5EF4-FFF2-40B4-BE49-F238E27FC236}">
                <a16:creationId xmlns:a16="http://schemas.microsoft.com/office/drawing/2014/main" id="{B2227683-82FE-1F1E-C5CE-FC7D044E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13" name="Oval 12">
            <a:extLst>
              <a:ext uri="{FF2B5EF4-FFF2-40B4-BE49-F238E27FC236}">
                <a16:creationId xmlns:a16="http://schemas.microsoft.com/office/drawing/2014/main" id="{43A0419E-7B4D-4769-02F1-74493CCA8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2414" name="Oval 13">
            <a:extLst>
              <a:ext uri="{FF2B5EF4-FFF2-40B4-BE49-F238E27FC236}">
                <a16:creationId xmlns:a16="http://schemas.microsoft.com/office/drawing/2014/main" id="{E5E36AF1-2EF5-64C5-A3E7-D5F789CA7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175820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E79C-0625-5132-36C9-9007CAFE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عنصر نائب لرقم الشريحة 5">
            <a:extLst>
              <a:ext uri="{FF2B5EF4-FFF2-40B4-BE49-F238E27FC236}">
                <a16:creationId xmlns:a16="http://schemas.microsoft.com/office/drawing/2014/main" id="{D31DDA6E-8FCA-1330-ACE0-B81C250E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38</a:t>
            </a:fld>
            <a:endParaRPr lang="en-GB" altLang="en-US"/>
          </a:p>
        </p:txBody>
      </p:sp>
      <p:sp>
        <p:nvSpPr>
          <p:cNvPr id="263170" name="Rectangle 2">
            <a:extLst>
              <a:ext uri="{FF2B5EF4-FFF2-40B4-BE49-F238E27FC236}">
                <a16:creationId xmlns:a16="http://schemas.microsoft.com/office/drawing/2014/main" id="{9B319A21-C24B-BD40-B249-538D799AF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3428" name="Line 3">
            <a:extLst>
              <a:ext uri="{FF2B5EF4-FFF2-40B4-BE49-F238E27FC236}">
                <a16:creationId xmlns:a16="http://schemas.microsoft.com/office/drawing/2014/main" id="{8C746B45-84A0-1233-B4A3-90C508AA5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9" name="Line 4">
            <a:extLst>
              <a:ext uri="{FF2B5EF4-FFF2-40B4-BE49-F238E27FC236}">
                <a16:creationId xmlns:a16="http://schemas.microsoft.com/office/drawing/2014/main" id="{B5A2C544-21AD-A809-CB6E-0D6E03D8E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0" name="Freeform 5">
            <a:extLst>
              <a:ext uri="{FF2B5EF4-FFF2-40B4-BE49-F238E27FC236}">
                <a16:creationId xmlns:a16="http://schemas.microsoft.com/office/drawing/2014/main" id="{16F404B5-B824-D595-ECCA-26D85771BE9F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1" name="Oval 9">
            <a:extLst>
              <a:ext uri="{FF2B5EF4-FFF2-40B4-BE49-F238E27FC236}">
                <a16:creationId xmlns:a16="http://schemas.microsoft.com/office/drawing/2014/main" id="{B5734E4C-16D7-E707-FA9B-814DC76BB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3432" name="Oval 10">
            <a:extLst>
              <a:ext uri="{FF2B5EF4-FFF2-40B4-BE49-F238E27FC236}">
                <a16:creationId xmlns:a16="http://schemas.microsoft.com/office/drawing/2014/main" id="{9065B0A4-5A98-9196-1909-BB33C014E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3433" name="Oval 11">
            <a:extLst>
              <a:ext uri="{FF2B5EF4-FFF2-40B4-BE49-F238E27FC236}">
                <a16:creationId xmlns:a16="http://schemas.microsoft.com/office/drawing/2014/main" id="{819A3116-B925-2D59-C962-428AE3C70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3434" name="Oval 12">
            <a:extLst>
              <a:ext uri="{FF2B5EF4-FFF2-40B4-BE49-F238E27FC236}">
                <a16:creationId xmlns:a16="http://schemas.microsoft.com/office/drawing/2014/main" id="{E451DD8F-5AC5-0D41-7058-42AD9739F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81369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26E4-8737-630B-ADF9-F0E2EE6A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عنصر نائب لرقم الشريحة 5">
            <a:extLst>
              <a:ext uri="{FF2B5EF4-FFF2-40B4-BE49-F238E27FC236}">
                <a16:creationId xmlns:a16="http://schemas.microsoft.com/office/drawing/2014/main" id="{41707E49-75C3-5763-9865-2B05E155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39</a:t>
            </a:fld>
            <a:endParaRPr lang="en-GB" altLang="en-US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472ACE49-C537-EFC7-14E9-EB99721A5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4452" name="Line 3">
            <a:extLst>
              <a:ext uri="{FF2B5EF4-FFF2-40B4-BE49-F238E27FC236}">
                <a16:creationId xmlns:a16="http://schemas.microsoft.com/office/drawing/2014/main" id="{2AE6532C-4C44-B78A-E5B3-E483F6CEC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3" name="Line 4">
            <a:extLst>
              <a:ext uri="{FF2B5EF4-FFF2-40B4-BE49-F238E27FC236}">
                <a16:creationId xmlns:a16="http://schemas.microsoft.com/office/drawing/2014/main" id="{F32AABBB-CB10-5144-CCDF-00C9A41CA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4" name="Freeform 5">
            <a:extLst>
              <a:ext uri="{FF2B5EF4-FFF2-40B4-BE49-F238E27FC236}">
                <a16:creationId xmlns:a16="http://schemas.microsoft.com/office/drawing/2014/main" id="{1CCE0062-14DF-B478-6AA8-D395CB15080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5" name="Oval 9">
            <a:extLst>
              <a:ext uri="{FF2B5EF4-FFF2-40B4-BE49-F238E27FC236}">
                <a16:creationId xmlns:a16="http://schemas.microsoft.com/office/drawing/2014/main" id="{7B410239-84F7-BE20-DD10-BB00A8FB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56" name="Oval 10">
            <a:extLst>
              <a:ext uri="{FF2B5EF4-FFF2-40B4-BE49-F238E27FC236}">
                <a16:creationId xmlns:a16="http://schemas.microsoft.com/office/drawing/2014/main" id="{AC0FCBE9-9982-75D2-E0CD-9CF0B8CD0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57" name="Oval 11">
            <a:extLst>
              <a:ext uri="{FF2B5EF4-FFF2-40B4-BE49-F238E27FC236}">
                <a16:creationId xmlns:a16="http://schemas.microsoft.com/office/drawing/2014/main" id="{28F5F004-8891-DDEF-D757-B828530FD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58" name="Oval 12">
            <a:extLst>
              <a:ext uri="{FF2B5EF4-FFF2-40B4-BE49-F238E27FC236}">
                <a16:creationId xmlns:a16="http://schemas.microsoft.com/office/drawing/2014/main" id="{D5B9C732-01A6-0C8B-6450-8270A7F1E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59" name="Oval 14">
            <a:extLst>
              <a:ext uri="{FF2B5EF4-FFF2-40B4-BE49-F238E27FC236}">
                <a16:creationId xmlns:a16="http://schemas.microsoft.com/office/drawing/2014/main" id="{88E2BBC3-669B-06CB-5F47-7874449A9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60" name="Oval 15">
            <a:extLst>
              <a:ext uri="{FF2B5EF4-FFF2-40B4-BE49-F238E27FC236}">
                <a16:creationId xmlns:a16="http://schemas.microsoft.com/office/drawing/2014/main" id="{095A08AB-2033-C7AF-8042-951CAB097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61" name="Oval 16">
            <a:extLst>
              <a:ext uri="{FF2B5EF4-FFF2-40B4-BE49-F238E27FC236}">
                <a16:creationId xmlns:a16="http://schemas.microsoft.com/office/drawing/2014/main" id="{184441CA-FCB5-E23D-4DDF-B062A7F77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4462" name="Oval 17">
            <a:extLst>
              <a:ext uri="{FF2B5EF4-FFF2-40B4-BE49-F238E27FC236}">
                <a16:creationId xmlns:a16="http://schemas.microsoft.com/office/drawing/2014/main" id="{1B1E45AF-DF62-3C91-0C37-369609740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983060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B8F1-D1B6-54E8-62AE-F88DBEB2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عنصر نائب لرقم الشريحة 5">
            <a:extLst>
              <a:ext uri="{FF2B5EF4-FFF2-40B4-BE49-F238E27FC236}">
                <a16:creationId xmlns:a16="http://schemas.microsoft.com/office/drawing/2014/main" id="{5852680F-D0B2-284A-8997-C2994B50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40</a:t>
            </a:fld>
            <a:endParaRPr lang="en-GB" altLang="en-US"/>
          </a:p>
        </p:txBody>
      </p:sp>
      <p:sp>
        <p:nvSpPr>
          <p:cNvPr id="264194" name="Rectangle 2">
            <a:extLst>
              <a:ext uri="{FF2B5EF4-FFF2-40B4-BE49-F238E27FC236}">
                <a16:creationId xmlns:a16="http://schemas.microsoft.com/office/drawing/2014/main" id="{98C9AE15-AF2E-87A9-BE1D-AC38BDC33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5476" name="Line 3">
            <a:extLst>
              <a:ext uri="{FF2B5EF4-FFF2-40B4-BE49-F238E27FC236}">
                <a16:creationId xmlns:a16="http://schemas.microsoft.com/office/drawing/2014/main" id="{C33B4427-1849-4CC3-56C1-6FBA7DA36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7" name="Line 4">
            <a:extLst>
              <a:ext uri="{FF2B5EF4-FFF2-40B4-BE49-F238E27FC236}">
                <a16:creationId xmlns:a16="http://schemas.microsoft.com/office/drawing/2014/main" id="{FAA2257E-3ECD-7328-E560-79C7F8824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8" name="Freeform 5">
            <a:extLst>
              <a:ext uri="{FF2B5EF4-FFF2-40B4-BE49-F238E27FC236}">
                <a16:creationId xmlns:a16="http://schemas.microsoft.com/office/drawing/2014/main" id="{929DD757-B0BC-2E31-1026-5524F1570B4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9" name="Oval 6">
            <a:extLst>
              <a:ext uri="{FF2B5EF4-FFF2-40B4-BE49-F238E27FC236}">
                <a16:creationId xmlns:a16="http://schemas.microsoft.com/office/drawing/2014/main" id="{B7CE7F42-CCF5-A46A-14D5-0FE2CC382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0" name="Oval 7">
            <a:extLst>
              <a:ext uri="{FF2B5EF4-FFF2-40B4-BE49-F238E27FC236}">
                <a16:creationId xmlns:a16="http://schemas.microsoft.com/office/drawing/2014/main" id="{2BBEBFA8-A25D-DB53-4335-DF23D6E13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1" name="Oval 8">
            <a:extLst>
              <a:ext uri="{FF2B5EF4-FFF2-40B4-BE49-F238E27FC236}">
                <a16:creationId xmlns:a16="http://schemas.microsoft.com/office/drawing/2014/main" id="{D1051132-E3AF-90D4-AF7B-A3133D4DD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2" name="Oval 9">
            <a:extLst>
              <a:ext uri="{FF2B5EF4-FFF2-40B4-BE49-F238E27FC236}">
                <a16:creationId xmlns:a16="http://schemas.microsoft.com/office/drawing/2014/main" id="{777E6AB1-6871-DCEE-46A5-49146E4C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3" name="Oval 10">
            <a:extLst>
              <a:ext uri="{FF2B5EF4-FFF2-40B4-BE49-F238E27FC236}">
                <a16:creationId xmlns:a16="http://schemas.microsoft.com/office/drawing/2014/main" id="{84D4DAE7-1DF8-9005-49DF-6C2711D79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4" name="Oval 11">
            <a:extLst>
              <a:ext uri="{FF2B5EF4-FFF2-40B4-BE49-F238E27FC236}">
                <a16:creationId xmlns:a16="http://schemas.microsoft.com/office/drawing/2014/main" id="{83DCFD23-8BA5-0384-0D4F-51C046D51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5" name="Oval 12">
            <a:extLst>
              <a:ext uri="{FF2B5EF4-FFF2-40B4-BE49-F238E27FC236}">
                <a16:creationId xmlns:a16="http://schemas.microsoft.com/office/drawing/2014/main" id="{31DC6A4C-2789-2515-9B85-521B2E221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5486" name="Oval 13">
            <a:extLst>
              <a:ext uri="{FF2B5EF4-FFF2-40B4-BE49-F238E27FC236}">
                <a16:creationId xmlns:a16="http://schemas.microsoft.com/office/drawing/2014/main" id="{7CFF999E-3333-6BF0-D80F-E55F2AB2E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339771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A883-8543-A937-3A83-AB7B7CCC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عنصر نائب لرقم الشريحة 5">
            <a:extLst>
              <a:ext uri="{FF2B5EF4-FFF2-40B4-BE49-F238E27FC236}">
                <a16:creationId xmlns:a16="http://schemas.microsoft.com/office/drawing/2014/main" id="{88E2B1A6-1C4D-DF3F-BF4A-3D3BD487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41</a:t>
            </a:fld>
            <a:endParaRPr lang="en-GB" altLang="en-US"/>
          </a:p>
        </p:txBody>
      </p:sp>
      <p:sp>
        <p:nvSpPr>
          <p:cNvPr id="265218" name="Rectangle 2">
            <a:extLst>
              <a:ext uri="{FF2B5EF4-FFF2-40B4-BE49-F238E27FC236}">
                <a16:creationId xmlns:a16="http://schemas.microsoft.com/office/drawing/2014/main" id="{C9D573CA-9AAD-84C5-5F8E-4A8151FF8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>
              <a:defRPr/>
            </a:pPr>
            <a:r>
              <a:rPr lang="fr-FR"/>
              <a:t>Local Beam</a:t>
            </a:r>
            <a:r>
              <a:rPr lang="fr-FR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/>
              <a:t>Search</a:t>
            </a:r>
            <a:endParaRPr lang="en-US"/>
          </a:p>
        </p:txBody>
      </p:sp>
      <p:sp>
        <p:nvSpPr>
          <p:cNvPr id="106500" name="Line 3">
            <a:extLst>
              <a:ext uri="{FF2B5EF4-FFF2-40B4-BE49-F238E27FC236}">
                <a16:creationId xmlns:a16="http://schemas.microsoft.com/office/drawing/2014/main" id="{4289ADBC-60B1-C54C-A543-4FD74D435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1" name="Line 4">
            <a:extLst>
              <a:ext uri="{FF2B5EF4-FFF2-40B4-BE49-F238E27FC236}">
                <a16:creationId xmlns:a16="http://schemas.microsoft.com/office/drawing/2014/main" id="{1F497DEA-EAA0-DCC4-366E-9A60F0E7C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2" name="Freeform 5">
            <a:extLst>
              <a:ext uri="{FF2B5EF4-FFF2-40B4-BE49-F238E27FC236}">
                <a16:creationId xmlns:a16="http://schemas.microsoft.com/office/drawing/2014/main" id="{08797E24-6BF6-4A59-BEF3-3FB20C9E4FF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3" name="Oval 7">
            <a:extLst>
              <a:ext uri="{FF2B5EF4-FFF2-40B4-BE49-F238E27FC236}">
                <a16:creationId xmlns:a16="http://schemas.microsoft.com/office/drawing/2014/main" id="{AD01815C-ADB5-C3B3-7D61-4ECF0417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6504" name="Oval 10">
            <a:extLst>
              <a:ext uri="{FF2B5EF4-FFF2-40B4-BE49-F238E27FC236}">
                <a16:creationId xmlns:a16="http://schemas.microsoft.com/office/drawing/2014/main" id="{C922160F-C44A-E8D4-211B-B2744525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6505" name="Oval 12">
            <a:extLst>
              <a:ext uri="{FF2B5EF4-FFF2-40B4-BE49-F238E27FC236}">
                <a16:creationId xmlns:a16="http://schemas.microsoft.com/office/drawing/2014/main" id="{5BB029E7-5A81-D140-8A26-768CF26D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6506" name="Oval 13">
            <a:extLst>
              <a:ext uri="{FF2B5EF4-FFF2-40B4-BE49-F238E27FC236}">
                <a16:creationId xmlns:a16="http://schemas.microsoft.com/office/drawing/2014/main" id="{12CAB913-C824-1207-EDCA-D5F188354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06507" name="Line 14">
            <a:extLst>
              <a:ext uri="{FF2B5EF4-FFF2-40B4-BE49-F238E27FC236}">
                <a16:creationId xmlns:a16="http://schemas.microsoft.com/office/drawing/2014/main" id="{20BC8E88-B10A-0E1A-5498-5157BB689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8" name="Line 15">
            <a:extLst>
              <a:ext uri="{FF2B5EF4-FFF2-40B4-BE49-F238E27FC236}">
                <a16:creationId xmlns:a16="http://schemas.microsoft.com/office/drawing/2014/main" id="{29905CC5-B4DE-B4C8-18DE-05B1E5BF2C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34000"/>
            <a:ext cx="2590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46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1271" y="1969687"/>
            <a:ext cx="2668375" cy="249077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Simulated Annealing</a:t>
            </a:r>
            <a:br>
              <a:rPr lang="en-US" dirty="0"/>
            </a:b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phỏng</a:t>
            </a:r>
            <a:r>
              <a:rPr lang="en-US" sz="2800" dirty="0"/>
              <a:t> </a:t>
            </a:r>
            <a:r>
              <a:rPr lang="en-US" sz="2800" dirty="0" err="1"/>
              <a:t>tôi</a:t>
            </a:r>
            <a:r>
              <a:rPr lang="en-US" sz="2800" dirty="0"/>
              <a:t> </a:t>
            </a:r>
            <a:r>
              <a:rPr lang="en-US" sz="2800" dirty="0" err="1"/>
              <a:t>thép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300" dirty="0" err="1"/>
              <a:t>Kết</a:t>
            </a:r>
            <a:r>
              <a:rPr lang="en-US" sz="3300" dirty="0"/>
              <a:t> </a:t>
            </a:r>
            <a:r>
              <a:rPr lang="en-US" sz="3300" dirty="0" err="1"/>
              <a:t>hợp</a:t>
            </a:r>
            <a:r>
              <a:rPr lang="en-US" sz="3300" dirty="0"/>
              <a:t> </a:t>
            </a:r>
            <a:r>
              <a:rPr lang="en-US" sz="3300" dirty="0" err="1"/>
              <a:t>giữa</a:t>
            </a:r>
            <a:r>
              <a:rPr lang="en-US" sz="3300" dirty="0"/>
              <a:t> “</a:t>
            </a:r>
            <a:r>
              <a:rPr lang="en-US" sz="3300" dirty="0" err="1"/>
              <a:t>leo</a:t>
            </a:r>
            <a:r>
              <a:rPr lang="en-US" sz="3300" dirty="0"/>
              <a:t> </a:t>
            </a:r>
            <a:r>
              <a:rPr lang="en-US" sz="3300" dirty="0" err="1"/>
              <a:t>đồi</a:t>
            </a:r>
            <a:r>
              <a:rPr lang="en-US" sz="3300" dirty="0"/>
              <a:t>” </a:t>
            </a:r>
            <a:r>
              <a:rPr lang="en-US" sz="3300" dirty="0" err="1"/>
              <a:t>và</a:t>
            </a:r>
            <a:r>
              <a:rPr lang="en-US" sz="3300" dirty="0"/>
              <a:t> “</a:t>
            </a:r>
            <a:r>
              <a:rPr lang="en-US" sz="3300" dirty="0" err="1"/>
              <a:t>ngẫu</a:t>
            </a:r>
            <a:r>
              <a:rPr lang="en-US" sz="3300" dirty="0"/>
              <a:t> </a:t>
            </a:r>
            <a:r>
              <a:rPr lang="en-US" sz="3300" dirty="0" err="1"/>
              <a:t>nhiên</a:t>
            </a:r>
            <a:r>
              <a:rPr lang="en-US" sz="3300" dirty="0"/>
              <a:t>”</a:t>
            </a:r>
          </a:p>
          <a:p>
            <a:pPr>
              <a:lnSpc>
                <a:spcPct val="120000"/>
              </a:lnSpc>
            </a:pPr>
            <a:r>
              <a:rPr lang="en-US" sz="3300" dirty="0"/>
              <a:t>Ý </a:t>
            </a:r>
            <a:r>
              <a:rPr lang="en-US" sz="3300" dirty="0" err="1"/>
              <a:t>tưởng</a:t>
            </a:r>
            <a:r>
              <a:rPr lang="en-US" sz="3300" dirty="0"/>
              <a:t> </a:t>
            </a:r>
            <a:r>
              <a:rPr lang="en-US" sz="3300" dirty="0" err="1"/>
              <a:t>từ</a:t>
            </a:r>
            <a:r>
              <a:rPr lang="en-US" sz="3300" dirty="0"/>
              <a:t> </a:t>
            </a:r>
            <a:r>
              <a:rPr lang="en-US" sz="3300" dirty="0" err="1"/>
              <a:t>nghiên</a:t>
            </a:r>
            <a:r>
              <a:rPr lang="en-US" sz="3300" dirty="0"/>
              <a:t> </a:t>
            </a:r>
            <a:r>
              <a:rPr lang="en-US" sz="3300" dirty="0" err="1"/>
              <a:t>cứu</a:t>
            </a:r>
            <a:r>
              <a:rPr lang="en-US" sz="3300" dirty="0"/>
              <a:t> </a:t>
            </a:r>
            <a:r>
              <a:rPr lang="en-US" sz="3300" dirty="0" err="1"/>
              <a:t>vật</a:t>
            </a:r>
            <a:r>
              <a:rPr lang="en-US" sz="3300" dirty="0"/>
              <a:t> </a:t>
            </a:r>
            <a:r>
              <a:rPr lang="en-US" sz="3300" dirty="0" err="1"/>
              <a:t>lý</a:t>
            </a:r>
            <a:endParaRPr lang="en-US" sz="3300" dirty="0"/>
          </a:p>
          <a:p>
            <a:pPr>
              <a:lnSpc>
                <a:spcPct val="120000"/>
              </a:lnSpc>
            </a:pPr>
            <a:r>
              <a:rPr lang="en-US" sz="3300" dirty="0" err="1"/>
              <a:t>Quá</a:t>
            </a:r>
            <a:r>
              <a:rPr lang="en-US" sz="3300" dirty="0"/>
              <a:t> </a:t>
            </a:r>
            <a:r>
              <a:rPr lang="en-US" sz="3300" dirty="0" err="1"/>
              <a:t>trình</a:t>
            </a:r>
            <a:r>
              <a:rPr lang="en-US" sz="3300" dirty="0"/>
              <a:t> </a:t>
            </a:r>
            <a:r>
              <a:rPr lang="en-US" sz="3300" dirty="0" err="1"/>
              <a:t>tôi</a:t>
            </a:r>
            <a:r>
              <a:rPr lang="en-US" sz="3300" dirty="0"/>
              <a:t> </a:t>
            </a:r>
            <a:r>
              <a:rPr lang="en-US" sz="3300" dirty="0" err="1"/>
              <a:t>thép</a:t>
            </a:r>
            <a:r>
              <a:rPr lang="en-US" sz="3300" dirty="0"/>
              <a:t>/</a:t>
            </a:r>
            <a:r>
              <a:rPr lang="en-US" sz="3300" dirty="0" err="1"/>
              <a:t>luyện</a:t>
            </a:r>
            <a:r>
              <a:rPr lang="en-US" sz="3300" dirty="0"/>
              <a:t> </a:t>
            </a:r>
            <a:r>
              <a:rPr lang="en-US" sz="3300" dirty="0" err="1"/>
              <a:t>kim</a:t>
            </a:r>
            <a:endParaRPr lang="en-US" sz="3300" dirty="0"/>
          </a:p>
          <a:p>
            <a:pPr lvl="1">
              <a:lnSpc>
                <a:spcPct val="120000"/>
              </a:lnSpc>
            </a:pPr>
            <a:r>
              <a:rPr lang="en-US" dirty="0"/>
              <a:t>Nung </a:t>
            </a:r>
            <a:r>
              <a:rPr lang="en-US" dirty="0" err="1"/>
              <a:t>nóng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nguội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từ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Kim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bền</a:t>
            </a:r>
            <a:r>
              <a:rPr lang="en-US" dirty="0"/>
              <a:t> </a:t>
            </a:r>
            <a:r>
              <a:rPr lang="en-US" dirty="0" err="1"/>
              <a:t>vững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3300" dirty="0" err="1"/>
              <a:t>Tìm</a:t>
            </a:r>
            <a:r>
              <a:rPr lang="en-US" sz="3300" dirty="0"/>
              <a:t> </a:t>
            </a:r>
            <a:r>
              <a:rPr lang="en-US" sz="3300" dirty="0" err="1"/>
              <a:t>kiếm</a:t>
            </a:r>
            <a:r>
              <a:rPr lang="en-US" sz="3300" dirty="0"/>
              <a:t> </a:t>
            </a:r>
            <a:r>
              <a:rPr lang="en-US" sz="3300" dirty="0" err="1"/>
              <a:t>cục</a:t>
            </a:r>
            <a:r>
              <a:rPr lang="en-US" sz="3300" dirty="0"/>
              <a:t> bộ “</a:t>
            </a:r>
            <a:r>
              <a:rPr lang="en-US" sz="3300" dirty="0" err="1"/>
              <a:t>mô</a:t>
            </a:r>
            <a:r>
              <a:rPr lang="en-US" sz="3300" dirty="0"/>
              <a:t> </a:t>
            </a:r>
            <a:r>
              <a:rPr lang="en-US" sz="3300" dirty="0" err="1"/>
              <a:t>phỏng</a:t>
            </a:r>
            <a:r>
              <a:rPr lang="en-US" sz="3300" dirty="0"/>
              <a:t> </a:t>
            </a:r>
            <a:r>
              <a:rPr lang="en-US" sz="3300" dirty="0" err="1"/>
              <a:t>tôi</a:t>
            </a:r>
            <a:r>
              <a:rPr lang="en-US" sz="3300" dirty="0"/>
              <a:t> </a:t>
            </a:r>
            <a:r>
              <a:rPr lang="en-US" sz="3300" dirty="0" err="1"/>
              <a:t>thép</a:t>
            </a:r>
            <a:r>
              <a:rPr lang="en-US" sz="3300" dirty="0"/>
              <a:t>”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42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عنصر نائب لرقم الشريحة 5">
            <a:extLst>
              <a:ext uri="{FF2B5EF4-FFF2-40B4-BE49-F238E27FC236}">
                <a16:creationId xmlns:a16="http://schemas.microsoft.com/office/drawing/2014/main" id="{02DB5163-ED91-5597-3B9F-3DD802D7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43</a:t>
            </a:fld>
            <a:endParaRPr lang="en-GB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554C8EE-2562-930B-9A7E-AF3BC2F1C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562" y="609600"/>
            <a:ext cx="7793038" cy="8191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fr-FR" altLang="en-US" dirty="0" err="1"/>
              <a:t>Simulated</a:t>
            </a:r>
            <a:r>
              <a:rPr lang="fr-FR" altLang="en-US" dirty="0"/>
              <a:t> </a:t>
            </a:r>
            <a:r>
              <a:rPr lang="fr-FR" altLang="en-US" dirty="0" err="1"/>
              <a:t>Annealing</a:t>
            </a:r>
            <a:endParaRPr lang="en-US" altLang="en-US" dirty="0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C8FBD5C-11A2-CDA1-5839-2D7DEEC72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196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ko-KR" sz="2400" dirty="0" err="1">
                <a:ea typeface="Gulim" panose="020B0600000101010101" pitchFamily="34" charset="-127"/>
              </a:rPr>
              <a:t>Nhiệt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độ</a:t>
            </a:r>
            <a:r>
              <a:rPr lang="en-US" altLang="ko-KR" sz="2400" dirty="0">
                <a:ea typeface="Gulim" panose="020B0600000101010101" pitchFamily="34" charset="-127"/>
              </a:rPr>
              <a:t> T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ko-KR" sz="2000" dirty="0" err="1">
                <a:ea typeface="Gulim" panose="020B0600000101010101" pitchFamily="34" charset="-127"/>
              </a:rPr>
              <a:t>Dùng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để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xác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định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xác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xuất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chuyển</a:t>
            </a:r>
            <a:r>
              <a:rPr lang="en-US" altLang="ko-KR" sz="2000" dirty="0">
                <a:ea typeface="Gulim" panose="020B0600000101010101" pitchFamily="34" charset="-127"/>
              </a:rPr>
              <a:t> sang </a:t>
            </a:r>
            <a:r>
              <a:rPr lang="en-US" altLang="ko-KR" sz="2000" dirty="0" err="1">
                <a:ea typeface="Gulim" panose="020B0600000101010101" pitchFamily="34" charset="-127"/>
              </a:rPr>
              <a:t>trạng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thái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kém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hơn</a:t>
            </a:r>
            <a:endParaRPr lang="en-US" altLang="ko-KR" sz="2000" dirty="0">
              <a:ea typeface="Gulim" panose="020B0600000101010101" pitchFamily="34" charset="-127"/>
            </a:endParaRP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ko-KR" sz="2000" dirty="0">
                <a:ea typeface="Gulim" panose="020B0600000101010101" pitchFamily="34" charset="-127"/>
              </a:rPr>
              <a:t>T </a:t>
            </a:r>
            <a:r>
              <a:rPr lang="en-US" altLang="ko-KR" sz="2000" dirty="0" err="1">
                <a:ea typeface="Gulim" panose="020B0600000101010101" pitchFamily="34" charset="-127"/>
              </a:rPr>
              <a:t>lớn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thì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xác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xuất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lớn</a:t>
            </a:r>
            <a:r>
              <a:rPr lang="en-US" altLang="ko-KR" sz="2000" dirty="0">
                <a:ea typeface="Gulim" panose="020B0600000101010101" pitchFamily="34" charset="-127"/>
              </a:rPr>
              <a:t>, </a:t>
            </a:r>
            <a:r>
              <a:rPr lang="en-US" altLang="ko-KR" sz="2000" dirty="0" err="1">
                <a:ea typeface="Gulim" panose="020B0600000101010101" pitchFamily="34" charset="-127"/>
              </a:rPr>
              <a:t>đồng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nghĩa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với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bước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chuyển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nhiều</a:t>
            </a:r>
            <a:endParaRPr lang="en-US" altLang="ko-KR" sz="2000" dirty="0">
              <a:ea typeface="Gulim" panose="020B0600000101010101" pitchFamily="34" charset="-127"/>
            </a:endParaRPr>
          </a:p>
          <a:p>
            <a:pPr marL="1409700" lvl="2" indent="-609600" eaLnBrk="1" hangingPunct="1">
              <a:lnSpc>
                <a:spcPct val="90000"/>
              </a:lnSpc>
            </a:pPr>
            <a:endParaRPr lang="en-US" altLang="ko-KR" sz="1600" dirty="0">
              <a:ea typeface="Gulim" panose="020B0600000101010101" pitchFamily="34" charset="-127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ko-KR" sz="2400" dirty="0" err="1">
                <a:ea typeface="Gulim" panose="020B0600000101010101" pitchFamily="34" charset="-127"/>
              </a:rPr>
              <a:t>Lịch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trình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làm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lạnh</a:t>
            </a:r>
            <a:r>
              <a:rPr lang="en-US" altLang="ko-KR" sz="2400" dirty="0">
                <a:ea typeface="Gulim" panose="020B0600000101010101" pitchFamily="34" charset="-127"/>
              </a:rPr>
              <a:t> (Cooling Schedule) 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ko-KR" sz="2000" dirty="0" err="1">
                <a:ea typeface="Gulim" panose="020B0600000101010101" pitchFamily="34" charset="-127"/>
              </a:rPr>
              <a:t>Tỷ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lệ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giảm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nhiệt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độ</a:t>
            </a:r>
            <a:r>
              <a:rPr lang="en-US" altLang="ko-KR" sz="2000" dirty="0">
                <a:ea typeface="Gulim" panose="020B0600000101010101" pitchFamily="34" charset="-127"/>
              </a:rPr>
              <a:t> T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ko-KR" sz="2000" dirty="0" err="1">
                <a:ea typeface="Gulim" panose="020B0600000101010101" pitchFamily="34" charset="-127"/>
              </a:rPr>
              <a:t>Nếu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giảm</a:t>
            </a:r>
            <a:r>
              <a:rPr lang="en-US" altLang="ko-KR" sz="2000" dirty="0">
                <a:ea typeface="Gulim" panose="020B0600000101010101" pitchFamily="34" charset="-127"/>
              </a:rPr>
              <a:t> T </a:t>
            </a:r>
            <a:r>
              <a:rPr lang="en-US" altLang="ko-KR" sz="2000" dirty="0" err="1">
                <a:ea typeface="Gulim" panose="020B0600000101010101" pitchFamily="34" charset="-127"/>
              </a:rPr>
              <a:t>đủ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chậm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thì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sẽ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tìm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được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tối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ưu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toàn</a:t>
            </a:r>
            <a:r>
              <a:rPr lang="en-US" altLang="ko-KR" sz="2000" dirty="0">
                <a:ea typeface="Gulim" panose="020B0600000101010101" pitchFamily="34" charset="-127"/>
              </a:rPr>
              <a:t> </a:t>
            </a:r>
            <a:r>
              <a:rPr lang="en-US" altLang="ko-KR" sz="2000" dirty="0" err="1">
                <a:ea typeface="Gulim" panose="020B0600000101010101" pitchFamily="34" charset="-127"/>
              </a:rPr>
              <a:t>cục</a:t>
            </a:r>
            <a:endParaRPr lang="en-US" altLang="ko-KR" sz="2000" dirty="0">
              <a:ea typeface="Gulim" panose="020B0600000101010101" pitchFamily="34" charset="-127"/>
            </a:endParaRPr>
          </a:p>
          <a:p>
            <a:pPr marL="1409700" lvl="2" indent="-609600" eaLnBrk="1" hangingPunct="1">
              <a:lnSpc>
                <a:spcPct val="90000"/>
              </a:lnSpc>
            </a:pPr>
            <a:endParaRPr lang="en-US" altLang="ko-KR" sz="1600" dirty="0">
              <a:ea typeface="Gulim" panose="020B0600000101010101" pitchFamily="34" charset="-127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ko-KR" sz="2400" dirty="0" err="1">
                <a:ea typeface="Gulim" panose="020B0600000101010101" pitchFamily="34" charset="-127"/>
              </a:rPr>
              <a:t>Thời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điểm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bắt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đầu</a:t>
            </a:r>
            <a:r>
              <a:rPr lang="en-US" altLang="ko-KR" sz="2400" dirty="0">
                <a:ea typeface="Gulim" panose="020B0600000101010101" pitchFamily="34" charset="-127"/>
              </a:rPr>
              <a:t>, </a:t>
            </a:r>
            <a:r>
              <a:rPr lang="en-US" altLang="ko-KR" sz="2400" dirty="0" err="1">
                <a:ea typeface="Gulim" panose="020B0600000101010101" pitchFamily="34" charset="-127"/>
              </a:rPr>
              <a:t>sẽ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tìm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kiếm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với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bước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nhẩy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lớn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sau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đó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giảm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dần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biên</a:t>
            </a:r>
            <a:r>
              <a:rPr lang="en-US" altLang="ko-KR" sz="2400" dirty="0">
                <a:ea typeface="Gulim" panose="020B0600000101010101" pitchFamily="34" charset="-127"/>
              </a:rPr>
              <a:t> </a:t>
            </a:r>
            <a:r>
              <a:rPr lang="en-US" altLang="ko-KR" sz="2400" dirty="0" err="1">
                <a:ea typeface="Gulim" panose="020B0600000101010101" pitchFamily="34" charset="-127"/>
              </a:rPr>
              <a:t>độ</a:t>
            </a:r>
            <a:endParaRPr lang="fr-FR" alt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Annealing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282237"/>
            <a:ext cx="7886700" cy="31519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7869" y="4246380"/>
            <a:ext cx="3927401" cy="65390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49826" y="4246380"/>
            <a:ext cx="366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Almost the same as hill climbing except for a </a:t>
            </a:r>
            <a:r>
              <a:rPr lang="en-US" i="1" dirty="0">
                <a:solidFill>
                  <a:srgbClr val="0070C0"/>
                </a:solidFill>
              </a:rPr>
              <a:t>random</a:t>
            </a:r>
            <a:r>
              <a:rPr lang="en-US" dirty="0">
                <a:solidFill>
                  <a:srgbClr val="0070C0"/>
                </a:solidFill>
              </a:rPr>
              <a:t> successor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9825" y="4818848"/>
            <a:ext cx="3265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Unlike hill climbing, move downhill with some prob.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7868" y="4900281"/>
            <a:ext cx="3927401" cy="29505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34687" y="3619186"/>
                <a:ext cx="32655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Control the change of temperature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over time)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687" y="3619186"/>
                <a:ext cx="3265524" cy="646331"/>
              </a:xfrm>
              <a:prstGeom prst="rect">
                <a:avLst/>
              </a:prstGeom>
              <a:blipFill>
                <a:blip r:embed="rId3"/>
                <a:stretch>
                  <a:fillRect l="-1682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287868" y="3751965"/>
            <a:ext cx="2412263" cy="486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97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عنصر نائب لرقم الشريحة 5">
            <a:extLst>
              <a:ext uri="{FF2B5EF4-FFF2-40B4-BE49-F238E27FC236}">
                <a16:creationId xmlns:a16="http://schemas.microsoft.com/office/drawing/2014/main" id="{90BE6C9A-3E4C-367F-9A86-2D1B443F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45</a:t>
            </a:fld>
            <a:endParaRPr lang="en-GB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ECF5114-294E-D952-1598-5EFF8D128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37892" name="Line 3">
            <a:extLst>
              <a:ext uri="{FF2B5EF4-FFF2-40B4-BE49-F238E27FC236}">
                <a16:creationId xmlns:a16="http://schemas.microsoft.com/office/drawing/2014/main" id="{A38E448E-4C51-DABD-F76A-459835695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3" name="Line 4">
            <a:extLst>
              <a:ext uri="{FF2B5EF4-FFF2-40B4-BE49-F238E27FC236}">
                <a16:creationId xmlns:a16="http://schemas.microsoft.com/office/drawing/2014/main" id="{23D0FB2A-BB76-98A3-A1DE-F895D974A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4" name="Freeform 5">
            <a:extLst>
              <a:ext uri="{FF2B5EF4-FFF2-40B4-BE49-F238E27FC236}">
                <a16:creationId xmlns:a16="http://schemas.microsoft.com/office/drawing/2014/main" id="{0AFE6266-698B-DB67-3F31-2E54896DC79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Oval 6">
            <a:extLst>
              <a:ext uri="{FF2B5EF4-FFF2-40B4-BE49-F238E27FC236}">
                <a16:creationId xmlns:a16="http://schemas.microsoft.com/office/drawing/2014/main" id="{38B63230-C567-F65A-8414-42D74C32F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37896" name="Text Box 7">
            <a:extLst>
              <a:ext uri="{FF2B5EF4-FFF2-40B4-BE49-F238E27FC236}">
                <a16:creationId xmlns:a16="http://schemas.microsoft.com/office/drawing/2014/main" id="{BA7591BE-4662-9630-6689-4C35678A0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37897" name="Text Box 8">
            <a:extLst>
              <a:ext uri="{FF2B5EF4-FFF2-40B4-BE49-F238E27FC236}">
                <a16:creationId xmlns:a16="http://schemas.microsoft.com/office/drawing/2014/main" id="{FF69C59A-3D96-58CA-42BA-2E34A6C17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37898" name="Line 9">
            <a:extLst>
              <a:ext uri="{FF2B5EF4-FFF2-40B4-BE49-F238E27FC236}">
                <a16:creationId xmlns:a16="http://schemas.microsoft.com/office/drawing/2014/main" id="{57276FFE-2E32-48AD-9AA4-25635C38A0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590800"/>
            <a:ext cx="1066800" cy="457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Text Box 10">
            <a:extLst>
              <a:ext uri="{FF2B5EF4-FFF2-40B4-BE49-F238E27FC236}">
                <a16:creationId xmlns:a16="http://schemas.microsoft.com/office/drawing/2014/main" id="{409B47BD-87FB-B567-066F-175641734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عنصر نائب لرقم الشريحة 5">
            <a:extLst>
              <a:ext uri="{FF2B5EF4-FFF2-40B4-BE49-F238E27FC236}">
                <a16:creationId xmlns:a16="http://schemas.microsoft.com/office/drawing/2014/main" id="{C6C17356-1580-3F02-C8AD-8BB45F7E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46</a:t>
            </a:fld>
            <a:endParaRPr lang="en-GB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AC8EC4B-B3E3-08BF-3B60-C7BD80536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7532056E-F515-9E56-3D61-73D55216A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7" name="Line 4">
            <a:extLst>
              <a:ext uri="{FF2B5EF4-FFF2-40B4-BE49-F238E27FC236}">
                <a16:creationId xmlns:a16="http://schemas.microsoft.com/office/drawing/2014/main" id="{FC465B94-59E7-5C3F-E065-002A123D3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8" name="Freeform 5">
            <a:extLst>
              <a:ext uri="{FF2B5EF4-FFF2-40B4-BE49-F238E27FC236}">
                <a16:creationId xmlns:a16="http://schemas.microsoft.com/office/drawing/2014/main" id="{E32368EA-A790-A6AA-1160-C1A1635A06F1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9" name="Oval 6">
            <a:extLst>
              <a:ext uri="{FF2B5EF4-FFF2-40B4-BE49-F238E27FC236}">
                <a16:creationId xmlns:a16="http://schemas.microsoft.com/office/drawing/2014/main" id="{CC7751DD-7CFF-17A7-F867-2A8F8283F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38920" name="Text Box 7">
            <a:extLst>
              <a:ext uri="{FF2B5EF4-FFF2-40B4-BE49-F238E27FC236}">
                <a16:creationId xmlns:a16="http://schemas.microsoft.com/office/drawing/2014/main" id="{719FB960-C6F3-04BD-7491-4CEE5D4AB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38921" name="Text Box 8">
            <a:extLst>
              <a:ext uri="{FF2B5EF4-FFF2-40B4-BE49-F238E27FC236}">
                <a16:creationId xmlns:a16="http://schemas.microsoft.com/office/drawing/2014/main" id="{CD011E74-68F5-3BA1-08E2-7324D5CB2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38922" name="Line 9">
            <a:extLst>
              <a:ext uri="{FF2B5EF4-FFF2-40B4-BE49-F238E27FC236}">
                <a16:creationId xmlns:a16="http://schemas.microsoft.com/office/drawing/2014/main" id="{EC9CF470-BB2C-8DFE-018D-118821A6A7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590800"/>
            <a:ext cx="914400" cy="838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3" name="Text Box 10">
            <a:extLst>
              <a:ext uri="{FF2B5EF4-FFF2-40B4-BE49-F238E27FC236}">
                <a16:creationId xmlns:a16="http://schemas.microsoft.com/office/drawing/2014/main" id="{7D33228F-254C-FE62-5F1F-4FE20D500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عنصر نائب لرقم الشريحة 5">
            <a:extLst>
              <a:ext uri="{FF2B5EF4-FFF2-40B4-BE49-F238E27FC236}">
                <a16:creationId xmlns:a16="http://schemas.microsoft.com/office/drawing/2014/main" id="{A6606545-CEC3-C1CA-3785-21DB79A7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47</a:t>
            </a:fld>
            <a:endParaRPr lang="en-GB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FDF5FA5A-247E-4C09-1E9A-A93CD8FEE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39940" name="Line 3">
            <a:extLst>
              <a:ext uri="{FF2B5EF4-FFF2-40B4-BE49-F238E27FC236}">
                <a16:creationId xmlns:a16="http://schemas.microsoft.com/office/drawing/2014/main" id="{CF7414A6-E16D-BB35-41EE-5ECC6766B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1" name="Line 4">
            <a:extLst>
              <a:ext uri="{FF2B5EF4-FFF2-40B4-BE49-F238E27FC236}">
                <a16:creationId xmlns:a16="http://schemas.microsoft.com/office/drawing/2014/main" id="{954FCC73-0F63-EE43-0BCC-A6626139F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2" name="Freeform 5">
            <a:extLst>
              <a:ext uri="{FF2B5EF4-FFF2-40B4-BE49-F238E27FC236}">
                <a16:creationId xmlns:a16="http://schemas.microsoft.com/office/drawing/2014/main" id="{5B27B24B-1E74-762F-9174-32354E50EE83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3" name="Oval 6">
            <a:extLst>
              <a:ext uri="{FF2B5EF4-FFF2-40B4-BE49-F238E27FC236}">
                <a16:creationId xmlns:a16="http://schemas.microsoft.com/office/drawing/2014/main" id="{8BCB61AC-BA03-56B8-93BD-C74828C36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124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39944" name="Text Box 7">
            <a:extLst>
              <a:ext uri="{FF2B5EF4-FFF2-40B4-BE49-F238E27FC236}">
                <a16:creationId xmlns:a16="http://schemas.microsoft.com/office/drawing/2014/main" id="{9D570019-4D7C-364D-EABE-B46DF9D8B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39945" name="Text Box 8">
            <a:extLst>
              <a:ext uri="{FF2B5EF4-FFF2-40B4-BE49-F238E27FC236}">
                <a16:creationId xmlns:a16="http://schemas.microsoft.com/office/drawing/2014/main" id="{F4056216-1B96-F91F-3613-0DFE11B80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39946" name="Line 9">
            <a:extLst>
              <a:ext uri="{FF2B5EF4-FFF2-40B4-BE49-F238E27FC236}">
                <a16:creationId xmlns:a16="http://schemas.microsoft.com/office/drawing/2014/main" id="{CE91AC43-FC8C-822C-66D4-918733A433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590800"/>
            <a:ext cx="914400" cy="838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7" name="Text Box 10">
            <a:extLst>
              <a:ext uri="{FF2B5EF4-FFF2-40B4-BE49-F238E27FC236}">
                <a16:creationId xmlns:a16="http://schemas.microsoft.com/office/drawing/2014/main" id="{8A49788C-391F-89AD-51FD-20AFCB1D4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عنصر نائب لرقم الشريحة 5">
            <a:extLst>
              <a:ext uri="{FF2B5EF4-FFF2-40B4-BE49-F238E27FC236}">
                <a16:creationId xmlns:a16="http://schemas.microsoft.com/office/drawing/2014/main" id="{9EACD4B2-6FCF-9BEC-7A6C-0F78D96C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48</a:t>
            </a:fld>
            <a:endParaRPr lang="en-GB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A9E288CC-2C0D-6D08-C268-5C754E0AF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0964" name="Line 3">
            <a:extLst>
              <a:ext uri="{FF2B5EF4-FFF2-40B4-BE49-F238E27FC236}">
                <a16:creationId xmlns:a16="http://schemas.microsoft.com/office/drawing/2014/main" id="{206DE7C3-A571-2CC8-16D8-67E83726C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5" name="Line 4">
            <a:extLst>
              <a:ext uri="{FF2B5EF4-FFF2-40B4-BE49-F238E27FC236}">
                <a16:creationId xmlns:a16="http://schemas.microsoft.com/office/drawing/2014/main" id="{9391316A-3CBD-637F-6939-120F6B2D3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6" name="Freeform 5">
            <a:extLst>
              <a:ext uri="{FF2B5EF4-FFF2-40B4-BE49-F238E27FC236}">
                <a16:creationId xmlns:a16="http://schemas.microsoft.com/office/drawing/2014/main" id="{753AB82C-5CF0-C98C-A883-014265FBD03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Oval 6">
            <a:extLst>
              <a:ext uri="{FF2B5EF4-FFF2-40B4-BE49-F238E27FC236}">
                <a16:creationId xmlns:a16="http://schemas.microsoft.com/office/drawing/2014/main" id="{A6F23E2B-7A1A-77B7-9545-75AAE8552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10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0968" name="Text Box 7">
            <a:extLst>
              <a:ext uri="{FF2B5EF4-FFF2-40B4-BE49-F238E27FC236}">
                <a16:creationId xmlns:a16="http://schemas.microsoft.com/office/drawing/2014/main" id="{4A2EDC9C-F4C5-ED1E-E521-0E0BCAD6A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0969" name="Text Box 8">
            <a:extLst>
              <a:ext uri="{FF2B5EF4-FFF2-40B4-BE49-F238E27FC236}">
                <a16:creationId xmlns:a16="http://schemas.microsoft.com/office/drawing/2014/main" id="{A4E60F3D-D757-453D-72A2-C8562F8E8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0970" name="Line 9">
            <a:extLst>
              <a:ext uri="{FF2B5EF4-FFF2-40B4-BE49-F238E27FC236}">
                <a16:creationId xmlns:a16="http://schemas.microsoft.com/office/drawing/2014/main" id="{7E6227D4-DC18-F07B-5261-B241A0D88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590800"/>
            <a:ext cx="838200" cy="1219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1" name="Text Box 10">
            <a:extLst>
              <a:ext uri="{FF2B5EF4-FFF2-40B4-BE49-F238E27FC236}">
                <a16:creationId xmlns:a16="http://schemas.microsoft.com/office/drawing/2014/main" id="{0E8F122F-F3E0-88C6-C9BE-6DF202578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عنصر نائب لرقم الشريحة 5">
            <a:extLst>
              <a:ext uri="{FF2B5EF4-FFF2-40B4-BE49-F238E27FC236}">
                <a16:creationId xmlns:a16="http://schemas.microsoft.com/office/drawing/2014/main" id="{984F831C-453B-8E79-D228-A540EC16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49</a:t>
            </a:fld>
            <a:endParaRPr lang="en-GB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E601DE6-F2C6-7917-484A-8AD357829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1988" name="Line 3">
            <a:extLst>
              <a:ext uri="{FF2B5EF4-FFF2-40B4-BE49-F238E27FC236}">
                <a16:creationId xmlns:a16="http://schemas.microsoft.com/office/drawing/2014/main" id="{2E915005-9698-C244-5A3E-5D835F2BA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Line 4">
            <a:extLst>
              <a:ext uri="{FF2B5EF4-FFF2-40B4-BE49-F238E27FC236}">
                <a16:creationId xmlns:a16="http://schemas.microsoft.com/office/drawing/2014/main" id="{5BB98D1D-ADEB-2BF7-75D5-49D3D1C72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0" name="Freeform 5">
            <a:extLst>
              <a:ext uri="{FF2B5EF4-FFF2-40B4-BE49-F238E27FC236}">
                <a16:creationId xmlns:a16="http://schemas.microsoft.com/office/drawing/2014/main" id="{DF37DFCD-6E30-78E9-8460-F806FC1C939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Oval 6">
            <a:extLst>
              <a:ext uri="{FF2B5EF4-FFF2-40B4-BE49-F238E27FC236}">
                <a16:creationId xmlns:a16="http://schemas.microsoft.com/office/drawing/2014/main" id="{ED83FA6C-10ED-5D53-9C34-7AF829DCC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1992" name="Text Box 7">
            <a:extLst>
              <a:ext uri="{FF2B5EF4-FFF2-40B4-BE49-F238E27FC236}">
                <a16:creationId xmlns:a16="http://schemas.microsoft.com/office/drawing/2014/main" id="{2F883C33-BE3C-3294-2F61-ECC002404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1993" name="Text Box 8">
            <a:extLst>
              <a:ext uri="{FF2B5EF4-FFF2-40B4-BE49-F238E27FC236}">
                <a16:creationId xmlns:a16="http://schemas.microsoft.com/office/drawing/2014/main" id="{3CA0354A-284D-512E-7C60-F019BB6E1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1994" name="Line 9">
            <a:extLst>
              <a:ext uri="{FF2B5EF4-FFF2-40B4-BE49-F238E27FC236}">
                <a16:creationId xmlns:a16="http://schemas.microsoft.com/office/drawing/2014/main" id="{50E40E01-3F52-DA11-1B54-78067BA2C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590800"/>
            <a:ext cx="762000" cy="1524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5" name="Text Box 10">
            <a:extLst>
              <a:ext uri="{FF2B5EF4-FFF2-40B4-BE49-F238E27FC236}">
                <a16:creationId xmlns:a16="http://schemas.microsoft.com/office/drawing/2014/main" id="{B668FECF-7F55-1DDE-1AC7-032065F1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عنصر نائب لرقم الشريحة 5">
            <a:extLst>
              <a:ext uri="{FF2B5EF4-FFF2-40B4-BE49-F238E27FC236}">
                <a16:creationId xmlns:a16="http://schemas.microsoft.com/office/drawing/2014/main" id="{C8B8DF5B-6A06-65B4-C6B7-CA7E5B72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50</a:t>
            </a:fld>
            <a:endParaRPr lang="en-GB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A9C8C6F5-DEF5-DCA5-A18B-384E6857D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 dirty="0" err="1"/>
              <a:t>Simulated</a:t>
            </a:r>
            <a:r>
              <a:rPr lang="fr-FR" altLang="en-US" dirty="0"/>
              <a:t> </a:t>
            </a:r>
            <a:r>
              <a:rPr lang="fr-FR" altLang="en-US" dirty="0" err="1"/>
              <a:t>Annealing</a:t>
            </a:r>
            <a:endParaRPr lang="en-US" altLang="en-US" dirty="0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A563FE91-34C9-D1DF-BB80-272E85EF0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Line 4">
            <a:extLst>
              <a:ext uri="{FF2B5EF4-FFF2-40B4-BE49-F238E27FC236}">
                <a16:creationId xmlns:a16="http://schemas.microsoft.com/office/drawing/2014/main" id="{522AFF78-AB99-00EA-2DFF-21DE9F1BB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4" name="Freeform 5">
            <a:extLst>
              <a:ext uri="{FF2B5EF4-FFF2-40B4-BE49-F238E27FC236}">
                <a16:creationId xmlns:a16="http://schemas.microsoft.com/office/drawing/2014/main" id="{4FED9B2E-E477-AE17-3DF0-3FF3FD200A8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5" name="Oval 6">
            <a:extLst>
              <a:ext uri="{FF2B5EF4-FFF2-40B4-BE49-F238E27FC236}">
                <a16:creationId xmlns:a16="http://schemas.microsoft.com/office/drawing/2014/main" id="{DF974711-6264-13D3-38C5-E4B7162EF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3016" name="Text Box 7">
            <a:extLst>
              <a:ext uri="{FF2B5EF4-FFF2-40B4-BE49-F238E27FC236}">
                <a16:creationId xmlns:a16="http://schemas.microsoft.com/office/drawing/2014/main" id="{3ACCEAAA-E3A1-C0E0-F0CA-17B05EEA4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3017" name="Text Box 8">
            <a:extLst>
              <a:ext uri="{FF2B5EF4-FFF2-40B4-BE49-F238E27FC236}">
                <a16:creationId xmlns:a16="http://schemas.microsoft.com/office/drawing/2014/main" id="{470E1777-AAAB-D7F9-583C-A5EEB858B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3018" name="Line 9">
            <a:extLst>
              <a:ext uri="{FF2B5EF4-FFF2-40B4-BE49-F238E27FC236}">
                <a16:creationId xmlns:a16="http://schemas.microsoft.com/office/drawing/2014/main" id="{231DB980-F8AF-7663-CC5F-FF01C7C1E5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590800"/>
            <a:ext cx="762000" cy="1524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Text Box 10">
            <a:extLst>
              <a:ext uri="{FF2B5EF4-FFF2-40B4-BE49-F238E27FC236}">
                <a16:creationId xmlns:a16="http://schemas.microsoft.com/office/drawing/2014/main" id="{FCB8F48F-0B8C-1562-03D1-29D67559E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عنصر نائب لرقم الشريحة 5">
            <a:extLst>
              <a:ext uri="{FF2B5EF4-FFF2-40B4-BE49-F238E27FC236}">
                <a16:creationId xmlns:a16="http://schemas.microsoft.com/office/drawing/2014/main" id="{CA497581-3968-E3CA-2634-3821A53F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51</a:t>
            </a:fld>
            <a:endParaRPr lang="en-GB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498846A-FA84-CCF3-BE9D-F1F397740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4036" name="Line 3">
            <a:extLst>
              <a:ext uri="{FF2B5EF4-FFF2-40B4-BE49-F238E27FC236}">
                <a16:creationId xmlns:a16="http://schemas.microsoft.com/office/drawing/2014/main" id="{AEBFEE0D-9D4F-EB12-702E-FD95BCC7C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7" name="Line 4">
            <a:extLst>
              <a:ext uri="{FF2B5EF4-FFF2-40B4-BE49-F238E27FC236}">
                <a16:creationId xmlns:a16="http://schemas.microsoft.com/office/drawing/2014/main" id="{18C9A7A8-911E-D806-11D3-41A13E883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8" name="Freeform 5">
            <a:extLst>
              <a:ext uri="{FF2B5EF4-FFF2-40B4-BE49-F238E27FC236}">
                <a16:creationId xmlns:a16="http://schemas.microsoft.com/office/drawing/2014/main" id="{61CB80E9-D270-6305-DCEC-C31CCCADE74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9" name="Oval 6">
            <a:extLst>
              <a:ext uri="{FF2B5EF4-FFF2-40B4-BE49-F238E27FC236}">
                <a16:creationId xmlns:a16="http://schemas.microsoft.com/office/drawing/2014/main" id="{EC8B0748-3FB0-D8BE-2574-E4E80D33A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4040" name="Text Box 7">
            <a:extLst>
              <a:ext uri="{FF2B5EF4-FFF2-40B4-BE49-F238E27FC236}">
                <a16:creationId xmlns:a16="http://schemas.microsoft.com/office/drawing/2014/main" id="{C91CBA84-7063-2B5B-2FF6-497A15748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4041" name="Text Box 8">
            <a:extLst>
              <a:ext uri="{FF2B5EF4-FFF2-40B4-BE49-F238E27FC236}">
                <a16:creationId xmlns:a16="http://schemas.microsoft.com/office/drawing/2014/main" id="{6CBAA855-4D43-5695-7190-E75D64B99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4042" name="Line 9">
            <a:extLst>
              <a:ext uri="{FF2B5EF4-FFF2-40B4-BE49-F238E27FC236}">
                <a16:creationId xmlns:a16="http://schemas.microsoft.com/office/drawing/2014/main" id="{656E1BD2-05A3-3506-28B2-EDD2CCB574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Text Box 10">
            <a:extLst>
              <a:ext uri="{FF2B5EF4-FFF2-40B4-BE49-F238E27FC236}">
                <a16:creationId xmlns:a16="http://schemas.microsoft.com/office/drawing/2014/main" id="{EBAF4D22-3D15-8013-3E5B-F942ED6F8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عنصر نائب لرقم الشريحة 5">
            <a:extLst>
              <a:ext uri="{FF2B5EF4-FFF2-40B4-BE49-F238E27FC236}">
                <a16:creationId xmlns:a16="http://schemas.microsoft.com/office/drawing/2014/main" id="{C243D950-80BC-A64D-09C9-4B028F8F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52</a:t>
            </a:fld>
            <a:endParaRPr lang="en-GB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A16FAB9-10A6-D032-3686-4B132A34C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5060" name="Line 3">
            <a:extLst>
              <a:ext uri="{FF2B5EF4-FFF2-40B4-BE49-F238E27FC236}">
                <a16:creationId xmlns:a16="http://schemas.microsoft.com/office/drawing/2014/main" id="{E99688C2-5CDB-D685-7E85-08D049BA3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1" name="Line 4">
            <a:extLst>
              <a:ext uri="{FF2B5EF4-FFF2-40B4-BE49-F238E27FC236}">
                <a16:creationId xmlns:a16="http://schemas.microsoft.com/office/drawing/2014/main" id="{CCC22434-D261-D20C-1E67-0FB75D2D1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2" name="Freeform 5">
            <a:extLst>
              <a:ext uri="{FF2B5EF4-FFF2-40B4-BE49-F238E27FC236}">
                <a16:creationId xmlns:a16="http://schemas.microsoft.com/office/drawing/2014/main" id="{3D38C6A9-D95C-8BC3-F117-185A8821E8F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3" name="Oval 6">
            <a:extLst>
              <a:ext uri="{FF2B5EF4-FFF2-40B4-BE49-F238E27FC236}">
                <a16:creationId xmlns:a16="http://schemas.microsoft.com/office/drawing/2014/main" id="{9C67B69B-5A7D-5853-3291-B913EF551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86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5064" name="Text Box 7">
            <a:extLst>
              <a:ext uri="{FF2B5EF4-FFF2-40B4-BE49-F238E27FC236}">
                <a16:creationId xmlns:a16="http://schemas.microsoft.com/office/drawing/2014/main" id="{A82CD3CE-F724-0BD8-13EE-F1D1A87F8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5065" name="Text Box 8">
            <a:extLst>
              <a:ext uri="{FF2B5EF4-FFF2-40B4-BE49-F238E27FC236}">
                <a16:creationId xmlns:a16="http://schemas.microsoft.com/office/drawing/2014/main" id="{E97900D0-1FB2-8953-8D0F-31D31E06C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9B460EB7-A58F-0F33-895C-A71FFBA18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Text Box 10">
            <a:extLst>
              <a:ext uri="{FF2B5EF4-FFF2-40B4-BE49-F238E27FC236}">
                <a16:creationId xmlns:a16="http://schemas.microsoft.com/office/drawing/2014/main" id="{5ABF2885-65F9-943E-CF08-334736F7D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عنصر نائب لرقم الشريحة 5">
            <a:extLst>
              <a:ext uri="{FF2B5EF4-FFF2-40B4-BE49-F238E27FC236}">
                <a16:creationId xmlns:a16="http://schemas.microsoft.com/office/drawing/2014/main" id="{AF4D3D72-F701-91C9-FD94-43D5EC0F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53</a:t>
            </a:fld>
            <a:endParaRPr lang="en-GB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BEFAF61-91B1-A9F3-A62D-2ACFA8497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6084" name="Line 3">
            <a:extLst>
              <a:ext uri="{FF2B5EF4-FFF2-40B4-BE49-F238E27FC236}">
                <a16:creationId xmlns:a16="http://schemas.microsoft.com/office/drawing/2014/main" id="{0BEBAB62-7ED9-CFCE-D5FE-AD4E5A061B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5" name="Line 4">
            <a:extLst>
              <a:ext uri="{FF2B5EF4-FFF2-40B4-BE49-F238E27FC236}">
                <a16:creationId xmlns:a16="http://schemas.microsoft.com/office/drawing/2014/main" id="{A6FFB284-F4A1-4F13-7D90-75B8D11EC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6" name="Freeform 5">
            <a:extLst>
              <a:ext uri="{FF2B5EF4-FFF2-40B4-BE49-F238E27FC236}">
                <a16:creationId xmlns:a16="http://schemas.microsoft.com/office/drawing/2014/main" id="{76EC5B68-A750-DBB2-C86D-4A6ED1A516E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7" name="Oval 6">
            <a:extLst>
              <a:ext uri="{FF2B5EF4-FFF2-40B4-BE49-F238E27FC236}">
                <a16:creationId xmlns:a16="http://schemas.microsoft.com/office/drawing/2014/main" id="{FA238F9F-EEE4-AFEC-B765-9ED36B795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6088" name="Text Box 7">
            <a:extLst>
              <a:ext uri="{FF2B5EF4-FFF2-40B4-BE49-F238E27FC236}">
                <a16:creationId xmlns:a16="http://schemas.microsoft.com/office/drawing/2014/main" id="{2E840B21-E35E-9B50-F5C3-474E711FB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6089" name="Text Box 8">
            <a:extLst>
              <a:ext uri="{FF2B5EF4-FFF2-40B4-BE49-F238E27FC236}">
                <a16:creationId xmlns:a16="http://schemas.microsoft.com/office/drawing/2014/main" id="{EF738AEE-86B8-7231-CBF7-B291658DB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6090" name="Line 9">
            <a:extLst>
              <a:ext uri="{FF2B5EF4-FFF2-40B4-BE49-F238E27FC236}">
                <a16:creationId xmlns:a16="http://schemas.microsoft.com/office/drawing/2014/main" id="{D79A5569-E43A-5376-ADF8-54D3B2D67A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1" name="Text Box 10">
            <a:extLst>
              <a:ext uri="{FF2B5EF4-FFF2-40B4-BE49-F238E27FC236}">
                <a16:creationId xmlns:a16="http://schemas.microsoft.com/office/drawing/2014/main" id="{7DD28DF1-12D2-3AC3-8D14-5C4999B74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عنصر نائب لرقم الشريحة 5">
            <a:extLst>
              <a:ext uri="{FF2B5EF4-FFF2-40B4-BE49-F238E27FC236}">
                <a16:creationId xmlns:a16="http://schemas.microsoft.com/office/drawing/2014/main" id="{3EB390A6-471C-988B-2F54-137A6A08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54</a:t>
            </a:fld>
            <a:endParaRPr lang="en-GB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DF4AF3C-BB15-BF53-AEDD-B85E0608D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7108" name="Line 3">
            <a:extLst>
              <a:ext uri="{FF2B5EF4-FFF2-40B4-BE49-F238E27FC236}">
                <a16:creationId xmlns:a16="http://schemas.microsoft.com/office/drawing/2014/main" id="{699E1B3E-2D10-2999-D6E3-6BC7A41B2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9" name="Line 4">
            <a:extLst>
              <a:ext uri="{FF2B5EF4-FFF2-40B4-BE49-F238E27FC236}">
                <a16:creationId xmlns:a16="http://schemas.microsoft.com/office/drawing/2014/main" id="{30D6879F-903E-758F-C3A8-8BBEBD08F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0" name="Freeform 5">
            <a:extLst>
              <a:ext uri="{FF2B5EF4-FFF2-40B4-BE49-F238E27FC236}">
                <a16:creationId xmlns:a16="http://schemas.microsoft.com/office/drawing/2014/main" id="{37858CED-ADED-C9B7-8FAF-99415EA17A93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Oval 6">
            <a:extLst>
              <a:ext uri="{FF2B5EF4-FFF2-40B4-BE49-F238E27FC236}">
                <a16:creationId xmlns:a16="http://schemas.microsoft.com/office/drawing/2014/main" id="{878A51C7-9216-4F42-1EF7-36B4A32FA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10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7112" name="Text Box 7">
            <a:extLst>
              <a:ext uri="{FF2B5EF4-FFF2-40B4-BE49-F238E27FC236}">
                <a16:creationId xmlns:a16="http://schemas.microsoft.com/office/drawing/2014/main" id="{3A7CD8BE-47B4-6C6F-7601-CDC28A206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7113" name="Text Box 8">
            <a:extLst>
              <a:ext uri="{FF2B5EF4-FFF2-40B4-BE49-F238E27FC236}">
                <a16:creationId xmlns:a16="http://schemas.microsoft.com/office/drawing/2014/main" id="{8C4E5173-9ECE-F037-E038-287DBBD4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7114" name="Line 9">
            <a:extLst>
              <a:ext uri="{FF2B5EF4-FFF2-40B4-BE49-F238E27FC236}">
                <a16:creationId xmlns:a16="http://schemas.microsoft.com/office/drawing/2014/main" id="{A3E471D3-67EE-C6AD-34B7-71ED6F303D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5" name="Text Box 10">
            <a:extLst>
              <a:ext uri="{FF2B5EF4-FFF2-40B4-BE49-F238E27FC236}">
                <a16:creationId xmlns:a16="http://schemas.microsoft.com/office/drawing/2014/main" id="{47D4F91E-7938-1B1B-833C-18F25B738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عنصر نائب لرقم الشريحة 5">
            <a:extLst>
              <a:ext uri="{FF2B5EF4-FFF2-40B4-BE49-F238E27FC236}">
                <a16:creationId xmlns:a16="http://schemas.microsoft.com/office/drawing/2014/main" id="{978865F0-72CE-CC4B-E4A1-9FD94E1D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55</a:t>
            </a:fld>
            <a:endParaRPr lang="en-GB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9B348C7-4349-A15C-2329-51E1F19C7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4C92DF07-D4F0-06A3-0250-A641F4C51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3" name="Line 4">
            <a:extLst>
              <a:ext uri="{FF2B5EF4-FFF2-40B4-BE49-F238E27FC236}">
                <a16:creationId xmlns:a16="http://schemas.microsoft.com/office/drawing/2014/main" id="{B142F036-0632-259C-9209-83274E76A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4" name="Freeform 5">
            <a:extLst>
              <a:ext uri="{FF2B5EF4-FFF2-40B4-BE49-F238E27FC236}">
                <a16:creationId xmlns:a16="http://schemas.microsoft.com/office/drawing/2014/main" id="{9EA8AF5B-A666-3508-C833-CC46F2492CD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5" name="Oval 6">
            <a:extLst>
              <a:ext uri="{FF2B5EF4-FFF2-40B4-BE49-F238E27FC236}">
                <a16:creationId xmlns:a16="http://schemas.microsoft.com/office/drawing/2014/main" id="{9286DC3F-501E-6944-85E4-3C93A4D00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8136" name="Text Box 7">
            <a:extLst>
              <a:ext uri="{FF2B5EF4-FFF2-40B4-BE49-F238E27FC236}">
                <a16:creationId xmlns:a16="http://schemas.microsoft.com/office/drawing/2014/main" id="{4FA67067-F277-2A2C-963E-92EF8D6BD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8137" name="Text Box 8">
            <a:extLst>
              <a:ext uri="{FF2B5EF4-FFF2-40B4-BE49-F238E27FC236}">
                <a16:creationId xmlns:a16="http://schemas.microsoft.com/office/drawing/2014/main" id="{0A68EBD6-2696-24DD-1427-101240235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8138" name="Line 9">
            <a:extLst>
              <a:ext uri="{FF2B5EF4-FFF2-40B4-BE49-F238E27FC236}">
                <a16:creationId xmlns:a16="http://schemas.microsoft.com/office/drawing/2014/main" id="{508EB2F3-F453-45CE-07CF-4BCD3E8874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9" name="Text Box 10">
            <a:extLst>
              <a:ext uri="{FF2B5EF4-FFF2-40B4-BE49-F238E27FC236}">
                <a16:creationId xmlns:a16="http://schemas.microsoft.com/office/drawing/2014/main" id="{E43EA897-66DD-D61E-5279-538C1C010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عنصر نائب لرقم الشريحة 5">
            <a:extLst>
              <a:ext uri="{FF2B5EF4-FFF2-40B4-BE49-F238E27FC236}">
                <a16:creationId xmlns:a16="http://schemas.microsoft.com/office/drawing/2014/main" id="{F4388BBD-E280-0DD7-299C-BC533086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56</a:t>
            </a:fld>
            <a:endParaRPr lang="en-GB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7FEA302-09DE-C942-3D74-DF6FF86AB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49156" name="Line 3">
            <a:extLst>
              <a:ext uri="{FF2B5EF4-FFF2-40B4-BE49-F238E27FC236}">
                <a16:creationId xmlns:a16="http://schemas.microsoft.com/office/drawing/2014/main" id="{78F7CEC7-9C3F-2B78-558E-2E7D050DAE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7" name="Line 4">
            <a:extLst>
              <a:ext uri="{FF2B5EF4-FFF2-40B4-BE49-F238E27FC236}">
                <a16:creationId xmlns:a16="http://schemas.microsoft.com/office/drawing/2014/main" id="{F46758B1-DCD6-5A1D-56F7-87D710E8F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Freeform 5">
            <a:extLst>
              <a:ext uri="{FF2B5EF4-FFF2-40B4-BE49-F238E27FC236}">
                <a16:creationId xmlns:a16="http://schemas.microsoft.com/office/drawing/2014/main" id="{FB7FABE7-640B-11B4-A284-CC57912FFFE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Oval 6">
            <a:extLst>
              <a:ext uri="{FF2B5EF4-FFF2-40B4-BE49-F238E27FC236}">
                <a16:creationId xmlns:a16="http://schemas.microsoft.com/office/drawing/2014/main" id="{35B68FF9-FFF6-E053-C439-01CA4CB35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49160" name="Text Box 7">
            <a:extLst>
              <a:ext uri="{FF2B5EF4-FFF2-40B4-BE49-F238E27FC236}">
                <a16:creationId xmlns:a16="http://schemas.microsoft.com/office/drawing/2014/main" id="{6CA500DF-1A9C-C38D-15AB-5DADD2796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49161" name="Text Box 8">
            <a:extLst>
              <a:ext uri="{FF2B5EF4-FFF2-40B4-BE49-F238E27FC236}">
                <a16:creationId xmlns:a16="http://schemas.microsoft.com/office/drawing/2014/main" id="{98EA9307-F6D8-2D98-AE09-2F0E85440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49162" name="Line 9">
            <a:extLst>
              <a:ext uri="{FF2B5EF4-FFF2-40B4-BE49-F238E27FC236}">
                <a16:creationId xmlns:a16="http://schemas.microsoft.com/office/drawing/2014/main" id="{D5984AD7-2AEC-D32C-B223-90FF46FBC3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3" name="Text Box 10">
            <a:extLst>
              <a:ext uri="{FF2B5EF4-FFF2-40B4-BE49-F238E27FC236}">
                <a16:creationId xmlns:a16="http://schemas.microsoft.com/office/drawing/2014/main" id="{778807A7-FFB2-3EDD-B37D-EEE36AC5B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عنصر نائب لرقم الشريحة 5">
            <a:extLst>
              <a:ext uri="{FF2B5EF4-FFF2-40B4-BE49-F238E27FC236}">
                <a16:creationId xmlns:a16="http://schemas.microsoft.com/office/drawing/2014/main" id="{3F813926-A0F0-C543-4931-DEF54BC9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57</a:t>
            </a:fld>
            <a:endParaRPr lang="en-GB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D056D61-77DE-ED7E-2CEA-FE24BC01C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0180" name="Line 3">
            <a:extLst>
              <a:ext uri="{FF2B5EF4-FFF2-40B4-BE49-F238E27FC236}">
                <a16:creationId xmlns:a16="http://schemas.microsoft.com/office/drawing/2014/main" id="{A00419F1-0E70-4F43-A9EA-B61369362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1" name="Line 4">
            <a:extLst>
              <a:ext uri="{FF2B5EF4-FFF2-40B4-BE49-F238E27FC236}">
                <a16:creationId xmlns:a16="http://schemas.microsoft.com/office/drawing/2014/main" id="{244DC347-D502-6CEC-C14E-0A2701D8A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2" name="Freeform 5">
            <a:extLst>
              <a:ext uri="{FF2B5EF4-FFF2-40B4-BE49-F238E27FC236}">
                <a16:creationId xmlns:a16="http://schemas.microsoft.com/office/drawing/2014/main" id="{04CD9932-A009-EEA9-388F-18314BF33E3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3" name="Oval 6">
            <a:extLst>
              <a:ext uri="{FF2B5EF4-FFF2-40B4-BE49-F238E27FC236}">
                <a16:creationId xmlns:a16="http://schemas.microsoft.com/office/drawing/2014/main" id="{D04DE1E2-A1E1-AE0A-496F-3C006E0E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0184" name="Text Box 7">
            <a:extLst>
              <a:ext uri="{FF2B5EF4-FFF2-40B4-BE49-F238E27FC236}">
                <a16:creationId xmlns:a16="http://schemas.microsoft.com/office/drawing/2014/main" id="{34682F97-05A3-2243-7C70-9767F2540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0185" name="Text Box 8">
            <a:extLst>
              <a:ext uri="{FF2B5EF4-FFF2-40B4-BE49-F238E27FC236}">
                <a16:creationId xmlns:a16="http://schemas.microsoft.com/office/drawing/2014/main" id="{8707A139-1A05-C76E-6985-FC065A21D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0186" name="Line 9">
            <a:extLst>
              <a:ext uri="{FF2B5EF4-FFF2-40B4-BE49-F238E27FC236}">
                <a16:creationId xmlns:a16="http://schemas.microsoft.com/office/drawing/2014/main" id="{433F9C42-0D0F-A9EB-751F-6AB81BDA2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7" name="Text Box 10">
            <a:extLst>
              <a:ext uri="{FF2B5EF4-FFF2-40B4-BE49-F238E27FC236}">
                <a16:creationId xmlns:a16="http://schemas.microsoft.com/office/drawing/2014/main" id="{1412090C-FD0C-4615-810E-8EC906971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عنصر نائب لرقم الشريحة 5">
            <a:extLst>
              <a:ext uri="{FF2B5EF4-FFF2-40B4-BE49-F238E27FC236}">
                <a16:creationId xmlns:a16="http://schemas.microsoft.com/office/drawing/2014/main" id="{47C9D310-DD19-331B-E642-3838EC5E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58</a:t>
            </a:fld>
            <a:endParaRPr lang="en-GB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D2F53F4-153B-CC14-A816-CB39678BF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AE11841D-A8F8-4B04-772C-50B66A6ED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5" name="Line 4">
            <a:extLst>
              <a:ext uri="{FF2B5EF4-FFF2-40B4-BE49-F238E27FC236}">
                <a16:creationId xmlns:a16="http://schemas.microsoft.com/office/drawing/2014/main" id="{78E82533-5F46-260D-4A86-2795C2FE0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6" name="Freeform 5">
            <a:extLst>
              <a:ext uri="{FF2B5EF4-FFF2-40B4-BE49-F238E27FC236}">
                <a16:creationId xmlns:a16="http://schemas.microsoft.com/office/drawing/2014/main" id="{658ABD87-E972-7305-5184-75E648EF2B9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Oval 6">
            <a:extLst>
              <a:ext uri="{FF2B5EF4-FFF2-40B4-BE49-F238E27FC236}">
                <a16:creationId xmlns:a16="http://schemas.microsoft.com/office/drawing/2014/main" id="{38BAAF73-A984-601E-1215-FD7FF2FCD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1208" name="Text Box 7">
            <a:extLst>
              <a:ext uri="{FF2B5EF4-FFF2-40B4-BE49-F238E27FC236}">
                <a16:creationId xmlns:a16="http://schemas.microsoft.com/office/drawing/2014/main" id="{08BB76DB-DB92-CBBF-CE8E-CEEF5DCE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1209" name="Text Box 8">
            <a:extLst>
              <a:ext uri="{FF2B5EF4-FFF2-40B4-BE49-F238E27FC236}">
                <a16:creationId xmlns:a16="http://schemas.microsoft.com/office/drawing/2014/main" id="{8B306EFE-C57B-8E30-7351-A9F513974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1210" name="Line 9">
            <a:extLst>
              <a:ext uri="{FF2B5EF4-FFF2-40B4-BE49-F238E27FC236}">
                <a16:creationId xmlns:a16="http://schemas.microsoft.com/office/drawing/2014/main" id="{317C32E5-161A-FAAD-15B0-422E5AACB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Text Box 10">
            <a:extLst>
              <a:ext uri="{FF2B5EF4-FFF2-40B4-BE49-F238E27FC236}">
                <a16:creationId xmlns:a16="http://schemas.microsoft.com/office/drawing/2014/main" id="{301E0AB4-DDA0-1153-8472-46E1B67C3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عنصر نائب لرقم الشريحة 5">
            <a:extLst>
              <a:ext uri="{FF2B5EF4-FFF2-40B4-BE49-F238E27FC236}">
                <a16:creationId xmlns:a16="http://schemas.microsoft.com/office/drawing/2014/main" id="{29B0FEC7-280C-310E-6F17-49AD607F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59</a:t>
            </a:fld>
            <a:endParaRPr lang="en-GB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333E902-661E-6CAA-C6F2-6F2D1D9D3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2228" name="Line 3">
            <a:extLst>
              <a:ext uri="{FF2B5EF4-FFF2-40B4-BE49-F238E27FC236}">
                <a16:creationId xmlns:a16="http://schemas.microsoft.com/office/drawing/2014/main" id="{B64B777C-5E1A-DE01-AA79-8588F88DB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29" name="Line 4">
            <a:extLst>
              <a:ext uri="{FF2B5EF4-FFF2-40B4-BE49-F238E27FC236}">
                <a16:creationId xmlns:a16="http://schemas.microsoft.com/office/drawing/2014/main" id="{57EF9639-44BA-7683-798B-7D609DC55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0" name="Freeform 5">
            <a:extLst>
              <a:ext uri="{FF2B5EF4-FFF2-40B4-BE49-F238E27FC236}">
                <a16:creationId xmlns:a16="http://schemas.microsoft.com/office/drawing/2014/main" id="{D14F6247-D8E2-9949-1BDD-711091D7089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1" name="Oval 6">
            <a:extLst>
              <a:ext uri="{FF2B5EF4-FFF2-40B4-BE49-F238E27FC236}">
                <a16:creationId xmlns:a16="http://schemas.microsoft.com/office/drawing/2014/main" id="{1C8A8081-8EE7-AE96-AE74-CA172087E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72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2232" name="Text Box 7">
            <a:extLst>
              <a:ext uri="{FF2B5EF4-FFF2-40B4-BE49-F238E27FC236}">
                <a16:creationId xmlns:a16="http://schemas.microsoft.com/office/drawing/2014/main" id="{9FC56F73-B83B-9A9D-E68E-027420674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2233" name="Text Box 8">
            <a:extLst>
              <a:ext uri="{FF2B5EF4-FFF2-40B4-BE49-F238E27FC236}">
                <a16:creationId xmlns:a16="http://schemas.microsoft.com/office/drawing/2014/main" id="{63C0344B-5CEB-8D6A-7CF1-7B1609F42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2234" name="Line 9">
            <a:extLst>
              <a:ext uri="{FF2B5EF4-FFF2-40B4-BE49-F238E27FC236}">
                <a16:creationId xmlns:a16="http://schemas.microsoft.com/office/drawing/2014/main" id="{C39C2C5E-C2BB-411E-BA5E-A03F9E968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457200" cy="2133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35" name="Text Box 10">
            <a:extLst>
              <a:ext uri="{FF2B5EF4-FFF2-40B4-BE49-F238E27FC236}">
                <a16:creationId xmlns:a16="http://schemas.microsoft.com/office/drawing/2014/main" id="{ADFF4742-6013-C8FE-6407-F273B6E5E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عنصر نائب لرقم الشريحة 5">
            <a:extLst>
              <a:ext uri="{FF2B5EF4-FFF2-40B4-BE49-F238E27FC236}">
                <a16:creationId xmlns:a16="http://schemas.microsoft.com/office/drawing/2014/main" id="{BA6AE357-2F84-14D9-F5C1-31DA02C0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60</a:t>
            </a:fld>
            <a:endParaRPr lang="en-GB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6051FA9-B673-56D6-79FC-37965D901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ED4C92F4-4509-E49C-9E53-69CE5568E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3" name="Line 4">
            <a:extLst>
              <a:ext uri="{FF2B5EF4-FFF2-40B4-BE49-F238E27FC236}">
                <a16:creationId xmlns:a16="http://schemas.microsoft.com/office/drawing/2014/main" id="{A126499C-3511-581C-4CAC-88BE1DD08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Freeform 5">
            <a:extLst>
              <a:ext uri="{FF2B5EF4-FFF2-40B4-BE49-F238E27FC236}">
                <a16:creationId xmlns:a16="http://schemas.microsoft.com/office/drawing/2014/main" id="{AD658615-9928-151B-9066-A30F5CD2830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Oval 6">
            <a:extLst>
              <a:ext uri="{FF2B5EF4-FFF2-40B4-BE49-F238E27FC236}">
                <a16:creationId xmlns:a16="http://schemas.microsoft.com/office/drawing/2014/main" id="{ECDDD6FA-0B16-B62F-8869-EF8255D62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19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3256" name="Text Box 7">
            <a:extLst>
              <a:ext uri="{FF2B5EF4-FFF2-40B4-BE49-F238E27FC236}">
                <a16:creationId xmlns:a16="http://schemas.microsoft.com/office/drawing/2014/main" id="{3646953E-29D9-F41A-0F0A-66E380D09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3257" name="Text Box 8">
            <a:extLst>
              <a:ext uri="{FF2B5EF4-FFF2-40B4-BE49-F238E27FC236}">
                <a16:creationId xmlns:a16="http://schemas.microsoft.com/office/drawing/2014/main" id="{14D4A84F-CB9C-C858-7625-447C3FF7A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3258" name="Line 9">
            <a:extLst>
              <a:ext uri="{FF2B5EF4-FFF2-40B4-BE49-F238E27FC236}">
                <a16:creationId xmlns:a16="http://schemas.microsoft.com/office/drawing/2014/main" id="{ACCF9938-50A4-E3AC-9834-43CAD8834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457200" cy="2133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Text Box 10">
            <a:extLst>
              <a:ext uri="{FF2B5EF4-FFF2-40B4-BE49-F238E27FC236}">
                <a16:creationId xmlns:a16="http://schemas.microsoft.com/office/drawing/2014/main" id="{E445ACC3-36BB-A905-49D7-0054B2825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عنصر نائب لرقم الشريحة 5">
            <a:extLst>
              <a:ext uri="{FF2B5EF4-FFF2-40B4-BE49-F238E27FC236}">
                <a16:creationId xmlns:a16="http://schemas.microsoft.com/office/drawing/2014/main" id="{18C24914-19F7-150E-55FA-180025F1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61</a:t>
            </a:fld>
            <a:endParaRPr lang="en-GB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B933EE1-4533-0883-8B02-002B505DF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4276" name="Line 3">
            <a:extLst>
              <a:ext uri="{FF2B5EF4-FFF2-40B4-BE49-F238E27FC236}">
                <a16:creationId xmlns:a16="http://schemas.microsoft.com/office/drawing/2014/main" id="{38CA53AB-17EF-5421-71BF-44721CDA1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7" name="Line 4">
            <a:extLst>
              <a:ext uri="{FF2B5EF4-FFF2-40B4-BE49-F238E27FC236}">
                <a16:creationId xmlns:a16="http://schemas.microsoft.com/office/drawing/2014/main" id="{E57E9026-1873-26B3-3BF0-7DA372544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8" name="Freeform 5">
            <a:extLst>
              <a:ext uri="{FF2B5EF4-FFF2-40B4-BE49-F238E27FC236}">
                <a16:creationId xmlns:a16="http://schemas.microsoft.com/office/drawing/2014/main" id="{6138CA08-8622-F81A-580D-9C615BC8AC8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9" name="Oval 6">
            <a:extLst>
              <a:ext uri="{FF2B5EF4-FFF2-40B4-BE49-F238E27FC236}">
                <a16:creationId xmlns:a16="http://schemas.microsoft.com/office/drawing/2014/main" id="{53646CCB-684B-7A8C-6662-2A2CB240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4280" name="Text Box 7">
            <a:extLst>
              <a:ext uri="{FF2B5EF4-FFF2-40B4-BE49-F238E27FC236}">
                <a16:creationId xmlns:a16="http://schemas.microsoft.com/office/drawing/2014/main" id="{7166C154-14FC-CAA3-45E0-6BFB5523E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4281" name="Text Box 8">
            <a:extLst>
              <a:ext uri="{FF2B5EF4-FFF2-40B4-BE49-F238E27FC236}">
                <a16:creationId xmlns:a16="http://schemas.microsoft.com/office/drawing/2014/main" id="{8A87D4BA-9C88-0701-BBB4-C6AA7CA2F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4282" name="Line 9">
            <a:extLst>
              <a:ext uri="{FF2B5EF4-FFF2-40B4-BE49-F238E27FC236}">
                <a16:creationId xmlns:a16="http://schemas.microsoft.com/office/drawing/2014/main" id="{47203D94-6517-29C3-0757-9B3E6CD22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533400" cy="2362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Text Box 10">
            <a:extLst>
              <a:ext uri="{FF2B5EF4-FFF2-40B4-BE49-F238E27FC236}">
                <a16:creationId xmlns:a16="http://schemas.microsoft.com/office/drawing/2014/main" id="{F2A95F60-4D08-B37C-610B-DA5AB4C58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عنصر نائب لرقم الشريحة 5">
            <a:extLst>
              <a:ext uri="{FF2B5EF4-FFF2-40B4-BE49-F238E27FC236}">
                <a16:creationId xmlns:a16="http://schemas.microsoft.com/office/drawing/2014/main" id="{6DC7A84E-8A7B-F22A-F7BA-733EFF9F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62</a:t>
            </a:fld>
            <a:endParaRPr lang="en-GB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231C46D7-1872-B588-0832-0AC40433D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5300" name="Line 3">
            <a:extLst>
              <a:ext uri="{FF2B5EF4-FFF2-40B4-BE49-F238E27FC236}">
                <a16:creationId xmlns:a16="http://schemas.microsoft.com/office/drawing/2014/main" id="{F5590B91-8DA9-8B7B-EEDF-D5D199F6F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1" name="Line 4">
            <a:extLst>
              <a:ext uri="{FF2B5EF4-FFF2-40B4-BE49-F238E27FC236}">
                <a16:creationId xmlns:a16="http://schemas.microsoft.com/office/drawing/2014/main" id="{8A5D6C6C-82CF-6841-50FB-065EA6159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2" name="Freeform 5">
            <a:extLst>
              <a:ext uri="{FF2B5EF4-FFF2-40B4-BE49-F238E27FC236}">
                <a16:creationId xmlns:a16="http://schemas.microsoft.com/office/drawing/2014/main" id="{EA154F6B-40EC-A070-7BDE-CEDAD5559A0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3" name="Oval 6">
            <a:extLst>
              <a:ext uri="{FF2B5EF4-FFF2-40B4-BE49-F238E27FC236}">
                <a16:creationId xmlns:a16="http://schemas.microsoft.com/office/drawing/2014/main" id="{7CC88204-9FEB-3E05-297E-6B772AFEE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029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5304" name="Text Box 7">
            <a:extLst>
              <a:ext uri="{FF2B5EF4-FFF2-40B4-BE49-F238E27FC236}">
                <a16:creationId xmlns:a16="http://schemas.microsoft.com/office/drawing/2014/main" id="{8B8E9A92-E8C1-A75E-4492-F24C1620A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5305" name="Text Box 8">
            <a:extLst>
              <a:ext uri="{FF2B5EF4-FFF2-40B4-BE49-F238E27FC236}">
                <a16:creationId xmlns:a16="http://schemas.microsoft.com/office/drawing/2014/main" id="{4CB505EC-8E7F-4B3D-5CE0-DA9CB059A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5306" name="Line 9">
            <a:extLst>
              <a:ext uri="{FF2B5EF4-FFF2-40B4-BE49-F238E27FC236}">
                <a16:creationId xmlns:a16="http://schemas.microsoft.com/office/drawing/2014/main" id="{B29856EF-57EA-9BC9-C54B-D52B521C1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667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07" name="Text Box 10">
            <a:extLst>
              <a:ext uri="{FF2B5EF4-FFF2-40B4-BE49-F238E27FC236}">
                <a16:creationId xmlns:a16="http://schemas.microsoft.com/office/drawing/2014/main" id="{C2F2752C-3A1C-3001-9185-C31A7918B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عنصر نائب لرقم الشريحة 5">
            <a:extLst>
              <a:ext uri="{FF2B5EF4-FFF2-40B4-BE49-F238E27FC236}">
                <a16:creationId xmlns:a16="http://schemas.microsoft.com/office/drawing/2014/main" id="{F8440BD2-0611-3ED3-2517-5121736F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63</a:t>
            </a:fld>
            <a:endParaRPr lang="en-GB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C5D0F645-32F1-1B11-2480-2554CA4633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6324" name="Line 3">
            <a:extLst>
              <a:ext uri="{FF2B5EF4-FFF2-40B4-BE49-F238E27FC236}">
                <a16:creationId xmlns:a16="http://schemas.microsoft.com/office/drawing/2014/main" id="{515AD4B0-8A90-64F0-7A05-E4E45AEEB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5" name="Line 4">
            <a:extLst>
              <a:ext uri="{FF2B5EF4-FFF2-40B4-BE49-F238E27FC236}">
                <a16:creationId xmlns:a16="http://schemas.microsoft.com/office/drawing/2014/main" id="{F7B9F89A-E519-A0D5-73DC-2626CFC14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6" name="Freeform 5">
            <a:extLst>
              <a:ext uri="{FF2B5EF4-FFF2-40B4-BE49-F238E27FC236}">
                <a16:creationId xmlns:a16="http://schemas.microsoft.com/office/drawing/2014/main" id="{81042A02-9560-E8BF-56EA-E4F6D72D54B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7" name="Oval 6">
            <a:extLst>
              <a:ext uri="{FF2B5EF4-FFF2-40B4-BE49-F238E27FC236}">
                <a16:creationId xmlns:a16="http://schemas.microsoft.com/office/drawing/2014/main" id="{C1B29558-E915-E39A-576C-FD7CC70E0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6328" name="Text Box 7">
            <a:extLst>
              <a:ext uri="{FF2B5EF4-FFF2-40B4-BE49-F238E27FC236}">
                <a16:creationId xmlns:a16="http://schemas.microsoft.com/office/drawing/2014/main" id="{4BE78C84-63EE-5258-722A-C5EDF8940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6329" name="Text Box 8">
            <a:extLst>
              <a:ext uri="{FF2B5EF4-FFF2-40B4-BE49-F238E27FC236}">
                <a16:creationId xmlns:a16="http://schemas.microsoft.com/office/drawing/2014/main" id="{0EB0626C-391B-EA5F-1271-652CF23A9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6330" name="Line 9">
            <a:extLst>
              <a:ext uri="{FF2B5EF4-FFF2-40B4-BE49-F238E27FC236}">
                <a16:creationId xmlns:a16="http://schemas.microsoft.com/office/drawing/2014/main" id="{70B9E703-CEF1-5301-9C1E-3A3CCFF10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667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1" name="Text Box 10">
            <a:extLst>
              <a:ext uri="{FF2B5EF4-FFF2-40B4-BE49-F238E27FC236}">
                <a16:creationId xmlns:a16="http://schemas.microsoft.com/office/drawing/2014/main" id="{9F8435E3-8054-088E-F142-43D1CB72D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عنصر نائب لرقم الشريحة 5">
            <a:extLst>
              <a:ext uri="{FF2B5EF4-FFF2-40B4-BE49-F238E27FC236}">
                <a16:creationId xmlns:a16="http://schemas.microsoft.com/office/drawing/2014/main" id="{06E39976-3F04-2B42-C154-C7A58DCF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64</a:t>
            </a:fld>
            <a:endParaRPr lang="en-GB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3E2527D-FB38-E645-9A9F-87ED4FF0F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7348" name="Line 3">
            <a:extLst>
              <a:ext uri="{FF2B5EF4-FFF2-40B4-BE49-F238E27FC236}">
                <a16:creationId xmlns:a16="http://schemas.microsoft.com/office/drawing/2014/main" id="{E21D0425-95C5-E189-D344-ACC342D6C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9" name="Line 4">
            <a:extLst>
              <a:ext uri="{FF2B5EF4-FFF2-40B4-BE49-F238E27FC236}">
                <a16:creationId xmlns:a16="http://schemas.microsoft.com/office/drawing/2014/main" id="{A65EAFD3-2293-A197-46F2-8C9B4A3F76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0" name="Freeform 5">
            <a:extLst>
              <a:ext uri="{FF2B5EF4-FFF2-40B4-BE49-F238E27FC236}">
                <a16:creationId xmlns:a16="http://schemas.microsoft.com/office/drawing/2014/main" id="{92539970-7811-F741-208A-F1C7771816B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1" name="Oval 6">
            <a:extLst>
              <a:ext uri="{FF2B5EF4-FFF2-40B4-BE49-F238E27FC236}">
                <a16:creationId xmlns:a16="http://schemas.microsoft.com/office/drawing/2014/main" id="{CEB56B4B-EACA-44C4-91C5-6D1544EBD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7352" name="Text Box 7">
            <a:extLst>
              <a:ext uri="{FF2B5EF4-FFF2-40B4-BE49-F238E27FC236}">
                <a16:creationId xmlns:a16="http://schemas.microsoft.com/office/drawing/2014/main" id="{4A12C396-4D6F-45C1-9365-0B0B18FEB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7353" name="Text Box 8">
            <a:extLst>
              <a:ext uri="{FF2B5EF4-FFF2-40B4-BE49-F238E27FC236}">
                <a16:creationId xmlns:a16="http://schemas.microsoft.com/office/drawing/2014/main" id="{65512DEE-5D23-18D5-68F2-37398EC85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7354" name="Line 9">
            <a:extLst>
              <a:ext uri="{FF2B5EF4-FFF2-40B4-BE49-F238E27FC236}">
                <a16:creationId xmlns:a16="http://schemas.microsoft.com/office/drawing/2014/main" id="{DBD8CACD-0F94-5916-B941-18D2FB4D2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Text Box 10">
            <a:extLst>
              <a:ext uri="{FF2B5EF4-FFF2-40B4-BE49-F238E27FC236}">
                <a16:creationId xmlns:a16="http://schemas.microsoft.com/office/drawing/2014/main" id="{0F9CF4F0-4CF9-A803-8785-4C72EFA62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عنصر نائب لرقم الشريحة 5">
            <a:extLst>
              <a:ext uri="{FF2B5EF4-FFF2-40B4-BE49-F238E27FC236}">
                <a16:creationId xmlns:a16="http://schemas.microsoft.com/office/drawing/2014/main" id="{3CCC6F7B-9193-ABE4-33B8-E52B5EE8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65</a:t>
            </a:fld>
            <a:endParaRPr lang="en-GB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F375764C-F0BE-F749-E0FC-40F20F8FF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8372" name="Line 3">
            <a:extLst>
              <a:ext uri="{FF2B5EF4-FFF2-40B4-BE49-F238E27FC236}">
                <a16:creationId xmlns:a16="http://schemas.microsoft.com/office/drawing/2014/main" id="{3860B2CA-E4E4-9A4C-00C8-C95FDB66F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3" name="Line 4">
            <a:extLst>
              <a:ext uri="{FF2B5EF4-FFF2-40B4-BE49-F238E27FC236}">
                <a16:creationId xmlns:a16="http://schemas.microsoft.com/office/drawing/2014/main" id="{E0D58625-94C6-9AF5-9C56-447AD00DA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4" name="Freeform 5">
            <a:extLst>
              <a:ext uri="{FF2B5EF4-FFF2-40B4-BE49-F238E27FC236}">
                <a16:creationId xmlns:a16="http://schemas.microsoft.com/office/drawing/2014/main" id="{4BD1E993-517D-818E-5343-C63C91A936F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5" name="Oval 6">
            <a:extLst>
              <a:ext uri="{FF2B5EF4-FFF2-40B4-BE49-F238E27FC236}">
                <a16:creationId xmlns:a16="http://schemas.microsoft.com/office/drawing/2014/main" id="{A4E18191-9F21-52F1-81CB-C88EEDFAA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029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8376" name="Text Box 7">
            <a:extLst>
              <a:ext uri="{FF2B5EF4-FFF2-40B4-BE49-F238E27FC236}">
                <a16:creationId xmlns:a16="http://schemas.microsoft.com/office/drawing/2014/main" id="{C73F82E2-2E88-F89B-8714-926E8781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8377" name="Text Box 8">
            <a:extLst>
              <a:ext uri="{FF2B5EF4-FFF2-40B4-BE49-F238E27FC236}">
                <a16:creationId xmlns:a16="http://schemas.microsoft.com/office/drawing/2014/main" id="{E2AB1FAC-0F8F-5ED3-65B8-224A50BBE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8378" name="Line 9">
            <a:extLst>
              <a:ext uri="{FF2B5EF4-FFF2-40B4-BE49-F238E27FC236}">
                <a16:creationId xmlns:a16="http://schemas.microsoft.com/office/drawing/2014/main" id="{50F294D6-AAAF-532A-3411-B293C107D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Text Box 10">
            <a:extLst>
              <a:ext uri="{FF2B5EF4-FFF2-40B4-BE49-F238E27FC236}">
                <a16:creationId xmlns:a16="http://schemas.microsoft.com/office/drawing/2014/main" id="{1883ED53-5C54-96FB-935E-6001530EF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عنصر نائب لرقم الشريحة 5">
            <a:extLst>
              <a:ext uri="{FF2B5EF4-FFF2-40B4-BE49-F238E27FC236}">
                <a16:creationId xmlns:a16="http://schemas.microsoft.com/office/drawing/2014/main" id="{05FD7C1D-BFC3-7232-EDAC-D2811D93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66</a:t>
            </a:fld>
            <a:endParaRPr lang="en-GB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41FF2BE-A9FA-2B52-D153-64B73910B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59396" name="Line 3">
            <a:extLst>
              <a:ext uri="{FF2B5EF4-FFF2-40B4-BE49-F238E27FC236}">
                <a16:creationId xmlns:a16="http://schemas.microsoft.com/office/drawing/2014/main" id="{D32D8ADC-8AF4-DE73-242C-4A1B6DE60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7" name="Line 4">
            <a:extLst>
              <a:ext uri="{FF2B5EF4-FFF2-40B4-BE49-F238E27FC236}">
                <a16:creationId xmlns:a16="http://schemas.microsoft.com/office/drawing/2014/main" id="{4636231C-20F1-5740-6A48-93F4FCEB8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Freeform 5">
            <a:extLst>
              <a:ext uri="{FF2B5EF4-FFF2-40B4-BE49-F238E27FC236}">
                <a16:creationId xmlns:a16="http://schemas.microsoft.com/office/drawing/2014/main" id="{B657C573-6972-B529-9AD1-CCDD81A262B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Oval 6">
            <a:extLst>
              <a:ext uri="{FF2B5EF4-FFF2-40B4-BE49-F238E27FC236}">
                <a16:creationId xmlns:a16="http://schemas.microsoft.com/office/drawing/2014/main" id="{352E47A9-8D62-E4A4-A46D-5305D8F8A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59400" name="Text Box 7">
            <a:extLst>
              <a:ext uri="{FF2B5EF4-FFF2-40B4-BE49-F238E27FC236}">
                <a16:creationId xmlns:a16="http://schemas.microsoft.com/office/drawing/2014/main" id="{5B5B900D-0380-320E-163E-4C8B2DBA7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59401" name="Text Box 8">
            <a:extLst>
              <a:ext uri="{FF2B5EF4-FFF2-40B4-BE49-F238E27FC236}">
                <a16:creationId xmlns:a16="http://schemas.microsoft.com/office/drawing/2014/main" id="{C9443EAD-E8AD-923D-61E3-1E19A40B2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59402" name="Line 9">
            <a:extLst>
              <a:ext uri="{FF2B5EF4-FFF2-40B4-BE49-F238E27FC236}">
                <a16:creationId xmlns:a16="http://schemas.microsoft.com/office/drawing/2014/main" id="{7BC73BCB-51C3-FE35-3D8F-844EBA2A8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Text Box 10">
            <a:extLst>
              <a:ext uri="{FF2B5EF4-FFF2-40B4-BE49-F238E27FC236}">
                <a16:creationId xmlns:a16="http://schemas.microsoft.com/office/drawing/2014/main" id="{A7077396-8A2D-BC4A-3B15-F7625EA3B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عنصر نائب لرقم الشريحة 5">
            <a:extLst>
              <a:ext uri="{FF2B5EF4-FFF2-40B4-BE49-F238E27FC236}">
                <a16:creationId xmlns:a16="http://schemas.microsoft.com/office/drawing/2014/main" id="{84FE2BBA-B86F-A0E6-5F75-B83C211A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67</a:t>
            </a:fld>
            <a:endParaRPr lang="en-GB" altLang="en-US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768F314-2CE3-B0E9-21DC-E2C6871C6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Simulated Annealing</a:t>
            </a:r>
            <a:endParaRPr lang="en-US" altLang="en-US"/>
          </a:p>
        </p:txBody>
      </p:sp>
      <p:sp>
        <p:nvSpPr>
          <p:cNvPr id="60420" name="Line 3">
            <a:extLst>
              <a:ext uri="{FF2B5EF4-FFF2-40B4-BE49-F238E27FC236}">
                <a16:creationId xmlns:a16="http://schemas.microsoft.com/office/drawing/2014/main" id="{6DB4A03A-BB2A-8D5E-26AC-302B6A1EE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" name="Line 4">
            <a:extLst>
              <a:ext uri="{FF2B5EF4-FFF2-40B4-BE49-F238E27FC236}">
                <a16:creationId xmlns:a16="http://schemas.microsoft.com/office/drawing/2014/main" id="{7B37693A-6D81-17AF-9B1E-813D3D1FC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Freeform 5">
            <a:extLst>
              <a:ext uri="{FF2B5EF4-FFF2-40B4-BE49-F238E27FC236}">
                <a16:creationId xmlns:a16="http://schemas.microsoft.com/office/drawing/2014/main" id="{0C4BDDCB-C8A3-2B13-AEF6-AFF6C8CEDD7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3" name="Oval 6">
            <a:extLst>
              <a:ext uri="{FF2B5EF4-FFF2-40B4-BE49-F238E27FC236}">
                <a16:creationId xmlns:a16="http://schemas.microsoft.com/office/drawing/2014/main" id="{B817B6E7-E308-C12D-9D52-628837B7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0424" name="Text Box 7">
            <a:extLst>
              <a:ext uri="{FF2B5EF4-FFF2-40B4-BE49-F238E27FC236}">
                <a16:creationId xmlns:a16="http://schemas.microsoft.com/office/drawing/2014/main" id="{642E860A-AB42-3E6A-FD83-4C6D868E0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60425" name="Text Box 8">
            <a:extLst>
              <a:ext uri="{FF2B5EF4-FFF2-40B4-BE49-F238E27FC236}">
                <a16:creationId xmlns:a16="http://schemas.microsoft.com/office/drawing/2014/main" id="{180BCC22-EF8A-69FA-A30E-006205AC5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  <p:sp>
        <p:nvSpPr>
          <p:cNvPr id="60426" name="Line 9">
            <a:extLst>
              <a:ext uri="{FF2B5EF4-FFF2-40B4-BE49-F238E27FC236}">
                <a16:creationId xmlns:a16="http://schemas.microsoft.com/office/drawing/2014/main" id="{C6AF6586-6B0B-FF05-51F7-619BF0129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Text Box 10">
            <a:extLst>
              <a:ext uri="{FF2B5EF4-FFF2-40B4-BE49-F238E27FC236}">
                <a16:creationId xmlns:a16="http://schemas.microsoft.com/office/drawing/2014/main" id="{1C0DFFFB-CBD6-EF9D-C116-5E01B2E52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0428" name="Line 11">
            <a:extLst>
              <a:ext uri="{FF2B5EF4-FFF2-40B4-BE49-F238E27FC236}">
                <a16:creationId xmlns:a16="http://schemas.microsoft.com/office/drawing/2014/main" id="{E14B499B-66F1-53B8-FEA0-7AD827741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9" name="Line 12">
            <a:extLst>
              <a:ext uri="{FF2B5EF4-FFF2-40B4-BE49-F238E27FC236}">
                <a16:creationId xmlns:a16="http://schemas.microsoft.com/office/drawing/2014/main" id="{6CF43394-F6E6-520E-C831-586937EEB3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34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DC4E129-C6F3-2FAC-826F-09A25D06A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371600"/>
          </a:xfrm>
          <a:noFill/>
        </p:spPr>
        <p:txBody>
          <a:bodyPr/>
          <a:lstStyle/>
          <a:p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xứ</a:t>
            </a:r>
            <a:r>
              <a:rPr lang="en-US" altLang="en-US" dirty="0"/>
              <a:t>, </a:t>
            </a:r>
            <a:r>
              <a:rPr lang="en-US" altLang="en-US" dirty="0" err="1"/>
              <a:t>ứng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endParaRPr lang="en-US" altLang="en-US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D740CC6-745F-9D01-7F17-CC97BB32A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0037"/>
            <a:ext cx="8229600" cy="4525963"/>
          </a:xfrm>
        </p:spPr>
        <p:txBody>
          <a:bodyPr/>
          <a:lstStyle/>
          <a:p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xuất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nhóm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cứu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IBM </a:t>
            </a:r>
            <a:r>
              <a:rPr lang="en-US" altLang="en-US" sz="2800" dirty="0" err="1"/>
              <a:t>năm</a:t>
            </a:r>
            <a:r>
              <a:rPr lang="en-US" altLang="en-US" sz="2800" dirty="0"/>
              <a:t> 1983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(layout) VLSI</a:t>
            </a:r>
          </a:p>
          <a:p>
            <a:pPr lvl="1"/>
            <a:r>
              <a:rPr lang="en-US" altLang="en-US" sz="2400" dirty="0" err="1"/>
              <a:t>Về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lý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thuyết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sẽ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tìm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ưu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toàn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cục</a:t>
            </a:r>
            <a:endParaRPr lang="en-US" altLang="en-US" sz="2400" dirty="0"/>
          </a:p>
          <a:p>
            <a:pPr lvl="3" eaLnBrk="1" hangingPunct="1">
              <a:lnSpc>
                <a:spcPct val="80000"/>
              </a:lnSpc>
            </a:pPr>
            <a:endParaRPr lang="en-US" altLang="en-US" sz="1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endParaRPr lang="en-US" alt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TSP, Graph partitioning, Graph coloring, Scheduling, Facility Layout, Image Processing,…</a:t>
            </a:r>
          </a:p>
          <a:p>
            <a:pPr lvl="3" eaLnBrk="1" hangingPunct="1">
              <a:lnSpc>
                <a:spcPct val="80000"/>
              </a:lnSpc>
            </a:pPr>
            <a:endParaRPr lang="en-US" altLang="en-US" sz="1600" dirty="0"/>
          </a:p>
          <a:p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tốc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chậm</a:t>
            </a:r>
            <a:endParaRPr lang="en-US" altLang="en-US" sz="2800" dirty="0"/>
          </a:p>
          <a:p>
            <a:pPr lvl="1"/>
            <a:r>
              <a:rPr lang="en-US" altLang="en-US" sz="2400" dirty="0"/>
              <a:t>Do </a:t>
            </a:r>
            <a:r>
              <a:rPr lang="en-US" altLang="en-US" sz="2400" dirty="0" err="1"/>
              <a:t>giảm</a:t>
            </a:r>
            <a:r>
              <a:rPr lang="en-US" altLang="en-US" sz="2400" dirty="0"/>
              <a:t> T </a:t>
            </a:r>
            <a:r>
              <a:rPr lang="en-US" altLang="en-US" sz="2400" dirty="0" err="1"/>
              <a:t>chậm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đạt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ưu</a:t>
            </a:r>
            <a:endParaRPr lang="en-US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AEF5F-4B7C-A238-1CB5-98CCAAF7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8FF90034-29DF-4FBB-B63B-38D48953A899}" type="slidenum">
              <a:rPr lang="en-US" altLang="en-US" smtClean="0"/>
              <a:pPr eaLnBrk="1" hangingPunct="1"/>
              <a:t>68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B5B652A5-64A2-79A3-93C2-18AF2BDD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09" y="534987"/>
            <a:ext cx="8229600" cy="1065213"/>
          </a:xfrm>
        </p:spPr>
        <p:txBody>
          <a:bodyPr/>
          <a:lstStyle/>
          <a:p>
            <a:r>
              <a:rPr lang="en-US" altLang="en-US" dirty="0"/>
              <a:t>Tabu Search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A0744B9-AF32-4857-A84A-99B62DAF2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altLang="en-US" sz="2800" dirty="0" err="1"/>
              <a:t>Cải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tiến</a:t>
            </a:r>
            <a:r>
              <a:rPr lang="en-US" altLang="en-US" sz="2800" dirty="0"/>
              <a:t> hill-climbing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cấm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quay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duyệt</a:t>
            </a:r>
            <a:endParaRPr lang="en-US" altLang="en-US" sz="2800" dirty="0"/>
          </a:p>
          <a:p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đợt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duyệt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(“tabu list” – </a:t>
            </a:r>
            <a:r>
              <a:rPr lang="en-US" altLang="en-US" sz="2800" dirty="0" err="1"/>
              <a:t>danh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cấm</a:t>
            </a:r>
            <a:r>
              <a:rPr lang="en-US" altLang="en-US" sz="2800" dirty="0"/>
              <a:t>)</a:t>
            </a:r>
          </a:p>
          <a:p>
            <a:pPr lvl="1"/>
            <a:r>
              <a:rPr lang="en-US" altLang="en-US" sz="2400" dirty="0" err="1"/>
              <a:t>Thêm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thái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nhất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xóa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cũ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nhất</a:t>
            </a:r>
            <a:endParaRPr lang="en-US" altLang="en-US" sz="2400" dirty="0"/>
          </a:p>
          <a:p>
            <a:pPr lvl="1"/>
            <a:r>
              <a:rPr lang="en-US" altLang="en-US" sz="2400" dirty="0" err="1"/>
              <a:t>Không</a:t>
            </a:r>
            <a:r>
              <a:rPr lang="en-US" altLang="en-US" sz="2400" dirty="0"/>
              <a:t> quay </a:t>
            </a:r>
            <a:r>
              <a:rPr lang="en-US" altLang="en-US" sz="2400" dirty="0" err="1"/>
              <a:t>lại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thái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trong</a:t>
            </a:r>
            <a:r>
              <a:rPr lang="en-US" altLang="en-US" sz="2400" dirty="0"/>
              <a:t> tabu list</a:t>
            </a:r>
          </a:p>
          <a:p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</a:p>
          <a:p>
            <a:pPr lvl="1"/>
            <a:r>
              <a:rPr lang="en-US" altLang="en-US" sz="2400" dirty="0"/>
              <a:t>Khi </a:t>
            </a:r>
            <a:r>
              <a:rPr lang="en-US" altLang="en-US" sz="2400" dirty="0" err="1"/>
              <a:t>danh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đủ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lớn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thì</a:t>
            </a:r>
            <a:r>
              <a:rPr lang="en-US" altLang="en-US" sz="2400" dirty="0"/>
              <a:t> hill-climbing </a:t>
            </a:r>
            <a:r>
              <a:rPr lang="en-US" altLang="en-US" sz="2400" dirty="0" err="1"/>
              <a:t>tiệm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cận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duyệt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lặp</a:t>
            </a:r>
            <a:endParaRPr lang="en-US" altLang="en-US" sz="2400" dirty="0"/>
          </a:p>
          <a:p>
            <a:pPr lvl="1"/>
            <a:r>
              <a:rPr lang="en-US" altLang="en-US" sz="2400" dirty="0" err="1"/>
              <a:t>Với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kích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thước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phù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hợp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thì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áp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dụng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tốt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nhiều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bài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toán</a:t>
            </a:r>
            <a:endParaRPr lang="en-US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5593C-6CB5-66DA-DCB7-7D2AB1E8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E54E7BC3-F6B5-4C6D-A602-D2426466541E}" type="slidenum">
              <a:rPr lang="en-US" altLang="en-US" smtClean="0"/>
              <a:pPr eaLnBrk="1" hangingPunct="1"/>
              <a:t>69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عنصر نائب لرقم الشريحة 5">
            <a:extLst>
              <a:ext uri="{FF2B5EF4-FFF2-40B4-BE49-F238E27FC236}">
                <a16:creationId xmlns:a16="http://schemas.microsoft.com/office/drawing/2014/main" id="{AB2B1940-2E08-3012-0B51-368C0BB4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70</a:t>
            </a:fld>
            <a:endParaRPr lang="en-GB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5CFB8C3-BF19-0351-CF9A-1C8966C9D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3492" name="Line 3">
            <a:extLst>
              <a:ext uri="{FF2B5EF4-FFF2-40B4-BE49-F238E27FC236}">
                <a16:creationId xmlns:a16="http://schemas.microsoft.com/office/drawing/2014/main" id="{4B87EA67-C957-E0E7-7084-C41862930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3" name="Line 4">
            <a:extLst>
              <a:ext uri="{FF2B5EF4-FFF2-40B4-BE49-F238E27FC236}">
                <a16:creationId xmlns:a16="http://schemas.microsoft.com/office/drawing/2014/main" id="{5906304A-B267-54FE-8D2F-342BCBFAE1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4" name="Freeform 5">
            <a:extLst>
              <a:ext uri="{FF2B5EF4-FFF2-40B4-BE49-F238E27FC236}">
                <a16:creationId xmlns:a16="http://schemas.microsoft.com/office/drawing/2014/main" id="{D897FDAC-4F89-2E17-39E1-8E3B874625C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Oval 6">
            <a:extLst>
              <a:ext uri="{FF2B5EF4-FFF2-40B4-BE49-F238E27FC236}">
                <a16:creationId xmlns:a16="http://schemas.microsoft.com/office/drawing/2014/main" id="{AB7C721D-2FD3-6854-BA72-AC35BEB9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3496" name="Text Box 10">
            <a:extLst>
              <a:ext uri="{FF2B5EF4-FFF2-40B4-BE49-F238E27FC236}">
                <a16:creationId xmlns:a16="http://schemas.microsoft.com/office/drawing/2014/main" id="{B8F91D15-1C1B-4DA4-B4C7-38892959A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63497" name="Text Box 11">
            <a:extLst>
              <a:ext uri="{FF2B5EF4-FFF2-40B4-BE49-F238E27FC236}">
                <a16:creationId xmlns:a16="http://schemas.microsoft.com/office/drawing/2014/main" id="{3C790917-56C4-1BC3-ABAA-3995BFD04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عنصر نائب لرقم الشريحة 5">
            <a:extLst>
              <a:ext uri="{FF2B5EF4-FFF2-40B4-BE49-F238E27FC236}">
                <a16:creationId xmlns:a16="http://schemas.microsoft.com/office/drawing/2014/main" id="{645FB52B-132A-669E-25E3-743BAC21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71</a:t>
            </a:fld>
            <a:endParaRPr lang="en-GB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9CFCA80-BAAD-3832-36A9-65CFAA4BD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4516" name="Line 3">
            <a:extLst>
              <a:ext uri="{FF2B5EF4-FFF2-40B4-BE49-F238E27FC236}">
                <a16:creationId xmlns:a16="http://schemas.microsoft.com/office/drawing/2014/main" id="{7B31C5D8-92C7-AFB3-6926-5E3681C43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7" name="Line 4">
            <a:extLst>
              <a:ext uri="{FF2B5EF4-FFF2-40B4-BE49-F238E27FC236}">
                <a16:creationId xmlns:a16="http://schemas.microsoft.com/office/drawing/2014/main" id="{84D82209-E55E-2115-7AAA-AECE7982A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8" name="Freeform 5">
            <a:extLst>
              <a:ext uri="{FF2B5EF4-FFF2-40B4-BE49-F238E27FC236}">
                <a16:creationId xmlns:a16="http://schemas.microsoft.com/office/drawing/2014/main" id="{E07E5210-8075-9AC2-783C-598898F5F32F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9" name="Oval 6">
            <a:extLst>
              <a:ext uri="{FF2B5EF4-FFF2-40B4-BE49-F238E27FC236}">
                <a16:creationId xmlns:a16="http://schemas.microsoft.com/office/drawing/2014/main" id="{BAFF1F62-615F-3C1B-B621-F1DD92606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4520" name="Text Box 8">
            <a:extLst>
              <a:ext uri="{FF2B5EF4-FFF2-40B4-BE49-F238E27FC236}">
                <a16:creationId xmlns:a16="http://schemas.microsoft.com/office/drawing/2014/main" id="{CD0802C7-8C92-C9D3-32E7-8106BF3B8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4521" name="Line 9">
            <a:extLst>
              <a:ext uri="{FF2B5EF4-FFF2-40B4-BE49-F238E27FC236}">
                <a16:creationId xmlns:a16="http://schemas.microsoft.com/office/drawing/2014/main" id="{421F9C23-9397-0358-D795-342160A42E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133600"/>
            <a:ext cx="990600" cy="9144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956FC2AC-E7D7-A5EA-7ADB-ED591E97F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عنصر نائب لرقم الشريحة 5">
            <a:extLst>
              <a:ext uri="{FF2B5EF4-FFF2-40B4-BE49-F238E27FC236}">
                <a16:creationId xmlns:a16="http://schemas.microsoft.com/office/drawing/2014/main" id="{CAF0DBE1-39E8-FF2D-766F-AD9A4541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72</a:t>
            </a:fld>
            <a:endParaRPr lang="en-GB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7E56D20-98DE-503A-CF10-00160D143D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5540" name="Line 3">
            <a:extLst>
              <a:ext uri="{FF2B5EF4-FFF2-40B4-BE49-F238E27FC236}">
                <a16:creationId xmlns:a16="http://schemas.microsoft.com/office/drawing/2014/main" id="{9FD1317E-A5CB-0347-6543-B67AE4323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1" name="Line 4">
            <a:extLst>
              <a:ext uri="{FF2B5EF4-FFF2-40B4-BE49-F238E27FC236}">
                <a16:creationId xmlns:a16="http://schemas.microsoft.com/office/drawing/2014/main" id="{F38F5E7E-68E6-AE36-DF1A-CECE419E2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2" name="Freeform 5">
            <a:extLst>
              <a:ext uri="{FF2B5EF4-FFF2-40B4-BE49-F238E27FC236}">
                <a16:creationId xmlns:a16="http://schemas.microsoft.com/office/drawing/2014/main" id="{F74F867C-FD2E-380D-D6E5-36C96D4B3781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Oval 6">
            <a:extLst>
              <a:ext uri="{FF2B5EF4-FFF2-40B4-BE49-F238E27FC236}">
                <a16:creationId xmlns:a16="http://schemas.microsoft.com/office/drawing/2014/main" id="{F14435E2-E074-31AA-99A8-A261440C5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5544" name="Text Box 7">
            <a:extLst>
              <a:ext uri="{FF2B5EF4-FFF2-40B4-BE49-F238E27FC236}">
                <a16:creationId xmlns:a16="http://schemas.microsoft.com/office/drawing/2014/main" id="{5857AFCA-DCB4-5EBE-79A0-B405D9232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5545" name="Line 8">
            <a:extLst>
              <a:ext uri="{FF2B5EF4-FFF2-40B4-BE49-F238E27FC236}">
                <a16:creationId xmlns:a16="http://schemas.microsoft.com/office/drawing/2014/main" id="{0CA1D254-A6B2-F9E6-9EA0-F9970BDE40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133600"/>
            <a:ext cx="914400" cy="1219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6" name="Oval 9">
            <a:extLst>
              <a:ext uri="{FF2B5EF4-FFF2-40B4-BE49-F238E27FC236}">
                <a16:creationId xmlns:a16="http://schemas.microsoft.com/office/drawing/2014/main" id="{C69993C8-94F0-1941-44FD-116A878D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عنصر نائب لرقم الشريحة 5">
            <a:extLst>
              <a:ext uri="{FF2B5EF4-FFF2-40B4-BE49-F238E27FC236}">
                <a16:creationId xmlns:a16="http://schemas.microsoft.com/office/drawing/2014/main" id="{0A1E063C-5D79-556B-20E8-B5F46220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73</a:t>
            </a:fld>
            <a:endParaRPr lang="en-GB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0F624CB-570F-29C9-390B-B61F73BF4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6564" name="Line 3">
            <a:extLst>
              <a:ext uri="{FF2B5EF4-FFF2-40B4-BE49-F238E27FC236}">
                <a16:creationId xmlns:a16="http://schemas.microsoft.com/office/drawing/2014/main" id="{2A315110-3A1B-E8C0-839E-F204FAAD6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5" name="Line 4">
            <a:extLst>
              <a:ext uri="{FF2B5EF4-FFF2-40B4-BE49-F238E27FC236}">
                <a16:creationId xmlns:a16="http://schemas.microsoft.com/office/drawing/2014/main" id="{F7F9FE82-7ACB-CAF3-59BA-E26C9784F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6" name="Freeform 5">
            <a:extLst>
              <a:ext uri="{FF2B5EF4-FFF2-40B4-BE49-F238E27FC236}">
                <a16:creationId xmlns:a16="http://schemas.microsoft.com/office/drawing/2014/main" id="{0D75842A-D9CC-4D7D-0C79-5BC25FCDB09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7" name="Oval 6">
            <a:extLst>
              <a:ext uri="{FF2B5EF4-FFF2-40B4-BE49-F238E27FC236}">
                <a16:creationId xmlns:a16="http://schemas.microsoft.com/office/drawing/2014/main" id="{FD42FB48-89C2-08B5-BCF4-1CE6ACE6A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6568" name="Text Box 7">
            <a:extLst>
              <a:ext uri="{FF2B5EF4-FFF2-40B4-BE49-F238E27FC236}">
                <a16:creationId xmlns:a16="http://schemas.microsoft.com/office/drawing/2014/main" id="{94BE1F6C-24A0-DCBC-F533-DE1F8ACB1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6569" name="Line 8">
            <a:extLst>
              <a:ext uri="{FF2B5EF4-FFF2-40B4-BE49-F238E27FC236}">
                <a16:creationId xmlns:a16="http://schemas.microsoft.com/office/drawing/2014/main" id="{E326DF1B-C1AE-CEC8-C729-8A358A015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133600"/>
            <a:ext cx="762000" cy="1600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0" name="Oval 9">
            <a:extLst>
              <a:ext uri="{FF2B5EF4-FFF2-40B4-BE49-F238E27FC236}">
                <a16:creationId xmlns:a16="http://schemas.microsoft.com/office/drawing/2014/main" id="{9C0D50F0-9455-AE7C-E314-F3161F85C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عنصر نائب لرقم الشريحة 5">
            <a:extLst>
              <a:ext uri="{FF2B5EF4-FFF2-40B4-BE49-F238E27FC236}">
                <a16:creationId xmlns:a16="http://schemas.microsoft.com/office/drawing/2014/main" id="{D1927F64-EE70-99F6-0AE7-C681391E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74</a:t>
            </a:fld>
            <a:endParaRPr lang="en-GB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4AA0DC8-E816-22EC-EAC9-CD972D83E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7588" name="Line 3">
            <a:extLst>
              <a:ext uri="{FF2B5EF4-FFF2-40B4-BE49-F238E27FC236}">
                <a16:creationId xmlns:a16="http://schemas.microsoft.com/office/drawing/2014/main" id="{40EF33A3-6A81-C3D9-E921-595D138F1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89" name="Line 4">
            <a:extLst>
              <a:ext uri="{FF2B5EF4-FFF2-40B4-BE49-F238E27FC236}">
                <a16:creationId xmlns:a16="http://schemas.microsoft.com/office/drawing/2014/main" id="{CA04DB65-5915-568A-FA61-EA53FEACF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0" name="Freeform 5">
            <a:extLst>
              <a:ext uri="{FF2B5EF4-FFF2-40B4-BE49-F238E27FC236}">
                <a16:creationId xmlns:a16="http://schemas.microsoft.com/office/drawing/2014/main" id="{DB85B83C-D574-51AA-0D7E-77BCA8F52D0A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1" name="Oval 6">
            <a:extLst>
              <a:ext uri="{FF2B5EF4-FFF2-40B4-BE49-F238E27FC236}">
                <a16:creationId xmlns:a16="http://schemas.microsoft.com/office/drawing/2014/main" id="{FC5896CE-1759-7BC3-C128-4BC84C5A9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7592" name="Text Box 7">
            <a:extLst>
              <a:ext uri="{FF2B5EF4-FFF2-40B4-BE49-F238E27FC236}">
                <a16:creationId xmlns:a16="http://schemas.microsoft.com/office/drawing/2014/main" id="{CBF4EAB6-3E04-C374-1534-8459762E4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7593" name="Line 8">
            <a:extLst>
              <a:ext uri="{FF2B5EF4-FFF2-40B4-BE49-F238E27FC236}">
                <a16:creationId xmlns:a16="http://schemas.microsoft.com/office/drawing/2014/main" id="{1A9655EF-A7D3-CDB2-B906-7D373B0D3C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133600"/>
            <a:ext cx="6858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4" name="Oval 9">
            <a:extLst>
              <a:ext uri="{FF2B5EF4-FFF2-40B4-BE49-F238E27FC236}">
                <a16:creationId xmlns:a16="http://schemas.microsoft.com/office/drawing/2014/main" id="{EA53E42F-2E3E-0DB1-059F-AEED612DE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عنصر نائب لرقم الشريحة 5">
            <a:extLst>
              <a:ext uri="{FF2B5EF4-FFF2-40B4-BE49-F238E27FC236}">
                <a16:creationId xmlns:a16="http://schemas.microsoft.com/office/drawing/2014/main" id="{6E78AA33-D124-BCD9-B116-59CF43C8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75</a:t>
            </a:fld>
            <a:endParaRPr lang="en-GB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31EE214-5FFC-F057-5AB6-C3A9A18BE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8612" name="Line 3">
            <a:extLst>
              <a:ext uri="{FF2B5EF4-FFF2-40B4-BE49-F238E27FC236}">
                <a16:creationId xmlns:a16="http://schemas.microsoft.com/office/drawing/2014/main" id="{0972C3E3-9203-0EEA-18B3-3E6F219BC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3" name="Line 4">
            <a:extLst>
              <a:ext uri="{FF2B5EF4-FFF2-40B4-BE49-F238E27FC236}">
                <a16:creationId xmlns:a16="http://schemas.microsoft.com/office/drawing/2014/main" id="{8B9D1861-2C42-13DE-093F-8542D3448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4" name="Freeform 5">
            <a:extLst>
              <a:ext uri="{FF2B5EF4-FFF2-40B4-BE49-F238E27FC236}">
                <a16:creationId xmlns:a16="http://schemas.microsoft.com/office/drawing/2014/main" id="{91B64599-FD1A-B8E6-E45C-EEA115441A3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5" name="Oval 6">
            <a:extLst>
              <a:ext uri="{FF2B5EF4-FFF2-40B4-BE49-F238E27FC236}">
                <a16:creationId xmlns:a16="http://schemas.microsoft.com/office/drawing/2014/main" id="{FF2CEBAF-79C2-AE7A-77FA-B4F1ED6CF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8616" name="Text Box 7">
            <a:extLst>
              <a:ext uri="{FF2B5EF4-FFF2-40B4-BE49-F238E27FC236}">
                <a16:creationId xmlns:a16="http://schemas.microsoft.com/office/drawing/2014/main" id="{58C1FC64-B88A-7B3F-9931-E083A5B7A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8617" name="Line 8">
            <a:extLst>
              <a:ext uri="{FF2B5EF4-FFF2-40B4-BE49-F238E27FC236}">
                <a16:creationId xmlns:a16="http://schemas.microsoft.com/office/drawing/2014/main" id="{935DA213-7D17-CF7D-111E-10B72620F0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8" name="Oval 9">
            <a:extLst>
              <a:ext uri="{FF2B5EF4-FFF2-40B4-BE49-F238E27FC236}">
                <a16:creationId xmlns:a16="http://schemas.microsoft.com/office/drawing/2014/main" id="{0E31E1FD-50B0-5EBC-AAB1-A323FF181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038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عنصر نائب لرقم الشريحة 5">
            <a:extLst>
              <a:ext uri="{FF2B5EF4-FFF2-40B4-BE49-F238E27FC236}">
                <a16:creationId xmlns:a16="http://schemas.microsoft.com/office/drawing/2014/main" id="{F59F267F-9165-73F5-C1CC-BA6BF6F7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76</a:t>
            </a:fld>
            <a:endParaRPr lang="en-GB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4B02E89-6F82-A5FC-CC45-D4A326BDC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69636" name="Line 3">
            <a:extLst>
              <a:ext uri="{FF2B5EF4-FFF2-40B4-BE49-F238E27FC236}">
                <a16:creationId xmlns:a16="http://schemas.microsoft.com/office/drawing/2014/main" id="{B12AF1D3-042E-4EF9-F2C5-46A65C9525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7" name="Line 4">
            <a:extLst>
              <a:ext uri="{FF2B5EF4-FFF2-40B4-BE49-F238E27FC236}">
                <a16:creationId xmlns:a16="http://schemas.microsoft.com/office/drawing/2014/main" id="{5B79188F-02C5-E18F-8A81-74448DB64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8" name="Freeform 5">
            <a:extLst>
              <a:ext uri="{FF2B5EF4-FFF2-40B4-BE49-F238E27FC236}">
                <a16:creationId xmlns:a16="http://schemas.microsoft.com/office/drawing/2014/main" id="{7E1EAA2E-1F28-EAED-B40C-0181D8B3868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9" name="Oval 6">
            <a:extLst>
              <a:ext uri="{FF2B5EF4-FFF2-40B4-BE49-F238E27FC236}">
                <a16:creationId xmlns:a16="http://schemas.microsoft.com/office/drawing/2014/main" id="{22ACC70E-2934-CD5E-0DCE-91124DDDA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69640" name="Text Box 7">
            <a:extLst>
              <a:ext uri="{FF2B5EF4-FFF2-40B4-BE49-F238E27FC236}">
                <a16:creationId xmlns:a16="http://schemas.microsoft.com/office/drawing/2014/main" id="{B7610592-7AFD-7F2A-1EC6-CC4234DB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69641" name="Line 8">
            <a:extLst>
              <a:ext uri="{FF2B5EF4-FFF2-40B4-BE49-F238E27FC236}">
                <a16:creationId xmlns:a16="http://schemas.microsoft.com/office/drawing/2014/main" id="{465BD553-968A-7A2F-58A3-2514775DD2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2" name="Oval 9">
            <a:extLst>
              <a:ext uri="{FF2B5EF4-FFF2-40B4-BE49-F238E27FC236}">
                <a16:creationId xmlns:a16="http://schemas.microsoft.com/office/drawing/2014/main" id="{03463EEA-0EB1-7773-D760-4610D9CA7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038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عنصر نائب لرقم الشريحة 5">
            <a:extLst>
              <a:ext uri="{FF2B5EF4-FFF2-40B4-BE49-F238E27FC236}">
                <a16:creationId xmlns:a16="http://schemas.microsoft.com/office/drawing/2014/main" id="{ECB2F1F5-D46D-0A93-EE54-C22DF27E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77</a:t>
            </a:fld>
            <a:endParaRPr lang="en-GB" altLang="en-US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C5D94C1-FD67-F4D9-7577-92FA8772A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0660" name="Line 3">
            <a:extLst>
              <a:ext uri="{FF2B5EF4-FFF2-40B4-BE49-F238E27FC236}">
                <a16:creationId xmlns:a16="http://schemas.microsoft.com/office/drawing/2014/main" id="{DD4DFA81-D2BB-6159-8830-7D6C606DF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1" name="Line 4">
            <a:extLst>
              <a:ext uri="{FF2B5EF4-FFF2-40B4-BE49-F238E27FC236}">
                <a16:creationId xmlns:a16="http://schemas.microsoft.com/office/drawing/2014/main" id="{36F5CAB4-7520-CE9A-AA91-7EC4D0119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2" name="Freeform 5">
            <a:extLst>
              <a:ext uri="{FF2B5EF4-FFF2-40B4-BE49-F238E27FC236}">
                <a16:creationId xmlns:a16="http://schemas.microsoft.com/office/drawing/2014/main" id="{1A1D8E5C-9571-B4A3-1ACA-FB122021B508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3" name="Oval 6">
            <a:extLst>
              <a:ext uri="{FF2B5EF4-FFF2-40B4-BE49-F238E27FC236}">
                <a16:creationId xmlns:a16="http://schemas.microsoft.com/office/drawing/2014/main" id="{FA368B13-9EC0-2193-97A6-4DE73036F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57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0664" name="Text Box 7">
            <a:extLst>
              <a:ext uri="{FF2B5EF4-FFF2-40B4-BE49-F238E27FC236}">
                <a16:creationId xmlns:a16="http://schemas.microsoft.com/office/drawing/2014/main" id="{35C8F4F6-9BC0-5515-D692-65FC67D6A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0665" name="Line 8">
            <a:extLst>
              <a:ext uri="{FF2B5EF4-FFF2-40B4-BE49-F238E27FC236}">
                <a16:creationId xmlns:a16="http://schemas.microsoft.com/office/drawing/2014/main" id="{3FDB04E2-8874-F73E-01F7-DFCC94CA8C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6" name="Oval 9">
            <a:extLst>
              <a:ext uri="{FF2B5EF4-FFF2-40B4-BE49-F238E27FC236}">
                <a16:creationId xmlns:a16="http://schemas.microsoft.com/office/drawing/2014/main" id="{57607279-FC00-EE94-AEC3-2F97125C1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عنصر نائب لرقم الشريحة 5">
            <a:extLst>
              <a:ext uri="{FF2B5EF4-FFF2-40B4-BE49-F238E27FC236}">
                <a16:creationId xmlns:a16="http://schemas.microsoft.com/office/drawing/2014/main" id="{7D0BA8A9-817B-B1F7-8B00-315ACE06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78</a:t>
            </a:fld>
            <a:endParaRPr lang="en-GB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17EF675-2ECD-D306-B6A7-55336F3A8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1684" name="Line 3">
            <a:extLst>
              <a:ext uri="{FF2B5EF4-FFF2-40B4-BE49-F238E27FC236}">
                <a16:creationId xmlns:a16="http://schemas.microsoft.com/office/drawing/2014/main" id="{435B10BB-AD88-992A-1748-09C3F7327A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5" name="Line 4">
            <a:extLst>
              <a:ext uri="{FF2B5EF4-FFF2-40B4-BE49-F238E27FC236}">
                <a16:creationId xmlns:a16="http://schemas.microsoft.com/office/drawing/2014/main" id="{CFE5091A-5CA2-630A-D2BE-1B29413C5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6" name="Freeform 5">
            <a:extLst>
              <a:ext uri="{FF2B5EF4-FFF2-40B4-BE49-F238E27FC236}">
                <a16:creationId xmlns:a16="http://schemas.microsoft.com/office/drawing/2014/main" id="{6AB2C33A-775D-13E9-7E66-046C4E9F031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7" name="Oval 6">
            <a:extLst>
              <a:ext uri="{FF2B5EF4-FFF2-40B4-BE49-F238E27FC236}">
                <a16:creationId xmlns:a16="http://schemas.microsoft.com/office/drawing/2014/main" id="{56B6141C-BF3D-CEAD-FC42-03288C16E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1688" name="Text Box 7">
            <a:extLst>
              <a:ext uri="{FF2B5EF4-FFF2-40B4-BE49-F238E27FC236}">
                <a16:creationId xmlns:a16="http://schemas.microsoft.com/office/drawing/2014/main" id="{480FCF13-F531-4054-690E-CFA557D25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1689" name="Line 8">
            <a:extLst>
              <a:ext uri="{FF2B5EF4-FFF2-40B4-BE49-F238E27FC236}">
                <a16:creationId xmlns:a16="http://schemas.microsoft.com/office/drawing/2014/main" id="{785B6593-953B-5E2F-95A6-711E2B2DA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0" name="Oval 9">
            <a:extLst>
              <a:ext uri="{FF2B5EF4-FFF2-40B4-BE49-F238E27FC236}">
                <a16:creationId xmlns:a16="http://schemas.microsoft.com/office/drawing/2014/main" id="{586CFD9F-4803-0413-9A38-5F0F574E8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عنصر نائب لرقم الشريحة 5">
            <a:extLst>
              <a:ext uri="{FF2B5EF4-FFF2-40B4-BE49-F238E27FC236}">
                <a16:creationId xmlns:a16="http://schemas.microsoft.com/office/drawing/2014/main" id="{E862589A-26A6-994F-B3C6-BFBFB866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79</a:t>
            </a:fld>
            <a:endParaRPr lang="en-GB" alt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EE7678C-2C05-823D-71A3-115901A1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2708" name="Line 3">
            <a:extLst>
              <a:ext uri="{FF2B5EF4-FFF2-40B4-BE49-F238E27FC236}">
                <a16:creationId xmlns:a16="http://schemas.microsoft.com/office/drawing/2014/main" id="{ECAAED04-86B9-93B1-B384-1E557955D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09" name="Line 4">
            <a:extLst>
              <a:ext uri="{FF2B5EF4-FFF2-40B4-BE49-F238E27FC236}">
                <a16:creationId xmlns:a16="http://schemas.microsoft.com/office/drawing/2014/main" id="{20F1E62B-5290-4060-9C54-45FDBF42B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0" name="Freeform 5">
            <a:extLst>
              <a:ext uri="{FF2B5EF4-FFF2-40B4-BE49-F238E27FC236}">
                <a16:creationId xmlns:a16="http://schemas.microsoft.com/office/drawing/2014/main" id="{C8CEAF6F-7C20-C59A-7E02-36B733B343B8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1" name="Oval 6">
            <a:extLst>
              <a:ext uri="{FF2B5EF4-FFF2-40B4-BE49-F238E27FC236}">
                <a16:creationId xmlns:a16="http://schemas.microsoft.com/office/drawing/2014/main" id="{4EA3EDF0-5982-D10F-DE8D-217E821E2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657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2712" name="Text Box 7">
            <a:extLst>
              <a:ext uri="{FF2B5EF4-FFF2-40B4-BE49-F238E27FC236}">
                <a16:creationId xmlns:a16="http://schemas.microsoft.com/office/drawing/2014/main" id="{23D9DC6D-893C-90FD-EE94-9F8EA053B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2713" name="Line 8">
            <a:extLst>
              <a:ext uri="{FF2B5EF4-FFF2-40B4-BE49-F238E27FC236}">
                <a16:creationId xmlns:a16="http://schemas.microsoft.com/office/drawing/2014/main" id="{B01CB506-7CDB-1F24-3AA8-FDA1132FC1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4" name="Oval 9">
            <a:extLst>
              <a:ext uri="{FF2B5EF4-FFF2-40B4-BE49-F238E27FC236}">
                <a16:creationId xmlns:a16="http://schemas.microsoft.com/office/drawing/2014/main" id="{639BD475-1D49-6BBB-F91F-EA650D33E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عنصر نائب لرقم الشريحة 5">
            <a:extLst>
              <a:ext uri="{FF2B5EF4-FFF2-40B4-BE49-F238E27FC236}">
                <a16:creationId xmlns:a16="http://schemas.microsoft.com/office/drawing/2014/main" id="{230491D4-1EE5-A064-14E3-8A07B2A2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80</a:t>
            </a:fld>
            <a:endParaRPr lang="en-GB" alt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8893563-8F07-9176-40E2-1FE7CA784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3732" name="Line 3">
            <a:extLst>
              <a:ext uri="{FF2B5EF4-FFF2-40B4-BE49-F238E27FC236}">
                <a16:creationId xmlns:a16="http://schemas.microsoft.com/office/drawing/2014/main" id="{4CA2EDE0-01E2-530A-56C8-43B5D3D98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3" name="Line 4">
            <a:extLst>
              <a:ext uri="{FF2B5EF4-FFF2-40B4-BE49-F238E27FC236}">
                <a16:creationId xmlns:a16="http://schemas.microsoft.com/office/drawing/2014/main" id="{8DF24F89-F669-67EF-5B0D-95BD38228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4" name="Freeform 5">
            <a:extLst>
              <a:ext uri="{FF2B5EF4-FFF2-40B4-BE49-F238E27FC236}">
                <a16:creationId xmlns:a16="http://schemas.microsoft.com/office/drawing/2014/main" id="{699AC331-2538-0FD2-E4D9-F6C8299C86A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5" name="Oval 6">
            <a:extLst>
              <a:ext uri="{FF2B5EF4-FFF2-40B4-BE49-F238E27FC236}">
                <a16:creationId xmlns:a16="http://schemas.microsoft.com/office/drawing/2014/main" id="{B36ED5B6-6D35-F57A-B8F5-4CC09E36B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648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3736" name="Text Box 7">
            <a:extLst>
              <a:ext uri="{FF2B5EF4-FFF2-40B4-BE49-F238E27FC236}">
                <a16:creationId xmlns:a16="http://schemas.microsoft.com/office/drawing/2014/main" id="{D4D2407F-82BA-9ACE-8043-136137316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3737" name="Line 8">
            <a:extLst>
              <a:ext uri="{FF2B5EF4-FFF2-40B4-BE49-F238E27FC236}">
                <a16:creationId xmlns:a16="http://schemas.microsoft.com/office/drawing/2014/main" id="{5DD4612D-3F4E-E9C1-9A17-496C0D67EA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8" name="Oval 9">
            <a:extLst>
              <a:ext uri="{FF2B5EF4-FFF2-40B4-BE49-F238E27FC236}">
                <a16:creationId xmlns:a16="http://schemas.microsoft.com/office/drawing/2014/main" id="{3CA43EF2-36C7-2CE0-D389-A269DD748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عنصر نائب لرقم الشريحة 5">
            <a:extLst>
              <a:ext uri="{FF2B5EF4-FFF2-40B4-BE49-F238E27FC236}">
                <a16:creationId xmlns:a16="http://schemas.microsoft.com/office/drawing/2014/main" id="{C035C0DA-FAD0-8EED-C84A-AEB1B427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81</a:t>
            </a:fld>
            <a:endParaRPr lang="en-GB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D62AFA2-3EF1-00B3-155D-4F1200635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4756" name="Line 3">
            <a:extLst>
              <a:ext uri="{FF2B5EF4-FFF2-40B4-BE49-F238E27FC236}">
                <a16:creationId xmlns:a16="http://schemas.microsoft.com/office/drawing/2014/main" id="{2BF0F25E-EDD3-9A95-809C-DEBCC6160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7" name="Line 4">
            <a:extLst>
              <a:ext uri="{FF2B5EF4-FFF2-40B4-BE49-F238E27FC236}">
                <a16:creationId xmlns:a16="http://schemas.microsoft.com/office/drawing/2014/main" id="{B2C4CAAD-87F9-D0BA-D026-D18B88237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8" name="Freeform 5">
            <a:extLst>
              <a:ext uri="{FF2B5EF4-FFF2-40B4-BE49-F238E27FC236}">
                <a16:creationId xmlns:a16="http://schemas.microsoft.com/office/drawing/2014/main" id="{5D898FF3-5029-E172-5472-75A6FD61696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9" name="Oval 6">
            <a:extLst>
              <a:ext uri="{FF2B5EF4-FFF2-40B4-BE49-F238E27FC236}">
                <a16:creationId xmlns:a16="http://schemas.microsoft.com/office/drawing/2014/main" id="{8A6CEE02-C7A2-93FA-647C-9DFC5FFE0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648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4760" name="Text Box 7">
            <a:extLst>
              <a:ext uri="{FF2B5EF4-FFF2-40B4-BE49-F238E27FC236}">
                <a16:creationId xmlns:a16="http://schemas.microsoft.com/office/drawing/2014/main" id="{FE62AE0F-A32C-E871-E249-D32F85BC9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4761" name="Line 8">
            <a:extLst>
              <a:ext uri="{FF2B5EF4-FFF2-40B4-BE49-F238E27FC236}">
                <a16:creationId xmlns:a16="http://schemas.microsoft.com/office/drawing/2014/main" id="{873D67CD-A352-BADA-6B9B-AA75BF1CF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609600" cy="2209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2" name="Oval 9">
            <a:extLst>
              <a:ext uri="{FF2B5EF4-FFF2-40B4-BE49-F238E27FC236}">
                <a16:creationId xmlns:a16="http://schemas.microsoft.com/office/drawing/2014/main" id="{EDC44B73-3B10-6E82-88FD-AEEDED08A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عنصر نائب لرقم الشريحة 5">
            <a:extLst>
              <a:ext uri="{FF2B5EF4-FFF2-40B4-BE49-F238E27FC236}">
                <a16:creationId xmlns:a16="http://schemas.microsoft.com/office/drawing/2014/main" id="{1ECC438F-54FC-1E6E-C63D-3CD5DC04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82</a:t>
            </a:fld>
            <a:endParaRPr lang="en-GB" alt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FF1B8207-3EBB-10B4-79CE-CD6458E4B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5780" name="Line 3">
            <a:extLst>
              <a:ext uri="{FF2B5EF4-FFF2-40B4-BE49-F238E27FC236}">
                <a16:creationId xmlns:a16="http://schemas.microsoft.com/office/drawing/2014/main" id="{4824E157-FCD2-1076-8318-B4202ABD2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1" name="Line 4">
            <a:extLst>
              <a:ext uri="{FF2B5EF4-FFF2-40B4-BE49-F238E27FC236}">
                <a16:creationId xmlns:a16="http://schemas.microsoft.com/office/drawing/2014/main" id="{6BFB1DAB-8790-B3AC-0CED-88C93532C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2" name="Freeform 5">
            <a:extLst>
              <a:ext uri="{FF2B5EF4-FFF2-40B4-BE49-F238E27FC236}">
                <a16:creationId xmlns:a16="http://schemas.microsoft.com/office/drawing/2014/main" id="{5D0DDA2C-E3D5-13DA-447D-9BE57884406A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3" name="Oval 6">
            <a:extLst>
              <a:ext uri="{FF2B5EF4-FFF2-40B4-BE49-F238E27FC236}">
                <a16:creationId xmlns:a16="http://schemas.microsoft.com/office/drawing/2014/main" id="{A2F8783F-E2A1-837D-2523-67C180171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72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5784" name="Text Box 7">
            <a:extLst>
              <a:ext uri="{FF2B5EF4-FFF2-40B4-BE49-F238E27FC236}">
                <a16:creationId xmlns:a16="http://schemas.microsoft.com/office/drawing/2014/main" id="{EAFF36D1-AB08-FF9E-41C9-C817FB803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5785" name="Line 8">
            <a:extLst>
              <a:ext uri="{FF2B5EF4-FFF2-40B4-BE49-F238E27FC236}">
                <a16:creationId xmlns:a16="http://schemas.microsoft.com/office/drawing/2014/main" id="{6272E271-90A3-FF57-D675-3F39F8684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Oval 9">
            <a:extLst>
              <a:ext uri="{FF2B5EF4-FFF2-40B4-BE49-F238E27FC236}">
                <a16:creationId xmlns:a16="http://schemas.microsoft.com/office/drawing/2014/main" id="{2217B1F2-2B0A-2306-5000-C87F0F958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عنصر نائب لرقم الشريحة 5">
            <a:extLst>
              <a:ext uri="{FF2B5EF4-FFF2-40B4-BE49-F238E27FC236}">
                <a16:creationId xmlns:a16="http://schemas.microsoft.com/office/drawing/2014/main" id="{66CCCA87-EC6B-D320-6A31-B7F254BC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83</a:t>
            </a:fld>
            <a:endParaRPr lang="en-GB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B659E16-D241-F2B1-A1F2-08FE80C9B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6804" name="Line 3">
            <a:extLst>
              <a:ext uri="{FF2B5EF4-FFF2-40B4-BE49-F238E27FC236}">
                <a16:creationId xmlns:a16="http://schemas.microsoft.com/office/drawing/2014/main" id="{784B799B-8BA1-FBAE-3EC0-CDB922EEC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5" name="Line 4">
            <a:extLst>
              <a:ext uri="{FF2B5EF4-FFF2-40B4-BE49-F238E27FC236}">
                <a16:creationId xmlns:a16="http://schemas.microsoft.com/office/drawing/2014/main" id="{DB2D770F-6550-66EC-8825-61C49BBDC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6" name="Freeform 5">
            <a:extLst>
              <a:ext uri="{FF2B5EF4-FFF2-40B4-BE49-F238E27FC236}">
                <a16:creationId xmlns:a16="http://schemas.microsoft.com/office/drawing/2014/main" id="{75E05535-D705-285A-AF0C-7A2187919C7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7" name="Oval 6">
            <a:extLst>
              <a:ext uri="{FF2B5EF4-FFF2-40B4-BE49-F238E27FC236}">
                <a16:creationId xmlns:a16="http://schemas.microsoft.com/office/drawing/2014/main" id="{6408EF98-A2FA-DFDF-289C-703D8EF9D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72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6808" name="Text Box 7">
            <a:extLst>
              <a:ext uri="{FF2B5EF4-FFF2-40B4-BE49-F238E27FC236}">
                <a16:creationId xmlns:a16="http://schemas.microsoft.com/office/drawing/2014/main" id="{E9FBCF81-E638-4E9E-14DB-38A643EB6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6809" name="Line 8">
            <a:extLst>
              <a:ext uri="{FF2B5EF4-FFF2-40B4-BE49-F238E27FC236}">
                <a16:creationId xmlns:a16="http://schemas.microsoft.com/office/drawing/2014/main" id="{698E4DE6-5340-343F-32F1-16A5BEC3E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0" name="Oval 9">
            <a:extLst>
              <a:ext uri="{FF2B5EF4-FFF2-40B4-BE49-F238E27FC236}">
                <a16:creationId xmlns:a16="http://schemas.microsoft.com/office/drawing/2014/main" id="{A7A9F4AD-B340-2B74-7E41-A3B6BEDB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038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عنصر نائب لرقم الشريحة 5">
            <a:extLst>
              <a:ext uri="{FF2B5EF4-FFF2-40B4-BE49-F238E27FC236}">
                <a16:creationId xmlns:a16="http://schemas.microsoft.com/office/drawing/2014/main" id="{B57C2602-76D8-D96D-EA49-7043C3A2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84</a:t>
            </a:fld>
            <a:endParaRPr lang="en-GB" altLang="en-U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6CFAA254-267D-DAB4-B793-4573AF7C4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7828" name="Line 3">
            <a:extLst>
              <a:ext uri="{FF2B5EF4-FFF2-40B4-BE49-F238E27FC236}">
                <a16:creationId xmlns:a16="http://schemas.microsoft.com/office/drawing/2014/main" id="{2BADD37D-61EA-D87B-F220-D73DADA6C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29" name="Line 4">
            <a:extLst>
              <a:ext uri="{FF2B5EF4-FFF2-40B4-BE49-F238E27FC236}">
                <a16:creationId xmlns:a16="http://schemas.microsoft.com/office/drawing/2014/main" id="{9FBFA0F5-8A5C-CC90-0CE2-D8445B185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0" name="Freeform 5">
            <a:extLst>
              <a:ext uri="{FF2B5EF4-FFF2-40B4-BE49-F238E27FC236}">
                <a16:creationId xmlns:a16="http://schemas.microsoft.com/office/drawing/2014/main" id="{52CE0D99-B340-5641-8B86-ABD6FB50457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1" name="Oval 6">
            <a:extLst>
              <a:ext uri="{FF2B5EF4-FFF2-40B4-BE49-F238E27FC236}">
                <a16:creationId xmlns:a16="http://schemas.microsoft.com/office/drawing/2014/main" id="{F22F0D6A-6BDE-864A-CF45-E5E3F83AA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505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7832" name="Text Box 7">
            <a:extLst>
              <a:ext uri="{FF2B5EF4-FFF2-40B4-BE49-F238E27FC236}">
                <a16:creationId xmlns:a16="http://schemas.microsoft.com/office/drawing/2014/main" id="{A8C3619E-AF8F-91EB-161F-0D95B7090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7833" name="Line 8">
            <a:extLst>
              <a:ext uri="{FF2B5EF4-FFF2-40B4-BE49-F238E27FC236}">
                <a16:creationId xmlns:a16="http://schemas.microsoft.com/office/drawing/2014/main" id="{5EBA2C5B-1125-65C8-A30C-DFDD8C139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4" name="Oval 9">
            <a:extLst>
              <a:ext uri="{FF2B5EF4-FFF2-40B4-BE49-F238E27FC236}">
                <a16:creationId xmlns:a16="http://schemas.microsoft.com/office/drawing/2014/main" id="{F2339E91-6B36-483A-9A36-B1CA2262B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038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عنصر نائب لرقم الشريحة 5">
            <a:extLst>
              <a:ext uri="{FF2B5EF4-FFF2-40B4-BE49-F238E27FC236}">
                <a16:creationId xmlns:a16="http://schemas.microsoft.com/office/drawing/2014/main" id="{456F4F12-2AA2-7E12-9468-13B2CC2A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85</a:t>
            </a:fld>
            <a:endParaRPr lang="en-GB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2E8CA30-E08C-28E8-562A-81014293C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8852" name="Line 3">
            <a:extLst>
              <a:ext uri="{FF2B5EF4-FFF2-40B4-BE49-F238E27FC236}">
                <a16:creationId xmlns:a16="http://schemas.microsoft.com/office/drawing/2014/main" id="{F628E053-52B6-41D6-803B-D5973BA51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3" name="Line 4">
            <a:extLst>
              <a:ext uri="{FF2B5EF4-FFF2-40B4-BE49-F238E27FC236}">
                <a16:creationId xmlns:a16="http://schemas.microsoft.com/office/drawing/2014/main" id="{32F12911-A590-DA1D-7DFC-04264D95E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4" name="Freeform 5">
            <a:extLst>
              <a:ext uri="{FF2B5EF4-FFF2-40B4-BE49-F238E27FC236}">
                <a16:creationId xmlns:a16="http://schemas.microsoft.com/office/drawing/2014/main" id="{EB4456D1-3C0D-7496-9DD6-16DB996215F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5" name="Oval 6">
            <a:extLst>
              <a:ext uri="{FF2B5EF4-FFF2-40B4-BE49-F238E27FC236}">
                <a16:creationId xmlns:a16="http://schemas.microsoft.com/office/drawing/2014/main" id="{9E8E6DE7-484D-07DA-05AF-F7C9AF9C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505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8856" name="Text Box 7">
            <a:extLst>
              <a:ext uri="{FF2B5EF4-FFF2-40B4-BE49-F238E27FC236}">
                <a16:creationId xmlns:a16="http://schemas.microsoft.com/office/drawing/2014/main" id="{64521829-1604-5C12-14D4-6AD2E8D49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8857" name="Line 8">
            <a:extLst>
              <a:ext uri="{FF2B5EF4-FFF2-40B4-BE49-F238E27FC236}">
                <a16:creationId xmlns:a16="http://schemas.microsoft.com/office/drawing/2014/main" id="{C07F96C2-A8D7-2E9F-3CA7-1A061DB2E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8" name="Oval 9">
            <a:extLst>
              <a:ext uri="{FF2B5EF4-FFF2-40B4-BE49-F238E27FC236}">
                <a16:creationId xmlns:a16="http://schemas.microsoft.com/office/drawing/2014/main" id="{05A33B73-00ED-2BF8-8A42-D5E2D8282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971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عنصر نائب لرقم الشريحة 5">
            <a:extLst>
              <a:ext uri="{FF2B5EF4-FFF2-40B4-BE49-F238E27FC236}">
                <a16:creationId xmlns:a16="http://schemas.microsoft.com/office/drawing/2014/main" id="{1C23966C-AB7A-FC77-AF75-9466989C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86</a:t>
            </a:fld>
            <a:endParaRPr lang="en-GB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B9CF822-ED09-CCFB-0332-0E37C8006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79876" name="Line 3">
            <a:extLst>
              <a:ext uri="{FF2B5EF4-FFF2-40B4-BE49-F238E27FC236}">
                <a16:creationId xmlns:a16="http://schemas.microsoft.com/office/drawing/2014/main" id="{C3E4B8DB-68FA-8872-3B15-B35D2B7B17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7" name="Line 4">
            <a:extLst>
              <a:ext uri="{FF2B5EF4-FFF2-40B4-BE49-F238E27FC236}">
                <a16:creationId xmlns:a16="http://schemas.microsoft.com/office/drawing/2014/main" id="{A1021931-6AF7-6418-A253-865EF5D2D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8" name="Freeform 5">
            <a:extLst>
              <a:ext uri="{FF2B5EF4-FFF2-40B4-BE49-F238E27FC236}">
                <a16:creationId xmlns:a16="http://schemas.microsoft.com/office/drawing/2014/main" id="{FC2710E5-03E7-6F5B-1C87-01617D6CEB2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9" name="Oval 6">
            <a:extLst>
              <a:ext uri="{FF2B5EF4-FFF2-40B4-BE49-F238E27FC236}">
                <a16:creationId xmlns:a16="http://schemas.microsoft.com/office/drawing/2014/main" id="{32134699-547E-7AA2-43FF-8DF884079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590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79880" name="Text Box 7">
            <a:extLst>
              <a:ext uri="{FF2B5EF4-FFF2-40B4-BE49-F238E27FC236}">
                <a16:creationId xmlns:a16="http://schemas.microsoft.com/office/drawing/2014/main" id="{B41FC857-BFAA-8F63-1D9C-7E78A06BF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79881" name="Line 8">
            <a:extLst>
              <a:ext uri="{FF2B5EF4-FFF2-40B4-BE49-F238E27FC236}">
                <a16:creationId xmlns:a16="http://schemas.microsoft.com/office/drawing/2014/main" id="{7669F291-04B5-A20D-C5E5-087A20241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2" name="Oval 9">
            <a:extLst>
              <a:ext uri="{FF2B5EF4-FFF2-40B4-BE49-F238E27FC236}">
                <a16:creationId xmlns:a16="http://schemas.microsoft.com/office/drawing/2014/main" id="{2035FF30-88BF-5590-41FE-26BB242D7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عنصر نائب لرقم الشريحة 5">
            <a:extLst>
              <a:ext uri="{FF2B5EF4-FFF2-40B4-BE49-F238E27FC236}">
                <a16:creationId xmlns:a16="http://schemas.microsoft.com/office/drawing/2014/main" id="{65A40DF8-4A74-A2EB-8980-18C56DCC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87</a:t>
            </a:fld>
            <a:endParaRPr lang="en-GB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A51AD09-5EE5-00BA-6F9E-A15789ED4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80900" name="Line 3">
            <a:extLst>
              <a:ext uri="{FF2B5EF4-FFF2-40B4-BE49-F238E27FC236}">
                <a16:creationId xmlns:a16="http://schemas.microsoft.com/office/drawing/2014/main" id="{F74A86EE-1532-FF9A-8F2F-0645628340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1" name="Line 4">
            <a:extLst>
              <a:ext uri="{FF2B5EF4-FFF2-40B4-BE49-F238E27FC236}">
                <a16:creationId xmlns:a16="http://schemas.microsoft.com/office/drawing/2014/main" id="{7E2C5971-0E17-1945-B3B8-E9BCE06CF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2" name="Freeform 5">
            <a:extLst>
              <a:ext uri="{FF2B5EF4-FFF2-40B4-BE49-F238E27FC236}">
                <a16:creationId xmlns:a16="http://schemas.microsoft.com/office/drawing/2014/main" id="{D51BC9C7-9C5E-8C47-8BE8-131EF03AC31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3" name="Oval 6">
            <a:extLst>
              <a:ext uri="{FF2B5EF4-FFF2-40B4-BE49-F238E27FC236}">
                <a16:creationId xmlns:a16="http://schemas.microsoft.com/office/drawing/2014/main" id="{02800EC2-562A-9188-1A0B-515F89DB8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590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0904" name="Text Box 7">
            <a:extLst>
              <a:ext uri="{FF2B5EF4-FFF2-40B4-BE49-F238E27FC236}">
                <a16:creationId xmlns:a16="http://schemas.microsoft.com/office/drawing/2014/main" id="{9472A417-4E57-8BD3-D4C8-6FE33E1CA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80905" name="Line 8">
            <a:extLst>
              <a:ext uri="{FF2B5EF4-FFF2-40B4-BE49-F238E27FC236}">
                <a16:creationId xmlns:a16="http://schemas.microsoft.com/office/drawing/2014/main" id="{77FF5701-F710-B6D9-F026-379EAC43E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6" name="Oval 9">
            <a:extLst>
              <a:ext uri="{FF2B5EF4-FFF2-40B4-BE49-F238E27FC236}">
                <a16:creationId xmlns:a16="http://schemas.microsoft.com/office/drawing/2014/main" id="{BEA33B3E-410D-9A82-5280-91C3E56D4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048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عنصر نائب لرقم الشريحة 5">
            <a:extLst>
              <a:ext uri="{FF2B5EF4-FFF2-40B4-BE49-F238E27FC236}">
                <a16:creationId xmlns:a16="http://schemas.microsoft.com/office/drawing/2014/main" id="{5A07F629-2028-0D30-E805-952FAC22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88</a:t>
            </a:fld>
            <a:endParaRPr lang="en-GB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8F0670F-E668-137E-A81D-51C67D323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81924" name="Line 3">
            <a:extLst>
              <a:ext uri="{FF2B5EF4-FFF2-40B4-BE49-F238E27FC236}">
                <a16:creationId xmlns:a16="http://schemas.microsoft.com/office/drawing/2014/main" id="{9A7F34CC-8F84-8F7C-2349-C864825DF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5" name="Line 4">
            <a:extLst>
              <a:ext uri="{FF2B5EF4-FFF2-40B4-BE49-F238E27FC236}">
                <a16:creationId xmlns:a16="http://schemas.microsoft.com/office/drawing/2014/main" id="{8B8DDC07-B66A-5EBD-B573-825A895BB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6" name="Freeform 5">
            <a:extLst>
              <a:ext uri="{FF2B5EF4-FFF2-40B4-BE49-F238E27FC236}">
                <a16:creationId xmlns:a16="http://schemas.microsoft.com/office/drawing/2014/main" id="{1B88A23D-F0BD-97DB-4B60-8D473E82954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7" name="Oval 6">
            <a:extLst>
              <a:ext uri="{FF2B5EF4-FFF2-40B4-BE49-F238E27FC236}">
                <a16:creationId xmlns:a16="http://schemas.microsoft.com/office/drawing/2014/main" id="{C6FED16A-5660-8693-70F7-81CAF662C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1928" name="Text Box 7">
            <a:extLst>
              <a:ext uri="{FF2B5EF4-FFF2-40B4-BE49-F238E27FC236}">
                <a16:creationId xmlns:a16="http://schemas.microsoft.com/office/drawing/2014/main" id="{BBE77512-55FB-D7BC-40A5-D0AE4E827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81929" name="Line 8">
            <a:extLst>
              <a:ext uri="{FF2B5EF4-FFF2-40B4-BE49-F238E27FC236}">
                <a16:creationId xmlns:a16="http://schemas.microsoft.com/office/drawing/2014/main" id="{85308C02-E319-D57F-9509-61E2D4139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0" name="Oval 9">
            <a:extLst>
              <a:ext uri="{FF2B5EF4-FFF2-40B4-BE49-F238E27FC236}">
                <a16:creationId xmlns:a16="http://schemas.microsoft.com/office/drawing/2014/main" id="{6F75E152-ED66-CBB1-C08F-7028A6212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048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عنصر نائب لرقم الشريحة 5">
            <a:extLst>
              <a:ext uri="{FF2B5EF4-FFF2-40B4-BE49-F238E27FC236}">
                <a16:creationId xmlns:a16="http://schemas.microsoft.com/office/drawing/2014/main" id="{730B7E73-BCB9-306C-DDD9-3FCE0D7E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89</a:t>
            </a:fld>
            <a:endParaRPr lang="en-GB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4D53A539-20A8-7D70-B6A7-2D35551E4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82948" name="Line 3">
            <a:extLst>
              <a:ext uri="{FF2B5EF4-FFF2-40B4-BE49-F238E27FC236}">
                <a16:creationId xmlns:a16="http://schemas.microsoft.com/office/drawing/2014/main" id="{DA36A28C-AB5A-9A12-A768-07EFBDFD8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9" name="Line 4">
            <a:extLst>
              <a:ext uri="{FF2B5EF4-FFF2-40B4-BE49-F238E27FC236}">
                <a16:creationId xmlns:a16="http://schemas.microsoft.com/office/drawing/2014/main" id="{4DA6233B-377D-CD79-168E-672F7567B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0" name="Freeform 5">
            <a:extLst>
              <a:ext uri="{FF2B5EF4-FFF2-40B4-BE49-F238E27FC236}">
                <a16:creationId xmlns:a16="http://schemas.microsoft.com/office/drawing/2014/main" id="{8D333226-7AAF-D672-6C40-9F4ABCC73513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1" name="Oval 6">
            <a:extLst>
              <a:ext uri="{FF2B5EF4-FFF2-40B4-BE49-F238E27FC236}">
                <a16:creationId xmlns:a16="http://schemas.microsoft.com/office/drawing/2014/main" id="{2552FF06-736D-F218-4BCA-5BC88E655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2952" name="Text Box 7">
            <a:extLst>
              <a:ext uri="{FF2B5EF4-FFF2-40B4-BE49-F238E27FC236}">
                <a16:creationId xmlns:a16="http://schemas.microsoft.com/office/drawing/2014/main" id="{64AE2D9E-A0DA-09D5-4CAC-E0915B35E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82953" name="Line 8">
            <a:extLst>
              <a:ext uri="{FF2B5EF4-FFF2-40B4-BE49-F238E27FC236}">
                <a16:creationId xmlns:a16="http://schemas.microsoft.com/office/drawing/2014/main" id="{3C40AF32-36E1-DF60-20FC-CA15C5080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4" name="Oval 9">
            <a:extLst>
              <a:ext uri="{FF2B5EF4-FFF2-40B4-BE49-F238E27FC236}">
                <a16:creationId xmlns:a16="http://schemas.microsoft.com/office/drawing/2014/main" id="{38CA3A5C-1042-F250-A17A-F2CB8B208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عنصر نائب لرقم الشريحة 5">
            <a:extLst>
              <a:ext uri="{FF2B5EF4-FFF2-40B4-BE49-F238E27FC236}">
                <a16:creationId xmlns:a16="http://schemas.microsoft.com/office/drawing/2014/main" id="{F15F8492-C96D-4691-9ACD-A33FBB8B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90</a:t>
            </a:fld>
            <a:endParaRPr lang="en-GB" altLang="en-U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998F4EE3-56C0-5332-2ABB-0C1AC3B8D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83972" name="Line 3">
            <a:extLst>
              <a:ext uri="{FF2B5EF4-FFF2-40B4-BE49-F238E27FC236}">
                <a16:creationId xmlns:a16="http://schemas.microsoft.com/office/drawing/2014/main" id="{68033B68-F786-4FD8-7384-79B33E794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3" name="Line 4">
            <a:extLst>
              <a:ext uri="{FF2B5EF4-FFF2-40B4-BE49-F238E27FC236}">
                <a16:creationId xmlns:a16="http://schemas.microsoft.com/office/drawing/2014/main" id="{EF475BA7-5195-F39E-636D-13BF54D4B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4" name="Freeform 5">
            <a:extLst>
              <a:ext uri="{FF2B5EF4-FFF2-40B4-BE49-F238E27FC236}">
                <a16:creationId xmlns:a16="http://schemas.microsoft.com/office/drawing/2014/main" id="{36377947-3631-F36E-7319-1B1FA735963A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5" name="Oval 6">
            <a:extLst>
              <a:ext uri="{FF2B5EF4-FFF2-40B4-BE49-F238E27FC236}">
                <a16:creationId xmlns:a16="http://schemas.microsoft.com/office/drawing/2014/main" id="{3AABF63A-CC4A-E5DA-0D33-43C8A4D8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3976" name="Text Box 7">
            <a:extLst>
              <a:ext uri="{FF2B5EF4-FFF2-40B4-BE49-F238E27FC236}">
                <a16:creationId xmlns:a16="http://schemas.microsoft.com/office/drawing/2014/main" id="{E4AB19E6-8F0D-0329-237B-0C595CDC1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83977" name="Line 8">
            <a:extLst>
              <a:ext uri="{FF2B5EF4-FFF2-40B4-BE49-F238E27FC236}">
                <a16:creationId xmlns:a16="http://schemas.microsoft.com/office/drawing/2014/main" id="{47D7414C-F1C3-8FE7-D947-FFDA5B3C9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8" name="Oval 9">
            <a:extLst>
              <a:ext uri="{FF2B5EF4-FFF2-40B4-BE49-F238E27FC236}">
                <a16:creationId xmlns:a16="http://schemas.microsoft.com/office/drawing/2014/main" id="{DA4D5C19-B14E-9C04-34DB-657EA9CFA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عنصر نائب لرقم الشريحة 5">
            <a:extLst>
              <a:ext uri="{FF2B5EF4-FFF2-40B4-BE49-F238E27FC236}">
                <a16:creationId xmlns:a16="http://schemas.microsoft.com/office/drawing/2014/main" id="{6B0DF554-5ED7-85B3-DB6A-E5788A6B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91</a:t>
            </a:fld>
            <a:endParaRPr lang="en-GB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9FDDD719-B4F8-09FB-FFB4-D23779EBD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84996" name="Line 3">
            <a:extLst>
              <a:ext uri="{FF2B5EF4-FFF2-40B4-BE49-F238E27FC236}">
                <a16:creationId xmlns:a16="http://schemas.microsoft.com/office/drawing/2014/main" id="{7F1292AC-3EBC-6947-18AF-D3CD8A358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7" name="Line 4">
            <a:extLst>
              <a:ext uri="{FF2B5EF4-FFF2-40B4-BE49-F238E27FC236}">
                <a16:creationId xmlns:a16="http://schemas.microsoft.com/office/drawing/2014/main" id="{92DA238A-366F-1EDD-BACC-4AA9F7A55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8" name="Freeform 5">
            <a:extLst>
              <a:ext uri="{FF2B5EF4-FFF2-40B4-BE49-F238E27FC236}">
                <a16:creationId xmlns:a16="http://schemas.microsoft.com/office/drawing/2014/main" id="{BDFC9450-7C01-F420-B1A3-440ECB0BDE6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9" name="Oval 6">
            <a:extLst>
              <a:ext uri="{FF2B5EF4-FFF2-40B4-BE49-F238E27FC236}">
                <a16:creationId xmlns:a16="http://schemas.microsoft.com/office/drawing/2014/main" id="{9A032D47-6D30-C4FD-A676-00244B167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5000" name="Text Box 7">
            <a:extLst>
              <a:ext uri="{FF2B5EF4-FFF2-40B4-BE49-F238E27FC236}">
                <a16:creationId xmlns:a16="http://schemas.microsoft.com/office/drawing/2014/main" id="{71C1056F-E0B2-0748-6BDB-7DBFE5B0F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85001" name="Line 8">
            <a:extLst>
              <a:ext uri="{FF2B5EF4-FFF2-40B4-BE49-F238E27FC236}">
                <a16:creationId xmlns:a16="http://schemas.microsoft.com/office/drawing/2014/main" id="{48946F14-9564-3C9B-C743-49928A4703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02" name="Oval 9">
            <a:extLst>
              <a:ext uri="{FF2B5EF4-FFF2-40B4-BE49-F238E27FC236}">
                <a16:creationId xmlns:a16="http://schemas.microsoft.com/office/drawing/2014/main" id="{1D2FDEC3-9252-DCB4-7B2A-6ABCEE630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81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عنصر نائب لرقم الشريحة 5">
            <a:extLst>
              <a:ext uri="{FF2B5EF4-FFF2-40B4-BE49-F238E27FC236}">
                <a16:creationId xmlns:a16="http://schemas.microsoft.com/office/drawing/2014/main" id="{0D1A17C8-C22A-0EDB-F60B-41B1C6A9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92</a:t>
            </a:fld>
            <a:endParaRPr lang="en-GB" altLang="en-US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752F3F35-0B2E-9469-5D2B-A4977EBF1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Tabu Search: TS</a:t>
            </a:r>
            <a:endParaRPr lang="en-US" altLang="en-US"/>
          </a:p>
        </p:txBody>
      </p:sp>
      <p:sp>
        <p:nvSpPr>
          <p:cNvPr id="86020" name="Line 3">
            <a:extLst>
              <a:ext uri="{FF2B5EF4-FFF2-40B4-BE49-F238E27FC236}">
                <a16:creationId xmlns:a16="http://schemas.microsoft.com/office/drawing/2014/main" id="{54941A09-36E0-4610-CD50-974C8BDB5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1" name="Line 4">
            <a:extLst>
              <a:ext uri="{FF2B5EF4-FFF2-40B4-BE49-F238E27FC236}">
                <a16:creationId xmlns:a16="http://schemas.microsoft.com/office/drawing/2014/main" id="{D7442DCD-A86E-8EA6-B8E6-1C4FEA134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2" name="Freeform 5">
            <a:extLst>
              <a:ext uri="{FF2B5EF4-FFF2-40B4-BE49-F238E27FC236}">
                <a16:creationId xmlns:a16="http://schemas.microsoft.com/office/drawing/2014/main" id="{5FEB24E5-4F3F-B297-9B63-486E1C466918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3" name="Text Box 7">
            <a:extLst>
              <a:ext uri="{FF2B5EF4-FFF2-40B4-BE49-F238E27FC236}">
                <a16:creationId xmlns:a16="http://schemas.microsoft.com/office/drawing/2014/main" id="{47B4BF86-B17D-27D3-C072-61D9DCAB2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Best</a:t>
            </a:r>
            <a:endParaRPr lang="en-GB" altLang="en-US"/>
          </a:p>
        </p:txBody>
      </p:sp>
      <p:sp>
        <p:nvSpPr>
          <p:cNvPr id="86024" name="Line 8">
            <a:extLst>
              <a:ext uri="{FF2B5EF4-FFF2-40B4-BE49-F238E27FC236}">
                <a16:creationId xmlns:a16="http://schemas.microsoft.com/office/drawing/2014/main" id="{1E0FA4E4-7B3F-C520-6C8D-5955C3D0F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762000" cy="2743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5" name="Oval 9">
            <a:extLst>
              <a:ext uri="{FF2B5EF4-FFF2-40B4-BE49-F238E27FC236}">
                <a16:creationId xmlns:a16="http://schemas.microsoft.com/office/drawing/2014/main" id="{08B32C80-CD10-E172-EB84-14752C8E7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812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6026" name="Oval 10">
            <a:extLst>
              <a:ext uri="{FF2B5EF4-FFF2-40B4-BE49-F238E27FC236}">
                <a16:creationId xmlns:a16="http://schemas.microsoft.com/office/drawing/2014/main" id="{BE7EDEB6-E3E5-1793-8812-59243070E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86027" name="Line 11">
            <a:extLst>
              <a:ext uri="{FF2B5EF4-FFF2-40B4-BE49-F238E27FC236}">
                <a16:creationId xmlns:a16="http://schemas.microsoft.com/office/drawing/2014/main" id="{DBE945F1-47B7-29FF-EA27-2F258EE9F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8" name="Line 12">
            <a:extLst>
              <a:ext uri="{FF2B5EF4-FFF2-40B4-BE49-F238E27FC236}">
                <a16:creationId xmlns:a16="http://schemas.microsoft.com/office/drawing/2014/main" id="{B9AAA0DB-C6E1-7BC5-BAB6-12404FA405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34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4C39-F334-374A-C582-3758BB1D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999BE094-60A3-5563-AFD0-28684A1CF45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Population based Algorithms</a:t>
            </a:r>
            <a:endParaRPr lang="en-GB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9C6682EB-DE18-0634-97BA-A9CCB5F08F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Beam search</a:t>
            </a:r>
          </a:p>
          <a:p>
            <a:pPr eaLnBrk="1" hangingPunct="1"/>
            <a:r>
              <a:rPr lang="en-US" altLang="en-US" dirty="0"/>
              <a:t>Genetic Algorithms</a:t>
            </a:r>
          </a:p>
          <a:p>
            <a:pPr eaLnBrk="1" hangingPunct="1"/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Genetic programming</a:t>
            </a:r>
            <a:endParaRPr lang="en-GB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2902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188C5D-8706-50AD-2238-3D36CDE76AA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981200"/>
            <a:ext cx="3124200" cy="4038600"/>
          </a:xfrm>
          <a:noFill/>
        </p:spPr>
        <p:txBody>
          <a:bodyPr/>
          <a:lstStyle/>
          <a:p>
            <a:pPr algn="ctr">
              <a:buFont typeface="Monotype Sorts" charset="2"/>
              <a:buNone/>
            </a:pPr>
            <a:r>
              <a:rPr lang="en-US" altLang="en-US" sz="2000" i="1">
                <a:latin typeface="Times New Roman" panose="02020603050405020304" pitchFamily="18" charset="0"/>
              </a:rPr>
              <a:t>“Genetic Algorithms are good at taking large, potentially huge search spaces and navigating them, looking for optimal combinations of things, solutions you might not otherwise find in a lifetime.”</a:t>
            </a:r>
            <a:endParaRPr lang="en-US" altLang="en-US" sz="2400" i="1">
              <a:latin typeface="Times New Roman" panose="02020603050405020304" pitchFamily="18" charset="0"/>
            </a:endParaRPr>
          </a:p>
          <a:p>
            <a:pPr algn="ctr">
              <a:buFont typeface="Monotype Sorts" charset="2"/>
              <a:buNone/>
            </a:pPr>
            <a:endParaRPr lang="en-US" altLang="en-US" sz="1400"/>
          </a:p>
          <a:p>
            <a:pPr algn="ctr">
              <a:buFont typeface="Monotype Sorts" charset="2"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- Salvatore Mangano</a:t>
            </a:r>
          </a:p>
          <a:p>
            <a:pPr algn="ctr">
              <a:buFont typeface="Monotype Sorts" charset="2"/>
              <a:buNone/>
            </a:pPr>
            <a:r>
              <a:rPr lang="en-US" altLang="en-US" sz="1400" i="1">
                <a:latin typeface="Times New Roman" panose="02020603050405020304" pitchFamily="18" charset="0"/>
              </a:rPr>
              <a:t>Computer Design</a:t>
            </a:r>
            <a:r>
              <a:rPr lang="en-US" altLang="en-US" sz="1400">
                <a:latin typeface="Times New Roman" panose="02020603050405020304" pitchFamily="18" charset="0"/>
              </a:rPr>
              <a:t>, May 1995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76774889-B653-7B8C-E822-51952B527F08}"/>
              </a:ext>
            </a:extLst>
          </p:cNvPr>
          <p:cNvPicPr>
            <a:picLocks noGrp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981200"/>
            <a:ext cx="3352800" cy="3505200"/>
          </a:xfrm>
          <a:noFill/>
        </p:spPr>
      </p:pic>
      <p:sp>
        <p:nvSpPr>
          <p:cNvPr id="10244" name="Rectangle 4">
            <a:extLst>
              <a:ext uri="{FF2B5EF4-FFF2-40B4-BE49-F238E27FC236}">
                <a16:creationId xmlns:a16="http://schemas.microsoft.com/office/drawing/2014/main" id="{327D26ED-1C90-5FB3-9DA7-E414AB472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20000" cy="1371600"/>
          </a:xfrm>
        </p:spPr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Genetic Algorithms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4F271D9D-E486-17C4-6677-34C0EFC6B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71600"/>
          </a:xfrm>
          <a:noFill/>
        </p:spPr>
        <p:txBody>
          <a:bodyPr/>
          <a:lstStyle/>
          <a:p>
            <a:r>
              <a:rPr lang="en-US" altLang="en-US" sz="4000" dirty="0"/>
              <a:t>Genetic Algorithm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sz="2800" dirty="0" err="1"/>
              <a:t>Giải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thuật</a:t>
            </a:r>
            <a:r>
              <a:rPr lang="en-US" altLang="en-US" sz="2800" dirty="0"/>
              <a:t> di </a:t>
            </a:r>
            <a:r>
              <a:rPr lang="en-US" altLang="en-US" sz="2800" dirty="0" err="1"/>
              <a:t>truyền</a:t>
            </a:r>
            <a:endParaRPr lang="en-US" altLang="en-US" sz="2800" dirty="0"/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F5DA689F-63F1-77FB-733A-6F105289E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86200"/>
          </a:xfrm>
          <a:noFill/>
        </p:spPr>
        <p:txBody>
          <a:bodyPr/>
          <a:lstStyle/>
          <a:p>
            <a:r>
              <a:rPr lang="en-US" altLang="en-US" sz="2400" dirty="0"/>
              <a:t>Directed search algorithms based on the mechanics of biological evolution</a:t>
            </a:r>
          </a:p>
          <a:p>
            <a:r>
              <a:rPr lang="en-US" altLang="en-US" sz="2400" dirty="0"/>
              <a:t>Developed by John Holland, Univ. of Michigan (1970’s)</a:t>
            </a:r>
          </a:p>
          <a:p>
            <a:pPr lvl="1"/>
            <a:r>
              <a:rPr lang="en-US" altLang="en-US" sz="2000" dirty="0"/>
              <a:t>To understand the adaptive processes of natural systems</a:t>
            </a:r>
          </a:p>
          <a:p>
            <a:pPr lvl="1"/>
            <a:r>
              <a:rPr lang="en-US" altLang="en-US" sz="2000" dirty="0"/>
              <a:t>To design artificial systems software that retains the robustness of natural systems</a:t>
            </a:r>
          </a:p>
          <a:p>
            <a:r>
              <a:rPr lang="en-US" altLang="en-US" sz="2400" dirty="0"/>
              <a:t>Provide efficient, effective techniques for optimization and machine learning applications</a:t>
            </a:r>
          </a:p>
          <a:p>
            <a:r>
              <a:rPr lang="en-US" altLang="en-US" sz="2400" dirty="0"/>
              <a:t>Widely-used today in business, scientific and engineering circles</a:t>
            </a: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3F8D10E-2C09-78CB-FB71-63941F47F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Components of a GA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1813F13-C863-CBED-24B7-0320246EF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/>
              <a:t>A problem to solve, and ...</a:t>
            </a:r>
          </a:p>
          <a:p>
            <a:r>
              <a:rPr lang="en-US" altLang="en-US"/>
              <a:t>Encoding technique       </a:t>
            </a:r>
            <a:r>
              <a:rPr lang="en-US" altLang="en-US" sz="2400"/>
              <a:t>(</a:t>
            </a:r>
            <a:r>
              <a:rPr lang="en-US" altLang="en-US" sz="2400" i="1"/>
              <a:t>gene, chromosome</a:t>
            </a:r>
            <a:r>
              <a:rPr lang="en-US" altLang="en-US" sz="2400"/>
              <a:t>)</a:t>
            </a:r>
            <a:endParaRPr lang="en-US" altLang="en-US" sz="2800"/>
          </a:p>
          <a:p>
            <a:r>
              <a:rPr lang="en-US" altLang="en-US"/>
              <a:t>Initialization procedure                </a:t>
            </a:r>
            <a:r>
              <a:rPr lang="en-US" altLang="en-US" sz="2400" i="1"/>
              <a:t>(creation)</a:t>
            </a:r>
            <a:endParaRPr lang="en-US" altLang="en-US"/>
          </a:p>
          <a:p>
            <a:r>
              <a:rPr lang="en-US" altLang="en-US"/>
              <a:t>Evaluation function                 </a:t>
            </a:r>
            <a:r>
              <a:rPr lang="en-US" altLang="en-US" sz="2400" i="1"/>
              <a:t>(environment)</a:t>
            </a:r>
          </a:p>
          <a:p>
            <a:r>
              <a:rPr lang="en-US" altLang="en-US"/>
              <a:t>Selection of parents               </a:t>
            </a:r>
            <a:r>
              <a:rPr lang="en-US" altLang="en-US" sz="2400" i="1"/>
              <a:t>(reproduction)</a:t>
            </a:r>
            <a:endParaRPr lang="en-US" altLang="en-US"/>
          </a:p>
          <a:p>
            <a:r>
              <a:rPr lang="en-US" altLang="en-US"/>
              <a:t>Genetic operators    </a:t>
            </a:r>
            <a:r>
              <a:rPr lang="en-US" altLang="en-US" sz="2400" i="1"/>
              <a:t>(mutation, recombination)</a:t>
            </a:r>
          </a:p>
          <a:p>
            <a:r>
              <a:rPr lang="en-US" altLang="en-US"/>
              <a:t>Parameter settings             </a:t>
            </a:r>
            <a:r>
              <a:rPr lang="en-US" altLang="en-US" sz="2400" i="1"/>
              <a:t>(practice and art)</a:t>
            </a:r>
          </a:p>
          <a:p>
            <a:pPr>
              <a:buFont typeface="Monotype Sorts" charset="2"/>
              <a:buNone/>
            </a:pPr>
            <a:endParaRPr lang="en-US" altLang="en-US" sz="2400" i="1"/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1515373-FAF6-B40F-2DE3-E2FB588D5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1066800"/>
          </a:xfrm>
          <a:noFill/>
        </p:spPr>
        <p:txBody>
          <a:bodyPr/>
          <a:lstStyle/>
          <a:p>
            <a:r>
              <a:rPr lang="en-US" altLang="en-US"/>
              <a:t>The GA Cycle of Reproduction</a:t>
            </a:r>
          </a:p>
        </p:txBody>
      </p:sp>
      <p:sp>
        <p:nvSpPr>
          <p:cNvPr id="11267" name="AutoShape 3">
            <a:extLst>
              <a:ext uri="{FF2B5EF4-FFF2-40B4-BE49-F238E27FC236}">
                <a16:creationId xmlns:a16="http://schemas.microsoft.com/office/drawing/2014/main" id="{EA6CFE63-FB7E-BDAC-898B-4CF4B40EE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1911350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reproduction</a:t>
            </a:r>
          </a:p>
        </p:txBody>
      </p:sp>
      <p:sp>
        <p:nvSpPr>
          <p:cNvPr id="11268" name="AutoShape 4">
            <a:extLst>
              <a:ext uri="{FF2B5EF4-FFF2-40B4-BE49-F238E27FC236}">
                <a16:creationId xmlns:a16="http://schemas.microsoft.com/office/drawing/2014/main" id="{33FE7069-EECA-E087-9E62-56C00261C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3359150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population</a:t>
            </a:r>
          </a:p>
        </p:txBody>
      </p:sp>
      <p:sp>
        <p:nvSpPr>
          <p:cNvPr id="11269" name="AutoShape 5">
            <a:extLst>
              <a:ext uri="{FF2B5EF4-FFF2-40B4-BE49-F238E27FC236}">
                <a16:creationId xmlns:a16="http://schemas.microsoft.com/office/drawing/2014/main" id="{AF03AA2E-9CA0-D1A3-E4F5-C7A2BFF4E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950" y="3344863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evaluation</a:t>
            </a:r>
          </a:p>
        </p:txBody>
      </p:sp>
      <p:sp>
        <p:nvSpPr>
          <p:cNvPr id="11270" name="AutoShape 6">
            <a:extLst>
              <a:ext uri="{FF2B5EF4-FFF2-40B4-BE49-F238E27FC236}">
                <a16:creationId xmlns:a16="http://schemas.microsoft.com/office/drawing/2014/main" id="{D3320447-EEB9-6F23-5EA0-488B2000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950" y="1911350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modification</a:t>
            </a:r>
          </a:p>
        </p:txBody>
      </p:sp>
      <p:sp>
        <p:nvSpPr>
          <p:cNvPr id="11271" name="AutoShape 7">
            <a:extLst>
              <a:ext uri="{FF2B5EF4-FFF2-40B4-BE49-F238E27FC236}">
                <a16:creationId xmlns:a16="http://schemas.microsoft.com/office/drawing/2014/main" id="{73844D7D-3F50-8044-53E6-EDF0AAD2E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5111750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1272" name="Line 8">
            <a:extLst>
              <a:ext uri="{FF2B5EF4-FFF2-40B4-BE49-F238E27FC236}">
                <a16:creationId xmlns:a16="http://schemas.microsoft.com/office/drawing/2014/main" id="{DD661AD8-5E4C-E278-89D3-5F453ECD0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1550" y="2209800"/>
            <a:ext cx="2425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9">
            <a:extLst>
              <a:ext uri="{FF2B5EF4-FFF2-40B4-BE49-F238E27FC236}">
                <a16:creationId xmlns:a16="http://schemas.microsoft.com/office/drawing/2014/main" id="{1DC82715-9029-5365-1E0F-9A976025C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20950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0">
            <a:extLst>
              <a:ext uri="{FF2B5EF4-FFF2-40B4-BE49-F238E27FC236}">
                <a16:creationId xmlns:a16="http://schemas.microsoft.com/office/drawing/2014/main" id="{10AA86EA-56AB-AF68-A6EC-F63D75F3F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520950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AB7DD768-2D3D-05F3-3E35-36E1D97C4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968750"/>
            <a:ext cx="0" cy="1130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14D60F03-99A6-6DC9-30E4-467EBC679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5197475"/>
            <a:ext cx="13303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discard</a:t>
            </a:r>
          </a:p>
        </p:txBody>
      </p:sp>
      <p:sp>
        <p:nvSpPr>
          <p:cNvPr id="11277" name="Line 13">
            <a:extLst>
              <a:ext uri="{FF2B5EF4-FFF2-40B4-BE49-F238E27FC236}">
                <a16:creationId xmlns:a16="http://schemas.microsoft.com/office/drawing/2014/main" id="{B324021F-21A4-988F-3DFC-0D891BAC45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8850" y="3657600"/>
            <a:ext cx="2451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14">
            <a:extLst>
              <a:ext uri="{FF2B5EF4-FFF2-40B4-BE49-F238E27FC236}">
                <a16:creationId xmlns:a16="http://schemas.microsoft.com/office/drawing/2014/main" id="{7B6AF273-EF92-D142-BB94-DBC8F22DC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520950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642857AE-8945-8F39-DF65-E952E1506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100513"/>
            <a:ext cx="12827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deleted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members</a:t>
            </a:r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D9AA5D44-87FF-AE2E-338E-A56A94C46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728913"/>
            <a:ext cx="10953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parents</a:t>
            </a:r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6D052211-AA0A-F7CE-F8FB-DD2D30C0F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738313"/>
            <a:ext cx="11953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8631376A-699A-45F9-A05A-C8FD6F38E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2500313"/>
            <a:ext cx="124618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modified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84798A70-5D1C-9D49-DCFD-D50AE06D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3719513"/>
            <a:ext cx="24542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evaluated children</a:t>
            </a:r>
          </a:p>
        </p:txBody>
      </p:sp>
      <p:sp>
        <p:nvSpPr>
          <p:cNvPr id="11284" name="Line 20">
            <a:extLst>
              <a:ext uri="{FF2B5EF4-FFF2-40B4-BE49-F238E27FC236}">
                <a16:creationId xmlns:a16="http://schemas.microsoft.com/office/drawing/2014/main" id="{41099A2A-134B-AD22-1890-BFA5C1013E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550" y="3657600"/>
            <a:ext cx="10287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B865880-95CE-D98F-5D1A-83BAADB68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Population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F41E9DB-3A79-DAE8-EB91-BED2DC66E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endParaRPr lang="en-US" altLang="en-US" sz="5400"/>
          </a:p>
          <a:p>
            <a:pPr>
              <a:buFont typeface="Monotype Sorts" charset="2"/>
              <a:buNone/>
            </a:pPr>
            <a:r>
              <a:rPr lang="en-US" altLang="en-US" sz="2800"/>
              <a:t>Chromosomes could be:</a:t>
            </a:r>
          </a:p>
          <a:p>
            <a:pPr lvl="1"/>
            <a:r>
              <a:rPr lang="en-US" altLang="en-US" sz="2400"/>
              <a:t>Bit strings                                         (0101 ... 1100)</a:t>
            </a:r>
          </a:p>
          <a:p>
            <a:pPr lvl="1"/>
            <a:r>
              <a:rPr lang="en-US" altLang="en-US" sz="2400"/>
              <a:t>Real numbers                     (43.2 -33.1 ... 0.0 89.2) </a:t>
            </a:r>
          </a:p>
          <a:p>
            <a:pPr lvl="1"/>
            <a:r>
              <a:rPr lang="en-US" altLang="en-US" sz="2400"/>
              <a:t>Permutations of element     (E11 E3 E7 ... E1 E15)</a:t>
            </a:r>
          </a:p>
          <a:p>
            <a:pPr lvl="1"/>
            <a:r>
              <a:rPr lang="en-US" altLang="en-US" sz="2400"/>
              <a:t>Lists of rules                       (R1 R2 R3 ... R22 R23)</a:t>
            </a:r>
          </a:p>
          <a:p>
            <a:pPr lvl="1"/>
            <a:r>
              <a:rPr lang="en-US" altLang="en-US" sz="2400"/>
              <a:t>Program elements               (genetic programming)</a:t>
            </a:r>
          </a:p>
          <a:p>
            <a:pPr lvl="1"/>
            <a:r>
              <a:rPr lang="en-US" altLang="en-US" sz="2400"/>
              <a:t>... any data structure ...</a:t>
            </a:r>
          </a:p>
        </p:txBody>
      </p:sp>
      <p:sp>
        <p:nvSpPr>
          <p:cNvPr id="12292" name="AutoShape 4">
            <a:extLst>
              <a:ext uri="{FF2B5EF4-FFF2-40B4-BE49-F238E27FC236}">
                <a16:creationId xmlns:a16="http://schemas.microsoft.com/office/drawing/2014/main" id="{F2373854-E18E-398C-4B4A-4FC26F09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1530350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population</a:t>
            </a: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F7B9D0B8-CA7B-FC2A-53CC-C7746E0CA5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9350" y="1828800"/>
            <a:ext cx="10287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DA05D47-DB06-1100-3200-826C9BB8F3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Reproduction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8360200-DB7B-D0BF-3A09-68A5D9904D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</p:txBody>
      </p:sp>
      <p:sp>
        <p:nvSpPr>
          <p:cNvPr id="13316" name="AutoShape 4">
            <a:extLst>
              <a:ext uri="{FF2B5EF4-FFF2-40B4-BE49-F238E27FC236}">
                <a16:creationId xmlns:a16="http://schemas.microsoft.com/office/drawing/2014/main" id="{78608745-9FEC-FF4D-7B39-709E50C6F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1698625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reproduction</a:t>
            </a:r>
          </a:p>
        </p:txBody>
      </p:sp>
      <p:sp>
        <p:nvSpPr>
          <p:cNvPr id="13317" name="AutoShape 5">
            <a:extLst>
              <a:ext uri="{FF2B5EF4-FFF2-40B4-BE49-F238E27FC236}">
                <a16:creationId xmlns:a16="http://schemas.microsoft.com/office/drawing/2014/main" id="{905B57B0-078B-DA35-3207-230876EF0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3146425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population</a:t>
            </a:r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6B9C2BBD-D098-8CEF-AC03-722AC0759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1997075"/>
            <a:ext cx="2806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604C004F-395F-947F-3C41-21208796F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6938" y="2308225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3FE76515-DB60-2893-856D-2FF28161D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738" y="2308225"/>
            <a:ext cx="0" cy="825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FB4787B3-A1DF-805E-454C-96178CA66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516188"/>
            <a:ext cx="10953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parents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99C7F359-6ACB-F683-1356-621A73217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1525588"/>
            <a:ext cx="11953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3955BC6F-EAB9-A6DD-2CC4-0336C40D6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86225"/>
            <a:ext cx="7921625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0"/>
              <a:t>Parents are selected at random with selection chances biased in relation to chromosome evaluations.</a:t>
            </a: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81A1FF6-197C-1E74-1E1E-8CF27F30F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Chromosome Modification</a:t>
            </a:r>
          </a:p>
        </p:txBody>
      </p:sp>
      <p:sp>
        <p:nvSpPr>
          <p:cNvPr id="14339" name="AutoShape 3">
            <a:extLst>
              <a:ext uri="{FF2B5EF4-FFF2-40B4-BE49-F238E27FC236}">
                <a16:creationId xmlns:a16="http://schemas.microsoft.com/office/drawing/2014/main" id="{29E90E39-DB91-2DB6-2DE0-97140026B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1865313"/>
            <a:ext cx="2273300" cy="5969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modification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1022E201-8C91-C839-B6BB-FE6528D32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1636713"/>
            <a:ext cx="11953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579827AB-1BF5-6AAD-C998-E2E86414F6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3038" y="2159000"/>
            <a:ext cx="19843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1660ABB8-0928-DE58-3B87-CD7B9DDB21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2950" y="2490788"/>
            <a:ext cx="19050" cy="709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B24BA9CF-5969-E1D6-A079-2ECE1414E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endParaRPr lang="en-US" altLang="en-US" sz="4000"/>
          </a:p>
          <a:p>
            <a:pPr>
              <a:buFont typeface="Monotype Sorts" charset="2"/>
              <a:buNone/>
            </a:pPr>
            <a:endParaRPr lang="en-US" altLang="en-US" sz="4000"/>
          </a:p>
          <a:p>
            <a:pPr>
              <a:buFont typeface="Monotype Sorts" charset="2"/>
              <a:buNone/>
            </a:pPr>
            <a:endParaRPr lang="en-US" altLang="en-US" sz="4000"/>
          </a:p>
          <a:p>
            <a:r>
              <a:rPr lang="en-US" altLang="en-US" sz="2800"/>
              <a:t>Modifications are stochastically triggered</a:t>
            </a:r>
          </a:p>
          <a:p>
            <a:r>
              <a:rPr lang="en-US" altLang="en-US" sz="2800"/>
              <a:t>Operator types are:</a:t>
            </a:r>
          </a:p>
          <a:p>
            <a:pPr lvl="1"/>
            <a:r>
              <a:rPr lang="en-US" altLang="en-US"/>
              <a:t>Mutation</a:t>
            </a:r>
          </a:p>
          <a:p>
            <a:pPr lvl="1"/>
            <a:r>
              <a:rPr lang="en-US" altLang="en-US"/>
              <a:t>Crossover (recombination)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D87A19C1-7C01-F562-76AE-99B3445DB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2524125"/>
            <a:ext cx="23368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modified children</a:t>
            </a: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D283-6A6F-EE0E-A33D-1F3D4B00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عنصر نائب لرقم الشريحة 6">
            <a:extLst>
              <a:ext uri="{FF2B5EF4-FFF2-40B4-BE49-F238E27FC236}">
                <a16:creationId xmlns:a16="http://schemas.microsoft.com/office/drawing/2014/main" id="{55FD8714-E069-E419-D5F1-FFA7D3C7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B79FCCE-B196-4FE9-86BB-D122FBFEC149}" type="slidenum">
              <a:rPr lang="ar-SA" altLang="en-US"/>
              <a:pPr eaLnBrk="1" hangingPunct="1"/>
              <a:t>101</a:t>
            </a:fld>
            <a:endParaRPr lang="en-GB" altLang="en-US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7CCC74A-7EDB-A8CD-51E8-90177D1F1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14313"/>
            <a:ext cx="8562975" cy="146208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Genetic Algorithms: Crossover and Mutation</a:t>
            </a:r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E79307F-D3E9-EEB7-BA4B-3629ECF3D9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427912" cy="4114800"/>
          </a:xfrm>
        </p:spPr>
        <p:txBody>
          <a:bodyPr/>
          <a:lstStyle/>
          <a:p>
            <a:pPr marL="609600" indent="-609600" algn="just" eaLnBrk="1" hangingPunct="1">
              <a:buClr>
                <a:schemeClr val="accent2"/>
              </a:buClr>
              <a:buFontTx/>
              <a:buNone/>
            </a:pPr>
            <a:endParaRPr lang="fr-FR" altLang="en-US" sz="1000">
              <a:solidFill>
                <a:schemeClr val="tx2"/>
              </a:solidFill>
            </a:endParaRPr>
          </a:p>
          <a:p>
            <a:pPr marL="609600" indent="-609600" algn="just" eaLnBrk="1" hangingPunct="1">
              <a:buClr>
                <a:schemeClr val="accent2"/>
              </a:buClr>
              <a:buFontTx/>
              <a:buNone/>
            </a:pPr>
            <a:r>
              <a:rPr lang="fr-FR" altLang="en-US" sz="2400"/>
              <a:t>How do individuals reproduce ?</a:t>
            </a:r>
          </a:p>
        </p:txBody>
      </p:sp>
      <p:pic>
        <p:nvPicPr>
          <p:cNvPr id="112645" name="Picture 4">
            <a:extLst>
              <a:ext uri="{FF2B5EF4-FFF2-40B4-BE49-F238E27FC236}">
                <a16:creationId xmlns:a16="http://schemas.microsoft.com/office/drawing/2014/main" id="{FDF4C25E-4963-C649-2645-F992B042F9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3219450"/>
            <a:ext cx="7696200" cy="2571750"/>
          </a:xfrm>
          <a:noFill/>
        </p:spPr>
      </p:pic>
    </p:spTree>
    <p:extLst>
      <p:ext uri="{BB962C8B-B14F-4D97-AF65-F5344CB8AC3E}">
        <p14:creationId xmlns:p14="http://schemas.microsoft.com/office/powerpoint/2010/main" val="2518057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1436-A9CD-D5AE-3D4A-DB4839D1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عنصر نائب لرقم الشريحة 6">
            <a:extLst>
              <a:ext uri="{FF2B5EF4-FFF2-40B4-BE49-F238E27FC236}">
                <a16:creationId xmlns:a16="http://schemas.microsoft.com/office/drawing/2014/main" id="{77DCFDC2-87E6-7933-2E13-BEACC34D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CA6C80F-8459-4B32-BDC7-489EFABEB8A0}" type="slidenum">
              <a:rPr lang="ar-SA" altLang="en-US"/>
              <a:pPr eaLnBrk="1" hangingPunct="1"/>
              <a:t>102</a:t>
            </a:fld>
            <a:endParaRPr lang="en-GB" altLang="en-US"/>
          </a:p>
        </p:txBody>
      </p:sp>
      <p:sp>
        <p:nvSpPr>
          <p:cNvPr id="238594" name="Rectangle 2">
            <a:extLst>
              <a:ext uri="{FF2B5EF4-FFF2-40B4-BE49-F238E27FC236}">
                <a16:creationId xmlns:a16="http://schemas.microsoft.com/office/drawing/2014/main" id="{6750B679-5657-17A2-FC77-DC23CAC48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7793037" cy="14620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Genetic Algorithms: Crossover - Recombination</a:t>
            </a:r>
          </a:p>
        </p:txBody>
      </p:sp>
      <p:grpSp>
        <p:nvGrpSpPr>
          <p:cNvPr id="113668" name="Group 6">
            <a:extLst>
              <a:ext uri="{FF2B5EF4-FFF2-40B4-BE49-F238E27FC236}">
                <a16:creationId xmlns:a16="http://schemas.microsoft.com/office/drawing/2014/main" id="{ECF749BC-8B59-6FEF-6AB8-F96FA8EBAE83}"/>
              </a:ext>
            </a:extLst>
          </p:cNvPr>
          <p:cNvGrpSpPr>
            <a:grpSpLocks/>
          </p:cNvGrpSpPr>
          <p:nvPr/>
        </p:nvGrpSpPr>
        <p:grpSpPr bwMode="auto">
          <a:xfrm>
            <a:off x="677863" y="2497138"/>
            <a:ext cx="7620000" cy="3487737"/>
            <a:chOff x="427" y="1573"/>
            <a:chExt cx="4800" cy="2197"/>
          </a:xfrm>
        </p:grpSpPr>
        <p:sp>
          <p:nvSpPr>
            <p:cNvPr id="113669" name="Text Box 7">
              <a:extLst>
                <a:ext uri="{FF2B5EF4-FFF2-40B4-BE49-F238E27FC236}">
                  <a16:creationId xmlns:a16="http://schemas.microsoft.com/office/drawing/2014/main" id="{4EFFFC95-7F35-17AD-9D97-4C0B8B284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" y="1764"/>
              <a:ext cx="129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2"/>
                  </a:solidFill>
                  <a:latin typeface="Times" panose="02020603050405020304" pitchFamily="18" charset="0"/>
                </a:rPr>
                <a:t>1010000000</a:t>
              </a:r>
              <a:endParaRPr lang="en-GB" altLang="en-US" sz="2800">
                <a:latin typeface="Times" panose="02020603050405020304" pitchFamily="18" charset="0"/>
              </a:endParaRPr>
            </a:p>
          </p:txBody>
        </p:sp>
        <p:sp>
          <p:nvSpPr>
            <p:cNvPr id="113670" name="Text Box 8">
              <a:extLst>
                <a:ext uri="{FF2B5EF4-FFF2-40B4-BE49-F238E27FC236}">
                  <a16:creationId xmlns:a16="http://schemas.microsoft.com/office/drawing/2014/main" id="{2CA7641B-51B5-A0EA-3E03-B76548B57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" y="2196"/>
              <a:ext cx="129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2800">
                  <a:solidFill>
                    <a:srgbClr val="FF6666"/>
                  </a:solidFill>
                  <a:latin typeface="Times" panose="02020603050405020304" pitchFamily="18" charset="0"/>
                </a:rPr>
                <a:t>1001011111</a:t>
              </a:r>
              <a:endParaRPr lang="en-GB" altLang="en-US" sz="2800">
                <a:latin typeface="Times" panose="02020603050405020304" pitchFamily="18" charset="0"/>
              </a:endParaRPr>
            </a:p>
          </p:txBody>
        </p:sp>
        <p:sp>
          <p:nvSpPr>
            <p:cNvPr id="113671" name="Line 9">
              <a:extLst>
                <a:ext uri="{FF2B5EF4-FFF2-40B4-BE49-F238E27FC236}">
                  <a16:creationId xmlns:a16="http://schemas.microsoft.com/office/drawing/2014/main" id="{2E42BC2E-70C1-3BFF-1DFC-837E62349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" y="1573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72" name="Text Box 10">
              <a:extLst>
                <a:ext uri="{FF2B5EF4-FFF2-40B4-BE49-F238E27FC236}">
                  <a16:creationId xmlns:a16="http://schemas.microsoft.com/office/drawing/2014/main" id="{2DA02454-4700-4623-AD6A-ED647FC03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" y="2747"/>
              <a:ext cx="1130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2400">
                  <a:latin typeface="Times" panose="02020603050405020304" pitchFamily="18" charset="0"/>
                </a:rPr>
                <a:t>Crossover single point - random</a:t>
              </a:r>
            </a:p>
          </p:txBody>
        </p:sp>
        <p:sp>
          <p:nvSpPr>
            <p:cNvPr id="113673" name="Text Box 11">
              <a:extLst>
                <a:ext uri="{FF2B5EF4-FFF2-40B4-BE49-F238E27FC236}">
                  <a16:creationId xmlns:a16="http://schemas.microsoft.com/office/drawing/2014/main" id="{E88A08E5-2F83-D4CE-226E-8BCE11B4F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1" y="1762"/>
              <a:ext cx="129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2800">
                  <a:solidFill>
                    <a:schemeClr val="accent2"/>
                  </a:solidFill>
                  <a:latin typeface="Times" panose="02020603050405020304" pitchFamily="18" charset="0"/>
                </a:rPr>
                <a:t>101</a:t>
              </a:r>
              <a:r>
                <a:rPr lang="en-GB" altLang="en-US" sz="2800">
                  <a:solidFill>
                    <a:srgbClr val="FF6666"/>
                  </a:solidFill>
                  <a:latin typeface="Times" panose="02020603050405020304" pitchFamily="18" charset="0"/>
                </a:rPr>
                <a:t>1011111</a:t>
              </a:r>
              <a:endParaRPr lang="en-GB" altLang="en-US" sz="2800">
                <a:latin typeface="Times" panose="02020603050405020304" pitchFamily="18" charset="0"/>
              </a:endParaRPr>
            </a:p>
          </p:txBody>
        </p:sp>
        <p:sp>
          <p:nvSpPr>
            <p:cNvPr id="113674" name="Text Box 12">
              <a:extLst>
                <a:ext uri="{FF2B5EF4-FFF2-40B4-BE49-F238E27FC236}">
                  <a16:creationId xmlns:a16="http://schemas.microsoft.com/office/drawing/2014/main" id="{EEB55463-496D-6225-09B3-5C7BE810E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1" y="2194"/>
              <a:ext cx="129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2800">
                  <a:solidFill>
                    <a:srgbClr val="FF6666"/>
                  </a:solidFill>
                  <a:latin typeface="Times" panose="02020603050405020304" pitchFamily="18" charset="0"/>
                </a:rPr>
                <a:t>101</a:t>
              </a:r>
              <a:r>
                <a:rPr lang="en-GB" altLang="en-US" sz="2800">
                  <a:solidFill>
                    <a:schemeClr val="accent2"/>
                  </a:solidFill>
                  <a:latin typeface="Times" panose="02020603050405020304" pitchFamily="18" charset="0"/>
                </a:rPr>
                <a:t>0000000</a:t>
              </a:r>
              <a:endParaRPr lang="en-GB" altLang="en-US" sz="2800">
                <a:latin typeface="Times" panose="02020603050405020304" pitchFamily="18" charset="0"/>
              </a:endParaRPr>
            </a:p>
          </p:txBody>
        </p:sp>
        <p:sp>
          <p:nvSpPr>
            <p:cNvPr id="113675" name="Text Box 13">
              <a:extLst>
                <a:ext uri="{FF2B5EF4-FFF2-40B4-BE49-F238E27FC236}">
                  <a16:creationId xmlns:a16="http://schemas.microsoft.com/office/drawing/2014/main" id="{D78D0340-B6CA-8CA1-15C9-4BBFC8664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" y="1778"/>
              <a:ext cx="9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2400">
                  <a:latin typeface="Times" panose="02020603050405020304" pitchFamily="18" charset="0"/>
                </a:rPr>
                <a:t>Parent1</a:t>
              </a:r>
            </a:p>
          </p:txBody>
        </p:sp>
        <p:sp>
          <p:nvSpPr>
            <p:cNvPr id="113676" name="Text Box 14">
              <a:extLst>
                <a:ext uri="{FF2B5EF4-FFF2-40B4-BE49-F238E27FC236}">
                  <a16:creationId xmlns:a16="http://schemas.microsoft.com/office/drawing/2014/main" id="{BAF55824-C078-9CFA-E806-8C0E4BC24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2258"/>
              <a:ext cx="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2400">
                  <a:latin typeface="Times" panose="02020603050405020304" pitchFamily="18" charset="0"/>
                </a:rPr>
                <a:t>Parent2</a:t>
              </a:r>
            </a:p>
          </p:txBody>
        </p:sp>
        <p:sp>
          <p:nvSpPr>
            <p:cNvPr id="113677" name="Text Box 15">
              <a:extLst>
                <a:ext uri="{FF2B5EF4-FFF2-40B4-BE49-F238E27FC236}">
                  <a16:creationId xmlns:a16="http://schemas.microsoft.com/office/drawing/2014/main" id="{A5D96B4D-BB99-065E-2DFA-76D16DFFD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3" y="1796"/>
              <a:ext cx="10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GB" altLang="en-US" sz="2400">
                  <a:latin typeface="Times" panose="02020603050405020304" pitchFamily="18" charset="0"/>
                </a:rPr>
                <a:t>Offspring1</a:t>
              </a:r>
            </a:p>
          </p:txBody>
        </p:sp>
        <p:sp>
          <p:nvSpPr>
            <p:cNvPr id="113678" name="Text Box 16">
              <a:extLst>
                <a:ext uri="{FF2B5EF4-FFF2-40B4-BE49-F238E27FC236}">
                  <a16:creationId xmlns:a16="http://schemas.microsoft.com/office/drawing/2014/main" id="{734C3D92-FD79-7B3F-7DE0-278C3FB2D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1" y="2256"/>
              <a:ext cx="10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GB" altLang="en-US" sz="2400">
                  <a:latin typeface="Times" panose="02020603050405020304" pitchFamily="18" charset="0"/>
                </a:rPr>
                <a:t>Offspring2</a:t>
              </a:r>
            </a:p>
          </p:txBody>
        </p:sp>
        <p:sp>
          <p:nvSpPr>
            <p:cNvPr id="113679" name="Text Box 17">
              <a:extLst>
                <a:ext uri="{FF2B5EF4-FFF2-40B4-BE49-F238E27FC236}">
                  <a16:creationId xmlns:a16="http://schemas.microsoft.com/office/drawing/2014/main" id="{49CF64E9-1EC2-33DF-E63A-E07261370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4" y="3022"/>
              <a:ext cx="3245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altLang="en-US" sz="2400">
                  <a:latin typeface="Times" panose="02020603050405020304" pitchFamily="18" charset="0"/>
                </a:rPr>
                <a:t>With some high probability (</a:t>
              </a:r>
              <a:r>
                <a:rPr lang="en-GB" altLang="en-US" sz="2400" i="1">
                  <a:latin typeface="Times" panose="02020603050405020304" pitchFamily="18" charset="0"/>
                </a:rPr>
                <a:t>crossover rate</a:t>
              </a:r>
              <a:r>
                <a:rPr lang="en-GB" altLang="en-US" sz="2400">
                  <a:latin typeface="Times" panose="02020603050405020304" pitchFamily="18" charset="0"/>
                </a:rPr>
                <a:t>) apply crossover to the parents. (</a:t>
              </a:r>
              <a:r>
                <a:rPr lang="en-GB" altLang="en-US" sz="2400" i="1">
                  <a:latin typeface="Times" panose="02020603050405020304" pitchFamily="18" charset="0"/>
                </a:rPr>
                <a:t>typical values are 0.8 to 0.95</a:t>
              </a:r>
              <a:r>
                <a:rPr lang="en-GB" altLang="en-US" sz="2400">
                  <a:latin typeface="Times" panose="02020603050405020304" pitchFamily="18" charset="0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50683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6E79-FDF0-200D-C45B-9053AFC6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عنصر نائب لرقم الشريحة 6">
            <a:extLst>
              <a:ext uri="{FF2B5EF4-FFF2-40B4-BE49-F238E27FC236}">
                <a16:creationId xmlns:a16="http://schemas.microsoft.com/office/drawing/2014/main" id="{6A2065BF-813C-ABCD-1C66-301277C7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586A0D-0BF9-43F9-99B9-D64A6BD38838}" type="slidenum">
              <a:rPr lang="ar-SA" altLang="en-US"/>
              <a:pPr eaLnBrk="1" hangingPunct="1"/>
              <a:t>103</a:t>
            </a:fld>
            <a:endParaRPr lang="en-GB" altLang="en-US"/>
          </a:p>
        </p:txBody>
      </p:sp>
      <p:sp>
        <p:nvSpPr>
          <p:cNvPr id="240642" name="Rectangle 2">
            <a:extLst>
              <a:ext uri="{FF2B5EF4-FFF2-40B4-BE49-F238E27FC236}">
                <a16:creationId xmlns:a16="http://schemas.microsoft.com/office/drawing/2014/main" id="{A789AA3C-74F4-F2CB-4998-315821A14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14313"/>
            <a:ext cx="7793037" cy="14620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Genetic Algorithms: Mutation</a:t>
            </a:r>
          </a:p>
        </p:txBody>
      </p:sp>
      <p:sp>
        <p:nvSpPr>
          <p:cNvPr id="114692" name="Text Box 16">
            <a:extLst>
              <a:ext uri="{FF2B5EF4-FFF2-40B4-BE49-F238E27FC236}">
                <a16:creationId xmlns:a16="http://schemas.microsoft.com/office/drawing/2014/main" id="{82073395-5426-5FCA-46C4-1108A48BC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2035175"/>
            <a:ext cx="20574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2800">
                <a:solidFill>
                  <a:schemeClr val="accent2"/>
                </a:solidFill>
                <a:latin typeface="Times" panose="02020603050405020304" pitchFamily="18" charset="0"/>
              </a:rPr>
              <a:t>101</a:t>
            </a:r>
            <a:r>
              <a:rPr lang="en-GB" altLang="en-US" sz="2800">
                <a:solidFill>
                  <a:srgbClr val="FF6666"/>
                </a:solidFill>
                <a:latin typeface="Times" panose="02020603050405020304" pitchFamily="18" charset="0"/>
              </a:rPr>
              <a:t>1011111</a:t>
            </a:r>
            <a:endParaRPr lang="en-GB" altLang="en-US" sz="2800">
              <a:latin typeface="Times" panose="02020603050405020304" pitchFamily="18" charset="0"/>
            </a:endParaRPr>
          </a:p>
        </p:txBody>
      </p:sp>
      <p:sp>
        <p:nvSpPr>
          <p:cNvPr id="114693" name="Text Box 17">
            <a:extLst>
              <a:ext uri="{FF2B5EF4-FFF2-40B4-BE49-F238E27FC236}">
                <a16:creationId xmlns:a16="http://schemas.microsoft.com/office/drawing/2014/main" id="{F2D6B68A-1BBB-B364-678F-F297C8586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2720975"/>
            <a:ext cx="20574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2800">
                <a:solidFill>
                  <a:srgbClr val="FF6666"/>
                </a:solidFill>
                <a:latin typeface="Times" panose="02020603050405020304" pitchFamily="18" charset="0"/>
              </a:rPr>
              <a:t>101</a:t>
            </a:r>
            <a:r>
              <a:rPr lang="en-GB" altLang="en-US" sz="2800">
                <a:solidFill>
                  <a:schemeClr val="accent2"/>
                </a:solidFill>
                <a:latin typeface="Times" panose="02020603050405020304" pitchFamily="18" charset="0"/>
              </a:rPr>
              <a:t>0000000</a:t>
            </a:r>
            <a:endParaRPr lang="en-GB" altLang="en-US" sz="2800">
              <a:latin typeface="Times" panose="02020603050405020304" pitchFamily="18" charset="0"/>
            </a:endParaRPr>
          </a:p>
        </p:txBody>
      </p:sp>
      <p:sp>
        <p:nvSpPr>
          <p:cNvPr id="114694" name="Text Box 18">
            <a:extLst>
              <a:ext uri="{FF2B5EF4-FFF2-40B4-BE49-F238E27FC236}">
                <a16:creationId xmlns:a16="http://schemas.microsoft.com/office/drawing/2014/main" id="{EB805FF1-8C1A-A300-01CB-74377CB30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8" y="2089150"/>
            <a:ext cx="162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Offspring1</a:t>
            </a:r>
          </a:p>
        </p:txBody>
      </p:sp>
      <p:sp>
        <p:nvSpPr>
          <p:cNvPr id="114695" name="Text Box 19">
            <a:extLst>
              <a:ext uri="{FF2B5EF4-FFF2-40B4-BE49-F238E27FC236}">
                <a16:creationId xmlns:a16="http://schemas.microsoft.com/office/drawing/2014/main" id="{8A2FDAA9-41CD-DB0A-B663-C88EE7EA5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819400"/>
            <a:ext cx="162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Offspring2</a:t>
            </a:r>
          </a:p>
        </p:txBody>
      </p:sp>
      <p:sp>
        <p:nvSpPr>
          <p:cNvPr id="114696" name="Text Box 20">
            <a:extLst>
              <a:ext uri="{FF2B5EF4-FFF2-40B4-BE49-F238E27FC236}">
                <a16:creationId xmlns:a16="http://schemas.microsoft.com/office/drawing/2014/main" id="{E694419F-F394-AADD-6E38-56A49DB91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2019300"/>
            <a:ext cx="20574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2800">
                <a:solidFill>
                  <a:schemeClr val="accent2"/>
                </a:solidFill>
                <a:latin typeface="Times" panose="02020603050405020304" pitchFamily="18" charset="0"/>
              </a:rPr>
              <a:t>101</a:t>
            </a:r>
            <a:r>
              <a:rPr lang="en-GB" altLang="en-US" sz="2800">
                <a:solidFill>
                  <a:srgbClr val="FF6666"/>
                </a:solidFill>
                <a:latin typeface="Times" panose="02020603050405020304" pitchFamily="18" charset="0"/>
              </a:rPr>
              <a:t>10</a:t>
            </a:r>
            <a:r>
              <a:rPr lang="en-GB" altLang="en-US" sz="2800">
                <a:latin typeface="Times" panose="02020603050405020304" pitchFamily="18" charset="0"/>
              </a:rPr>
              <a:t>0</a:t>
            </a:r>
            <a:r>
              <a:rPr lang="en-GB" altLang="en-US" sz="2800">
                <a:solidFill>
                  <a:srgbClr val="FF6666"/>
                </a:solidFill>
                <a:latin typeface="Times" panose="02020603050405020304" pitchFamily="18" charset="0"/>
              </a:rPr>
              <a:t>1111</a:t>
            </a:r>
            <a:endParaRPr lang="en-GB" altLang="en-US" sz="2800">
              <a:latin typeface="Times" panose="02020603050405020304" pitchFamily="18" charset="0"/>
            </a:endParaRPr>
          </a:p>
        </p:txBody>
      </p:sp>
      <p:sp>
        <p:nvSpPr>
          <p:cNvPr id="114697" name="Text Box 21">
            <a:extLst>
              <a:ext uri="{FF2B5EF4-FFF2-40B4-BE49-F238E27FC236}">
                <a16:creationId xmlns:a16="http://schemas.microsoft.com/office/drawing/2014/main" id="{2FC181AA-FAE8-6121-7BFC-1727B9007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2705100"/>
            <a:ext cx="20574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2800">
                <a:solidFill>
                  <a:srgbClr val="FF6666"/>
                </a:solidFill>
                <a:latin typeface="Times" panose="02020603050405020304" pitchFamily="18" charset="0"/>
              </a:rPr>
              <a:t>10</a:t>
            </a:r>
            <a:r>
              <a:rPr lang="en-GB" altLang="en-US" sz="2800">
                <a:latin typeface="Times" panose="02020603050405020304" pitchFamily="18" charset="0"/>
              </a:rPr>
              <a:t>0</a:t>
            </a:r>
            <a:r>
              <a:rPr lang="en-GB" altLang="en-US" sz="2800">
                <a:solidFill>
                  <a:schemeClr val="accent2"/>
                </a:solidFill>
                <a:latin typeface="Times" panose="02020603050405020304" pitchFamily="18" charset="0"/>
              </a:rPr>
              <a:t>0000000</a:t>
            </a:r>
            <a:endParaRPr lang="en-GB" altLang="en-US" sz="2800">
              <a:latin typeface="Times" panose="02020603050405020304" pitchFamily="18" charset="0"/>
            </a:endParaRPr>
          </a:p>
        </p:txBody>
      </p:sp>
      <p:sp>
        <p:nvSpPr>
          <p:cNvPr id="114698" name="Text Box 22">
            <a:extLst>
              <a:ext uri="{FF2B5EF4-FFF2-40B4-BE49-F238E27FC236}">
                <a16:creationId xmlns:a16="http://schemas.microsoft.com/office/drawing/2014/main" id="{94859008-C8E7-ECC7-03AF-FBA9290E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2073275"/>
            <a:ext cx="162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Offspring1</a:t>
            </a:r>
          </a:p>
        </p:txBody>
      </p:sp>
      <p:sp>
        <p:nvSpPr>
          <p:cNvPr id="114699" name="Text Box 23">
            <a:extLst>
              <a:ext uri="{FF2B5EF4-FFF2-40B4-BE49-F238E27FC236}">
                <a16:creationId xmlns:a16="http://schemas.microsoft.com/office/drawing/2014/main" id="{5D06F1AC-6C8D-3B11-85BA-BF1915017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2803525"/>
            <a:ext cx="162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Offspring2</a:t>
            </a:r>
          </a:p>
        </p:txBody>
      </p:sp>
      <p:sp>
        <p:nvSpPr>
          <p:cNvPr id="114700" name="Line 24">
            <a:extLst>
              <a:ext uri="{FF2B5EF4-FFF2-40B4-BE49-F238E27FC236}">
                <a16:creationId xmlns:a16="http://schemas.microsoft.com/office/drawing/2014/main" id="{E29E653F-1B9C-ACAA-0535-226D3AA4D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5713" y="1171575"/>
            <a:ext cx="0" cy="803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1" name="Text Box 25">
            <a:extLst>
              <a:ext uri="{FF2B5EF4-FFF2-40B4-BE49-F238E27FC236}">
                <a16:creationId xmlns:a16="http://schemas.microsoft.com/office/drawing/2014/main" id="{09A80425-A9F5-3208-C842-7A832400A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868863"/>
            <a:ext cx="76358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2800">
                <a:latin typeface="Times" panose="02020603050405020304" pitchFamily="18" charset="0"/>
              </a:rPr>
              <a:t>With some small probability (the </a:t>
            </a:r>
            <a:r>
              <a:rPr lang="en-GB" altLang="en-US" sz="2800" i="1">
                <a:latin typeface="Times" panose="02020603050405020304" pitchFamily="18" charset="0"/>
              </a:rPr>
              <a:t>mutation rate</a:t>
            </a:r>
            <a:r>
              <a:rPr lang="en-GB" altLang="en-US" sz="2800">
                <a:latin typeface="Times" panose="02020603050405020304" pitchFamily="18" charset="0"/>
              </a:rPr>
              <a:t>) flip each bit in the offspring (</a:t>
            </a:r>
            <a:r>
              <a:rPr lang="en-GB" altLang="en-US" sz="2800" i="1">
                <a:latin typeface="Times" panose="02020603050405020304" pitchFamily="18" charset="0"/>
              </a:rPr>
              <a:t>typical values between 0.1 and 0.001</a:t>
            </a:r>
            <a:r>
              <a:rPr lang="en-GB" altLang="en-US" sz="2800">
                <a:latin typeface="Times" panose="02020603050405020304" pitchFamily="18" charset="0"/>
              </a:rPr>
              <a:t>)</a:t>
            </a:r>
            <a:endParaRPr lang="en-GB" altLang="en-US" sz="2400">
              <a:latin typeface="Times" panose="02020603050405020304" pitchFamily="18" charset="0"/>
            </a:endParaRPr>
          </a:p>
        </p:txBody>
      </p:sp>
      <p:sp>
        <p:nvSpPr>
          <p:cNvPr id="114702" name="Text Box 26">
            <a:extLst>
              <a:ext uri="{FF2B5EF4-FFF2-40B4-BE49-F238E27FC236}">
                <a16:creationId xmlns:a16="http://schemas.microsoft.com/office/drawing/2014/main" id="{EBD2428C-4900-C0C7-40A5-B32BE7EC4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776288"/>
            <a:ext cx="115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mutate</a:t>
            </a:r>
          </a:p>
        </p:txBody>
      </p:sp>
      <p:sp>
        <p:nvSpPr>
          <p:cNvPr id="114703" name="Text Box 27">
            <a:extLst>
              <a:ext uri="{FF2B5EF4-FFF2-40B4-BE49-F238E27FC236}">
                <a16:creationId xmlns:a16="http://schemas.microsoft.com/office/drawing/2014/main" id="{51FB084D-1570-A2BF-3195-0FBC14FEA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3556000"/>
            <a:ext cx="297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Original offspring</a:t>
            </a:r>
          </a:p>
        </p:txBody>
      </p:sp>
      <p:sp>
        <p:nvSpPr>
          <p:cNvPr id="114704" name="Line 28">
            <a:extLst>
              <a:ext uri="{FF2B5EF4-FFF2-40B4-BE49-F238E27FC236}">
                <a16:creationId xmlns:a16="http://schemas.microsoft.com/office/drawing/2014/main" id="{D5934F75-E6A2-9C55-E173-1A09B0BF33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7713" y="1200150"/>
            <a:ext cx="366712" cy="155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705" name="Text Box 29">
            <a:extLst>
              <a:ext uri="{FF2B5EF4-FFF2-40B4-BE49-F238E27FC236}">
                <a16:creationId xmlns:a16="http://schemas.microsoft.com/office/drawing/2014/main" id="{DECC9EAD-CC32-4E79-7288-5BF38D8DA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8688" y="3600450"/>
            <a:ext cx="2513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Mutated offspring</a:t>
            </a:r>
          </a:p>
        </p:txBody>
      </p:sp>
    </p:spTree>
    <p:extLst>
      <p:ext uri="{BB962C8B-B14F-4D97-AF65-F5344CB8AC3E}">
        <p14:creationId xmlns:p14="http://schemas.microsoft.com/office/powerpoint/2010/main" val="116378460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23BA7A7-74F9-28F9-BE8E-A7E7D5CA3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  <a:noFill/>
        </p:spPr>
        <p:txBody>
          <a:bodyPr/>
          <a:lstStyle/>
          <a:p>
            <a:r>
              <a:rPr lang="en-US" altLang="en-US" dirty="0"/>
              <a:t>Mutation: Local Modification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F65B594-8CA1-7BFC-FB52-AEF199ED2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2974975"/>
            <a:ext cx="1047750" cy="14239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DBB6168-2153-210D-8B78-568F1DED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1312863"/>
            <a:ext cx="361950" cy="13112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DD4A1165-CE20-EC1D-628A-CA5B7AB5F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775" y="1408113"/>
            <a:ext cx="6604000" cy="285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i="0" dirty="0"/>
              <a:t>Before:	   (1  0  1  1  0  1  1  0)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i="0" dirty="0"/>
              <a:t>After:		   (0  1  1  0  0  1  1  0)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 i="0" dirty="0"/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i="0" dirty="0"/>
              <a:t>Before:	   (1.38   -69.4   326.44   0.1)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i="0" dirty="0"/>
              <a:t>After:		   (1.38   -67.5   326.44   0.1)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BCAF5F93-48E6-0E22-D854-C69460BD0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3" y="4595813"/>
            <a:ext cx="7735887" cy="1433512"/>
          </a:xfrm>
          <a:noFill/>
        </p:spPr>
        <p:txBody>
          <a:bodyPr/>
          <a:lstStyle/>
          <a:p>
            <a:r>
              <a:rPr lang="en-US" altLang="en-US" sz="2800"/>
              <a:t>Causes movement in the search space</a:t>
            </a:r>
            <a:br>
              <a:rPr lang="en-US" altLang="en-US" sz="2800"/>
            </a:br>
            <a:r>
              <a:rPr lang="en-US" altLang="en-US" sz="2800"/>
              <a:t>(local or global)</a:t>
            </a:r>
          </a:p>
          <a:p>
            <a:r>
              <a:rPr lang="en-US" altLang="en-US" sz="2800"/>
              <a:t>Restores lost information to the population</a:t>
            </a:r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CD71B26-6554-9718-02ED-3D82D1301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Crossover: Recombination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99852F5-3C81-CFA7-804A-6A6A30087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82750"/>
            <a:ext cx="292100" cy="825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4BCD3F78-3208-88C9-04CF-E371DACB8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82750"/>
            <a:ext cx="292100" cy="825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E4686474-66F2-47AE-79E0-89094C599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000"/>
              <a:t>P1</a:t>
            </a:r>
            <a:r>
              <a:rPr lang="en-US" altLang="en-US" sz="2800"/>
              <a:t>   (0 1 1 0 1 0 0 0)            (0 1 0 0 1 0 0 0)   </a:t>
            </a:r>
            <a:r>
              <a:rPr lang="en-US" altLang="en-US" sz="2000"/>
              <a:t>C1</a:t>
            </a:r>
            <a:endParaRPr lang="en-US" altLang="en-US" sz="2800"/>
          </a:p>
          <a:p>
            <a:pPr>
              <a:buFont typeface="Monotype Sorts" charset="2"/>
              <a:buNone/>
            </a:pPr>
            <a:r>
              <a:rPr lang="en-US" altLang="en-US" sz="2000"/>
              <a:t>P2</a:t>
            </a:r>
            <a:r>
              <a:rPr lang="en-US" altLang="en-US" sz="2800"/>
              <a:t>   (1 1 0 1 1 0 1 0)            (1 1 1 1 1 0 1 0)   </a:t>
            </a:r>
            <a:r>
              <a:rPr lang="en-US" altLang="en-US" sz="2000"/>
              <a:t>C2</a:t>
            </a:r>
            <a:endParaRPr lang="en-US" altLang="en-US" sz="2800"/>
          </a:p>
          <a:p>
            <a:pPr>
              <a:buFont typeface="Monotype Sorts" charset="2"/>
              <a:buNone/>
            </a:pPr>
            <a:endParaRPr lang="en-US" altLang="en-US" sz="1200"/>
          </a:p>
          <a:p>
            <a:pPr>
              <a:buFont typeface="Monotype Sorts" charset="2"/>
              <a:buNone/>
            </a:pPr>
            <a:r>
              <a:rPr lang="en-US" altLang="en-US" sz="2800"/>
              <a:t>Crossover is a critical feature of genetic</a:t>
            </a:r>
          </a:p>
          <a:p>
            <a:pPr>
              <a:buFont typeface="Monotype Sorts" charset="2"/>
              <a:buNone/>
            </a:pPr>
            <a:r>
              <a:rPr lang="en-US" altLang="en-US" sz="2800"/>
              <a:t>algorithms:</a:t>
            </a:r>
          </a:p>
          <a:p>
            <a:pPr lvl="1"/>
            <a:r>
              <a:rPr lang="en-US" altLang="en-US"/>
              <a:t>It greatly accelerates search early in evolution of a population</a:t>
            </a:r>
          </a:p>
          <a:p>
            <a:pPr lvl="1"/>
            <a:r>
              <a:rPr lang="en-US" altLang="en-US"/>
              <a:t>It leads to effective combination of schemata (subsolutions on different chromosomes)</a:t>
            </a:r>
          </a:p>
        </p:txBody>
      </p:sp>
      <p:sp>
        <p:nvSpPr>
          <p:cNvPr id="16390" name="Line 6">
            <a:extLst>
              <a:ext uri="{FF2B5EF4-FFF2-40B4-BE49-F238E27FC236}">
                <a16:creationId xmlns:a16="http://schemas.microsoft.com/office/drawing/2014/main" id="{2F372C50-A7AD-96CA-481D-EDB50D40D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08250"/>
            <a:ext cx="811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05BC781E-D57E-AE53-6430-B9C9202A0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162" y="1328737"/>
            <a:ext cx="32543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*</a:t>
            </a: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17C4FF1-353E-A452-391A-80FD0DE03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Evaluation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CDE9971-0008-0450-9C60-0E4D7BD4F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endParaRPr lang="en-US" altLang="en-US" sz="3600"/>
          </a:p>
          <a:p>
            <a:pPr>
              <a:buFont typeface="Monotype Sorts" charset="2"/>
              <a:buNone/>
            </a:pPr>
            <a:endParaRPr lang="en-US" altLang="en-US" sz="3600"/>
          </a:p>
          <a:p>
            <a:pPr>
              <a:buFont typeface="Monotype Sorts" charset="2"/>
              <a:buNone/>
            </a:pPr>
            <a:endParaRPr lang="en-US" altLang="en-US" sz="3600"/>
          </a:p>
          <a:p>
            <a:pPr>
              <a:buFont typeface="Monotype Sorts" charset="2"/>
              <a:buNone/>
            </a:pPr>
            <a:endParaRPr lang="en-US" altLang="en-US"/>
          </a:p>
          <a:p>
            <a:r>
              <a:rPr lang="en-US" altLang="en-US" sz="2800"/>
              <a:t>The evaluator decodes a chromosome and assigns it a fitness measure</a:t>
            </a:r>
          </a:p>
          <a:p>
            <a:r>
              <a:rPr lang="en-US" altLang="en-US" sz="2800"/>
              <a:t>The evaluator is the only link between a classical GA and the problem it is solving</a:t>
            </a:r>
          </a:p>
        </p:txBody>
      </p:sp>
      <p:sp>
        <p:nvSpPr>
          <p:cNvPr id="17412" name="AutoShape 4">
            <a:extLst>
              <a:ext uri="{FF2B5EF4-FFF2-40B4-BE49-F238E27FC236}">
                <a16:creationId xmlns:a16="http://schemas.microsoft.com/office/drawing/2014/main" id="{D7E8F97E-3546-EC1C-8981-7707A7A25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2832100"/>
            <a:ext cx="2260600" cy="5842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evaluation</a:t>
            </a:r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24534E49-83C2-CDF5-90E7-1252493968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1670050"/>
            <a:ext cx="0" cy="1155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6">
            <a:extLst>
              <a:ext uri="{FF2B5EF4-FFF2-40B4-BE49-F238E27FC236}">
                <a16:creationId xmlns:a16="http://schemas.microsoft.com/office/drawing/2014/main" id="{162271F0-611E-6300-91BB-DCA90556F3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8650" y="3124200"/>
            <a:ext cx="1536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185AEB5-1D7C-B4C1-D328-FE3C96B13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2195513"/>
            <a:ext cx="136366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evaluated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7E3FFF45-A995-5DDF-0B31-FAA80FDEC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1814513"/>
            <a:ext cx="124618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modified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children</a:t>
            </a:r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EE56C62-C69F-6A8A-5E85-2346F5C54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Deletion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8D4DA46-1FE8-1EBB-0525-63D178A31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endParaRPr lang="en-US" altLang="en-US"/>
          </a:p>
          <a:p>
            <a:r>
              <a:rPr lang="en-US" altLang="en-US" sz="2800" i="1"/>
              <a:t>Generational</a:t>
            </a:r>
            <a:r>
              <a:rPr lang="en-US" altLang="en-US" sz="2800"/>
              <a:t> GA:</a:t>
            </a:r>
            <a:br>
              <a:rPr lang="en-US" altLang="en-US" sz="2800"/>
            </a:br>
            <a:r>
              <a:rPr lang="en-US" altLang="en-US" sz="2800"/>
              <a:t>entire populations replaced with each iteration</a:t>
            </a:r>
          </a:p>
          <a:p>
            <a:r>
              <a:rPr lang="en-US" altLang="en-US" sz="2800" i="1"/>
              <a:t>Steady-state</a:t>
            </a:r>
            <a:r>
              <a:rPr lang="en-US" altLang="en-US" sz="2800"/>
              <a:t> GA:</a:t>
            </a:r>
            <a:br>
              <a:rPr lang="en-US" altLang="en-US" sz="2800"/>
            </a:br>
            <a:r>
              <a:rPr lang="en-US" altLang="en-US" sz="2800"/>
              <a:t>a few members replaced each generation</a:t>
            </a:r>
          </a:p>
        </p:txBody>
      </p:sp>
      <p:sp>
        <p:nvSpPr>
          <p:cNvPr id="18436" name="AutoShape 4">
            <a:extLst>
              <a:ext uri="{FF2B5EF4-FFF2-40B4-BE49-F238E27FC236}">
                <a16:creationId xmlns:a16="http://schemas.microsoft.com/office/drawing/2014/main" id="{FD95B89D-450D-AF45-0D3A-4390D9D36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1544638"/>
            <a:ext cx="2260600" cy="5842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population</a:t>
            </a:r>
          </a:p>
        </p:txBody>
      </p:sp>
      <p:sp>
        <p:nvSpPr>
          <p:cNvPr id="18437" name="AutoShape 5">
            <a:extLst>
              <a:ext uri="{FF2B5EF4-FFF2-40B4-BE49-F238E27FC236}">
                <a16:creationId xmlns:a16="http://schemas.microsoft.com/office/drawing/2014/main" id="{887A752E-7BFC-E40C-DDB9-0C0D72953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2908300"/>
            <a:ext cx="2260600" cy="584200"/>
          </a:xfrm>
          <a:prstGeom prst="octagon">
            <a:avLst>
              <a:gd name="adj" fmla="val 2928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0"/>
              <a:t>discard</a:t>
            </a:r>
          </a:p>
        </p:txBody>
      </p:sp>
      <p:sp>
        <p:nvSpPr>
          <p:cNvPr id="18438" name="Line 6">
            <a:extLst>
              <a:ext uri="{FF2B5EF4-FFF2-40B4-BE49-F238E27FC236}">
                <a16:creationId xmlns:a16="http://schemas.microsoft.com/office/drawing/2014/main" id="{55E35C60-79FB-BF58-B248-B1D5BD4DA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139950"/>
            <a:ext cx="0" cy="749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EEAE5FF8-463B-81D1-E30B-ADC9162D3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2257425"/>
            <a:ext cx="25606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discarded members</a:t>
            </a: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2E3C499-675E-B8B6-51E6-8CCD95931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06425"/>
          </a:xfrm>
          <a:noFill/>
        </p:spPr>
        <p:txBody>
          <a:bodyPr/>
          <a:lstStyle/>
          <a:p>
            <a:r>
              <a:rPr lang="en-US" altLang="en-US" dirty="0"/>
              <a:t>An Abstract Example</a:t>
            </a:r>
          </a:p>
        </p:txBody>
      </p:sp>
      <p:sp>
        <p:nvSpPr>
          <p:cNvPr id="19459" name="Line 3">
            <a:extLst>
              <a:ext uri="{FF2B5EF4-FFF2-40B4-BE49-F238E27FC236}">
                <a16:creationId xmlns:a16="http://schemas.microsoft.com/office/drawing/2014/main" id="{4AFAA5B1-85B1-903E-8164-421441D2C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377950"/>
            <a:ext cx="0" cy="158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8DB46377-7D2D-EF28-726F-827A62D89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6925" y="2971800"/>
            <a:ext cx="516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Freeform 5">
            <a:extLst>
              <a:ext uri="{FF2B5EF4-FFF2-40B4-BE49-F238E27FC236}">
                <a16:creationId xmlns:a16="http://schemas.microsoft.com/office/drawing/2014/main" id="{42A3D058-CE4B-8B00-D33E-8C7F0CA4A642}"/>
              </a:ext>
            </a:extLst>
          </p:cNvPr>
          <p:cNvSpPr>
            <a:spLocks/>
          </p:cNvSpPr>
          <p:nvPr/>
        </p:nvSpPr>
        <p:spPr bwMode="auto">
          <a:xfrm>
            <a:off x="2057400" y="1404938"/>
            <a:ext cx="5126038" cy="1492250"/>
          </a:xfrm>
          <a:custGeom>
            <a:avLst/>
            <a:gdLst>
              <a:gd name="T0" fmla="*/ 126007825 w 3229"/>
              <a:gd name="T1" fmla="*/ 2064008763 h 940"/>
              <a:gd name="T2" fmla="*/ 282257528 w 3229"/>
              <a:gd name="T3" fmla="*/ 2003525013 h 940"/>
              <a:gd name="T4" fmla="*/ 423386291 w 3229"/>
              <a:gd name="T5" fmla="*/ 1784270625 h 940"/>
              <a:gd name="T6" fmla="*/ 579635994 w 3229"/>
              <a:gd name="T7" fmla="*/ 1585179075 h 940"/>
              <a:gd name="T8" fmla="*/ 740926010 w 3229"/>
              <a:gd name="T9" fmla="*/ 1449090638 h 940"/>
              <a:gd name="T10" fmla="*/ 917336964 w 3229"/>
              <a:gd name="T11" fmla="*/ 1408768138 h 940"/>
              <a:gd name="T12" fmla="*/ 1058465728 w 3229"/>
              <a:gd name="T13" fmla="*/ 1527214688 h 940"/>
              <a:gd name="T14" fmla="*/ 1174392927 w 3229"/>
              <a:gd name="T15" fmla="*/ 1726307825 h 940"/>
              <a:gd name="T16" fmla="*/ 1315521691 w 3229"/>
              <a:gd name="T17" fmla="*/ 1902718763 h 940"/>
              <a:gd name="T18" fmla="*/ 1491932646 w 3229"/>
              <a:gd name="T19" fmla="*/ 1965721875 h 940"/>
              <a:gd name="T20" fmla="*/ 1670864550 w 3229"/>
              <a:gd name="T21" fmla="*/ 1867436575 h 940"/>
              <a:gd name="T22" fmla="*/ 1769149860 w 3229"/>
              <a:gd name="T23" fmla="*/ 1706146575 h 940"/>
              <a:gd name="T24" fmla="*/ 1910278624 w 3229"/>
              <a:gd name="T25" fmla="*/ 1547375938 h 940"/>
              <a:gd name="T26" fmla="*/ 2028726773 w 3229"/>
              <a:gd name="T27" fmla="*/ 1287800638 h 940"/>
              <a:gd name="T28" fmla="*/ 2129533033 w 3229"/>
              <a:gd name="T29" fmla="*/ 1030744700 h 940"/>
              <a:gd name="T30" fmla="*/ 2147483646 w 3229"/>
              <a:gd name="T31" fmla="*/ 834172513 h 940"/>
              <a:gd name="T32" fmla="*/ 2147483646 w 3229"/>
              <a:gd name="T33" fmla="*/ 614918125 h 940"/>
              <a:gd name="T34" fmla="*/ 2147483646 w 3229"/>
              <a:gd name="T35" fmla="*/ 415826575 h 940"/>
              <a:gd name="T36" fmla="*/ 2147483646 w 3229"/>
              <a:gd name="T37" fmla="*/ 181451250 h 940"/>
              <a:gd name="T38" fmla="*/ 2147483646 w 3229"/>
              <a:gd name="T39" fmla="*/ 20161250 h 940"/>
              <a:gd name="T40" fmla="*/ 2147483646 w 3229"/>
              <a:gd name="T41" fmla="*/ 0 h 940"/>
              <a:gd name="T42" fmla="*/ 2147483646 w 3229"/>
              <a:gd name="T43" fmla="*/ 60483750 h 940"/>
              <a:gd name="T44" fmla="*/ 2147483646 w 3229"/>
              <a:gd name="T45" fmla="*/ 259576888 h 940"/>
              <a:gd name="T46" fmla="*/ 2147483646 w 3229"/>
              <a:gd name="T47" fmla="*/ 435987825 h 940"/>
              <a:gd name="T48" fmla="*/ 2147483646 w 3229"/>
              <a:gd name="T49" fmla="*/ 635079375 h 940"/>
              <a:gd name="T50" fmla="*/ 2147483646 w 3229"/>
              <a:gd name="T51" fmla="*/ 814011263 h 940"/>
              <a:gd name="T52" fmla="*/ 2147483646 w 3229"/>
              <a:gd name="T53" fmla="*/ 791329063 h 940"/>
              <a:gd name="T54" fmla="*/ 2147483646 w 3229"/>
              <a:gd name="T55" fmla="*/ 614918125 h 940"/>
              <a:gd name="T56" fmla="*/ 2147483646 w 3229"/>
              <a:gd name="T57" fmla="*/ 577116575 h 940"/>
              <a:gd name="T58" fmla="*/ 2147483646 w 3229"/>
              <a:gd name="T59" fmla="*/ 776208125 h 940"/>
              <a:gd name="T60" fmla="*/ 2147483646 w 3229"/>
              <a:gd name="T61" fmla="*/ 972780313 h 940"/>
              <a:gd name="T62" fmla="*/ 2147483646 w 3229"/>
              <a:gd name="T63" fmla="*/ 1151712200 h 940"/>
              <a:gd name="T64" fmla="*/ 2147483646 w 3229"/>
              <a:gd name="T65" fmla="*/ 1370965000 h 940"/>
              <a:gd name="T66" fmla="*/ 2147483646 w 3229"/>
              <a:gd name="T67" fmla="*/ 1570058138 h 940"/>
              <a:gd name="T68" fmla="*/ 2147483646 w 3229"/>
              <a:gd name="T69" fmla="*/ 1784270625 h 940"/>
              <a:gd name="T70" fmla="*/ 2147483646 w 3229"/>
              <a:gd name="T71" fmla="*/ 1882557513 h 940"/>
              <a:gd name="T72" fmla="*/ 2147483646 w 3229"/>
              <a:gd name="T73" fmla="*/ 1746469075 h 940"/>
              <a:gd name="T74" fmla="*/ 2147483646 w 3229"/>
              <a:gd name="T75" fmla="*/ 1547375938 h 940"/>
              <a:gd name="T76" fmla="*/ 2147483646 w 3229"/>
              <a:gd name="T77" fmla="*/ 1408768138 h 940"/>
              <a:gd name="T78" fmla="*/ 2147483646 w 3229"/>
              <a:gd name="T79" fmla="*/ 1171873450 h 940"/>
              <a:gd name="T80" fmla="*/ 2147483646 w 3229"/>
              <a:gd name="T81" fmla="*/ 932457813 h 940"/>
              <a:gd name="T82" fmla="*/ 2147483646 w 3229"/>
              <a:gd name="T83" fmla="*/ 713205013 h 940"/>
              <a:gd name="T84" fmla="*/ 2147483646 w 3229"/>
              <a:gd name="T85" fmla="*/ 556955325 h 940"/>
              <a:gd name="T86" fmla="*/ 2147483646 w 3229"/>
              <a:gd name="T87" fmla="*/ 614918125 h 940"/>
              <a:gd name="T88" fmla="*/ 2147483646 w 3229"/>
              <a:gd name="T89" fmla="*/ 776208125 h 940"/>
              <a:gd name="T90" fmla="*/ 2147483646 w 3229"/>
              <a:gd name="T91" fmla="*/ 932457813 h 940"/>
              <a:gd name="T92" fmla="*/ 2147483646 w 3229"/>
              <a:gd name="T93" fmla="*/ 1209675000 h 940"/>
              <a:gd name="T94" fmla="*/ 2147483646 w 3229"/>
              <a:gd name="T95" fmla="*/ 1408768138 h 940"/>
              <a:gd name="T96" fmla="*/ 2147483646 w 3229"/>
              <a:gd name="T97" fmla="*/ 1625501575 h 940"/>
              <a:gd name="T98" fmla="*/ 2147483646 w 3229"/>
              <a:gd name="T99" fmla="*/ 1824593125 h 940"/>
              <a:gd name="T100" fmla="*/ 2147483646 w 3229"/>
              <a:gd name="T101" fmla="*/ 1902718763 h 940"/>
              <a:gd name="T102" fmla="*/ 2147483646 w 3229"/>
              <a:gd name="T103" fmla="*/ 1726307825 h 940"/>
              <a:gd name="T104" fmla="*/ 2147483646 w 3229"/>
              <a:gd name="T105" fmla="*/ 1605340325 h 940"/>
              <a:gd name="T106" fmla="*/ 2147483646 w 3229"/>
              <a:gd name="T107" fmla="*/ 1668343438 h 940"/>
              <a:gd name="T108" fmla="*/ 2147483646 w 3229"/>
              <a:gd name="T109" fmla="*/ 1882557513 h 940"/>
              <a:gd name="T110" fmla="*/ 2147483646 w 3229"/>
              <a:gd name="T111" fmla="*/ 2064008763 h 940"/>
              <a:gd name="T112" fmla="*/ 2147483646 w 3229"/>
              <a:gd name="T113" fmla="*/ 2147483646 h 940"/>
              <a:gd name="T114" fmla="*/ 2147483646 w 3229"/>
              <a:gd name="T115" fmla="*/ 2147483646 h 940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3229"/>
              <a:gd name="T175" fmla="*/ 0 h 940"/>
              <a:gd name="T176" fmla="*/ 3229 w 3229"/>
              <a:gd name="T177" fmla="*/ 940 h 940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3229" h="940">
                <a:moveTo>
                  <a:pt x="0" y="795"/>
                </a:moveTo>
                <a:lnTo>
                  <a:pt x="27" y="819"/>
                </a:lnTo>
                <a:lnTo>
                  <a:pt x="50" y="819"/>
                </a:lnTo>
                <a:lnTo>
                  <a:pt x="73" y="819"/>
                </a:lnTo>
                <a:lnTo>
                  <a:pt x="97" y="819"/>
                </a:lnTo>
                <a:lnTo>
                  <a:pt x="112" y="795"/>
                </a:lnTo>
                <a:lnTo>
                  <a:pt x="128" y="772"/>
                </a:lnTo>
                <a:lnTo>
                  <a:pt x="145" y="747"/>
                </a:lnTo>
                <a:lnTo>
                  <a:pt x="168" y="708"/>
                </a:lnTo>
                <a:lnTo>
                  <a:pt x="184" y="677"/>
                </a:lnTo>
                <a:lnTo>
                  <a:pt x="199" y="654"/>
                </a:lnTo>
                <a:lnTo>
                  <a:pt x="230" y="629"/>
                </a:lnTo>
                <a:lnTo>
                  <a:pt x="246" y="606"/>
                </a:lnTo>
                <a:lnTo>
                  <a:pt x="269" y="590"/>
                </a:lnTo>
                <a:lnTo>
                  <a:pt x="294" y="575"/>
                </a:lnTo>
                <a:lnTo>
                  <a:pt x="317" y="559"/>
                </a:lnTo>
                <a:lnTo>
                  <a:pt x="341" y="559"/>
                </a:lnTo>
                <a:lnTo>
                  <a:pt x="364" y="559"/>
                </a:lnTo>
                <a:lnTo>
                  <a:pt x="387" y="559"/>
                </a:lnTo>
                <a:lnTo>
                  <a:pt x="404" y="583"/>
                </a:lnTo>
                <a:lnTo>
                  <a:pt x="420" y="606"/>
                </a:lnTo>
                <a:lnTo>
                  <a:pt x="435" y="629"/>
                </a:lnTo>
                <a:lnTo>
                  <a:pt x="451" y="662"/>
                </a:lnTo>
                <a:lnTo>
                  <a:pt x="466" y="685"/>
                </a:lnTo>
                <a:lnTo>
                  <a:pt x="482" y="708"/>
                </a:lnTo>
                <a:lnTo>
                  <a:pt x="499" y="732"/>
                </a:lnTo>
                <a:lnTo>
                  <a:pt x="522" y="755"/>
                </a:lnTo>
                <a:lnTo>
                  <a:pt x="545" y="772"/>
                </a:lnTo>
                <a:lnTo>
                  <a:pt x="569" y="780"/>
                </a:lnTo>
                <a:lnTo>
                  <a:pt x="592" y="780"/>
                </a:lnTo>
                <a:lnTo>
                  <a:pt x="617" y="780"/>
                </a:lnTo>
                <a:lnTo>
                  <a:pt x="640" y="764"/>
                </a:lnTo>
                <a:lnTo>
                  <a:pt x="663" y="741"/>
                </a:lnTo>
                <a:lnTo>
                  <a:pt x="687" y="724"/>
                </a:lnTo>
                <a:lnTo>
                  <a:pt x="695" y="701"/>
                </a:lnTo>
                <a:lnTo>
                  <a:pt x="702" y="677"/>
                </a:lnTo>
                <a:lnTo>
                  <a:pt x="727" y="668"/>
                </a:lnTo>
                <a:lnTo>
                  <a:pt x="741" y="637"/>
                </a:lnTo>
                <a:lnTo>
                  <a:pt x="758" y="614"/>
                </a:lnTo>
                <a:lnTo>
                  <a:pt x="781" y="567"/>
                </a:lnTo>
                <a:lnTo>
                  <a:pt x="789" y="544"/>
                </a:lnTo>
                <a:lnTo>
                  <a:pt x="805" y="511"/>
                </a:lnTo>
                <a:lnTo>
                  <a:pt x="820" y="465"/>
                </a:lnTo>
                <a:lnTo>
                  <a:pt x="836" y="432"/>
                </a:lnTo>
                <a:lnTo>
                  <a:pt x="845" y="409"/>
                </a:lnTo>
                <a:lnTo>
                  <a:pt x="853" y="386"/>
                </a:lnTo>
                <a:lnTo>
                  <a:pt x="868" y="354"/>
                </a:lnTo>
                <a:lnTo>
                  <a:pt x="868" y="331"/>
                </a:lnTo>
                <a:lnTo>
                  <a:pt x="884" y="300"/>
                </a:lnTo>
                <a:lnTo>
                  <a:pt x="892" y="275"/>
                </a:lnTo>
                <a:lnTo>
                  <a:pt x="907" y="244"/>
                </a:lnTo>
                <a:lnTo>
                  <a:pt x="915" y="221"/>
                </a:lnTo>
                <a:lnTo>
                  <a:pt x="932" y="190"/>
                </a:lnTo>
                <a:lnTo>
                  <a:pt x="946" y="165"/>
                </a:lnTo>
                <a:lnTo>
                  <a:pt x="954" y="142"/>
                </a:lnTo>
                <a:lnTo>
                  <a:pt x="977" y="103"/>
                </a:lnTo>
                <a:lnTo>
                  <a:pt x="1002" y="72"/>
                </a:lnTo>
                <a:lnTo>
                  <a:pt x="1025" y="47"/>
                </a:lnTo>
                <a:lnTo>
                  <a:pt x="1050" y="32"/>
                </a:lnTo>
                <a:lnTo>
                  <a:pt x="1073" y="8"/>
                </a:lnTo>
                <a:lnTo>
                  <a:pt x="1104" y="0"/>
                </a:lnTo>
                <a:lnTo>
                  <a:pt x="1128" y="0"/>
                </a:lnTo>
                <a:lnTo>
                  <a:pt x="1151" y="0"/>
                </a:lnTo>
                <a:lnTo>
                  <a:pt x="1182" y="0"/>
                </a:lnTo>
                <a:lnTo>
                  <a:pt x="1207" y="16"/>
                </a:lnTo>
                <a:lnTo>
                  <a:pt x="1230" y="24"/>
                </a:lnTo>
                <a:lnTo>
                  <a:pt x="1261" y="47"/>
                </a:lnTo>
                <a:lnTo>
                  <a:pt x="1277" y="72"/>
                </a:lnTo>
                <a:lnTo>
                  <a:pt x="1300" y="103"/>
                </a:lnTo>
                <a:lnTo>
                  <a:pt x="1317" y="126"/>
                </a:lnTo>
                <a:lnTo>
                  <a:pt x="1325" y="150"/>
                </a:lnTo>
                <a:lnTo>
                  <a:pt x="1332" y="173"/>
                </a:lnTo>
                <a:lnTo>
                  <a:pt x="1340" y="196"/>
                </a:lnTo>
                <a:lnTo>
                  <a:pt x="1356" y="229"/>
                </a:lnTo>
                <a:lnTo>
                  <a:pt x="1364" y="252"/>
                </a:lnTo>
                <a:lnTo>
                  <a:pt x="1379" y="275"/>
                </a:lnTo>
                <a:lnTo>
                  <a:pt x="1395" y="300"/>
                </a:lnTo>
                <a:lnTo>
                  <a:pt x="1404" y="323"/>
                </a:lnTo>
                <a:lnTo>
                  <a:pt x="1427" y="323"/>
                </a:lnTo>
                <a:lnTo>
                  <a:pt x="1458" y="323"/>
                </a:lnTo>
                <a:lnTo>
                  <a:pt x="1482" y="314"/>
                </a:lnTo>
                <a:lnTo>
                  <a:pt x="1505" y="291"/>
                </a:lnTo>
                <a:lnTo>
                  <a:pt x="1528" y="268"/>
                </a:lnTo>
                <a:lnTo>
                  <a:pt x="1553" y="244"/>
                </a:lnTo>
                <a:lnTo>
                  <a:pt x="1576" y="236"/>
                </a:lnTo>
                <a:lnTo>
                  <a:pt x="1600" y="229"/>
                </a:lnTo>
                <a:lnTo>
                  <a:pt x="1623" y="229"/>
                </a:lnTo>
                <a:lnTo>
                  <a:pt x="1646" y="252"/>
                </a:lnTo>
                <a:lnTo>
                  <a:pt x="1671" y="283"/>
                </a:lnTo>
                <a:lnTo>
                  <a:pt x="1686" y="308"/>
                </a:lnTo>
                <a:lnTo>
                  <a:pt x="1702" y="331"/>
                </a:lnTo>
                <a:lnTo>
                  <a:pt x="1710" y="354"/>
                </a:lnTo>
                <a:lnTo>
                  <a:pt x="1718" y="386"/>
                </a:lnTo>
                <a:lnTo>
                  <a:pt x="1725" y="409"/>
                </a:lnTo>
                <a:lnTo>
                  <a:pt x="1733" y="432"/>
                </a:lnTo>
                <a:lnTo>
                  <a:pt x="1741" y="457"/>
                </a:lnTo>
                <a:lnTo>
                  <a:pt x="1758" y="488"/>
                </a:lnTo>
                <a:lnTo>
                  <a:pt x="1764" y="511"/>
                </a:lnTo>
                <a:lnTo>
                  <a:pt x="1781" y="544"/>
                </a:lnTo>
                <a:lnTo>
                  <a:pt x="1789" y="567"/>
                </a:lnTo>
                <a:lnTo>
                  <a:pt x="1804" y="590"/>
                </a:lnTo>
                <a:lnTo>
                  <a:pt x="1820" y="623"/>
                </a:lnTo>
                <a:lnTo>
                  <a:pt x="1836" y="654"/>
                </a:lnTo>
                <a:lnTo>
                  <a:pt x="1859" y="685"/>
                </a:lnTo>
                <a:lnTo>
                  <a:pt x="1882" y="708"/>
                </a:lnTo>
                <a:lnTo>
                  <a:pt x="1899" y="732"/>
                </a:lnTo>
                <a:lnTo>
                  <a:pt x="1922" y="747"/>
                </a:lnTo>
                <a:lnTo>
                  <a:pt x="1946" y="747"/>
                </a:lnTo>
                <a:lnTo>
                  <a:pt x="1969" y="741"/>
                </a:lnTo>
                <a:lnTo>
                  <a:pt x="1994" y="724"/>
                </a:lnTo>
                <a:lnTo>
                  <a:pt x="2017" y="693"/>
                </a:lnTo>
                <a:lnTo>
                  <a:pt x="2033" y="668"/>
                </a:lnTo>
                <a:lnTo>
                  <a:pt x="2056" y="645"/>
                </a:lnTo>
                <a:lnTo>
                  <a:pt x="2079" y="614"/>
                </a:lnTo>
                <a:lnTo>
                  <a:pt x="2079" y="590"/>
                </a:lnTo>
                <a:lnTo>
                  <a:pt x="2104" y="583"/>
                </a:lnTo>
                <a:lnTo>
                  <a:pt x="2112" y="559"/>
                </a:lnTo>
                <a:lnTo>
                  <a:pt x="2127" y="527"/>
                </a:lnTo>
                <a:lnTo>
                  <a:pt x="2135" y="496"/>
                </a:lnTo>
                <a:lnTo>
                  <a:pt x="2143" y="465"/>
                </a:lnTo>
                <a:lnTo>
                  <a:pt x="2151" y="441"/>
                </a:lnTo>
                <a:lnTo>
                  <a:pt x="2166" y="418"/>
                </a:lnTo>
                <a:lnTo>
                  <a:pt x="2174" y="370"/>
                </a:lnTo>
                <a:lnTo>
                  <a:pt x="2191" y="339"/>
                </a:lnTo>
                <a:lnTo>
                  <a:pt x="2197" y="314"/>
                </a:lnTo>
                <a:lnTo>
                  <a:pt x="2214" y="283"/>
                </a:lnTo>
                <a:lnTo>
                  <a:pt x="2230" y="260"/>
                </a:lnTo>
                <a:lnTo>
                  <a:pt x="2245" y="236"/>
                </a:lnTo>
                <a:lnTo>
                  <a:pt x="2269" y="221"/>
                </a:lnTo>
                <a:lnTo>
                  <a:pt x="2292" y="221"/>
                </a:lnTo>
                <a:lnTo>
                  <a:pt x="2323" y="229"/>
                </a:lnTo>
                <a:lnTo>
                  <a:pt x="2354" y="244"/>
                </a:lnTo>
                <a:lnTo>
                  <a:pt x="2379" y="260"/>
                </a:lnTo>
                <a:lnTo>
                  <a:pt x="2410" y="283"/>
                </a:lnTo>
                <a:lnTo>
                  <a:pt x="2427" y="308"/>
                </a:lnTo>
                <a:lnTo>
                  <a:pt x="2450" y="323"/>
                </a:lnTo>
                <a:lnTo>
                  <a:pt x="2473" y="347"/>
                </a:lnTo>
                <a:lnTo>
                  <a:pt x="2489" y="370"/>
                </a:lnTo>
                <a:lnTo>
                  <a:pt x="2520" y="393"/>
                </a:lnTo>
                <a:lnTo>
                  <a:pt x="2545" y="432"/>
                </a:lnTo>
                <a:lnTo>
                  <a:pt x="2568" y="480"/>
                </a:lnTo>
                <a:lnTo>
                  <a:pt x="2584" y="505"/>
                </a:lnTo>
                <a:lnTo>
                  <a:pt x="2599" y="536"/>
                </a:lnTo>
                <a:lnTo>
                  <a:pt x="2607" y="559"/>
                </a:lnTo>
                <a:lnTo>
                  <a:pt x="2615" y="583"/>
                </a:lnTo>
                <a:lnTo>
                  <a:pt x="2630" y="614"/>
                </a:lnTo>
                <a:lnTo>
                  <a:pt x="2646" y="645"/>
                </a:lnTo>
                <a:lnTo>
                  <a:pt x="2663" y="677"/>
                </a:lnTo>
                <a:lnTo>
                  <a:pt x="2677" y="701"/>
                </a:lnTo>
                <a:lnTo>
                  <a:pt x="2702" y="724"/>
                </a:lnTo>
                <a:lnTo>
                  <a:pt x="2709" y="747"/>
                </a:lnTo>
                <a:lnTo>
                  <a:pt x="2733" y="755"/>
                </a:lnTo>
                <a:lnTo>
                  <a:pt x="2756" y="755"/>
                </a:lnTo>
                <a:lnTo>
                  <a:pt x="2764" y="732"/>
                </a:lnTo>
                <a:lnTo>
                  <a:pt x="2781" y="708"/>
                </a:lnTo>
                <a:lnTo>
                  <a:pt x="2795" y="685"/>
                </a:lnTo>
                <a:lnTo>
                  <a:pt x="2812" y="662"/>
                </a:lnTo>
                <a:lnTo>
                  <a:pt x="2835" y="637"/>
                </a:lnTo>
                <a:lnTo>
                  <a:pt x="2859" y="637"/>
                </a:lnTo>
                <a:lnTo>
                  <a:pt x="2882" y="637"/>
                </a:lnTo>
                <a:lnTo>
                  <a:pt x="2914" y="645"/>
                </a:lnTo>
                <a:lnTo>
                  <a:pt x="2945" y="662"/>
                </a:lnTo>
                <a:lnTo>
                  <a:pt x="2969" y="693"/>
                </a:lnTo>
                <a:lnTo>
                  <a:pt x="3000" y="724"/>
                </a:lnTo>
                <a:lnTo>
                  <a:pt x="3009" y="747"/>
                </a:lnTo>
                <a:lnTo>
                  <a:pt x="3023" y="772"/>
                </a:lnTo>
                <a:lnTo>
                  <a:pt x="3048" y="786"/>
                </a:lnTo>
                <a:lnTo>
                  <a:pt x="3071" y="819"/>
                </a:lnTo>
                <a:lnTo>
                  <a:pt x="3102" y="850"/>
                </a:lnTo>
                <a:lnTo>
                  <a:pt x="3118" y="882"/>
                </a:lnTo>
                <a:lnTo>
                  <a:pt x="3141" y="898"/>
                </a:lnTo>
                <a:lnTo>
                  <a:pt x="3158" y="921"/>
                </a:lnTo>
                <a:lnTo>
                  <a:pt x="3181" y="929"/>
                </a:lnTo>
                <a:lnTo>
                  <a:pt x="3205" y="929"/>
                </a:lnTo>
                <a:lnTo>
                  <a:pt x="3228" y="929"/>
                </a:lnTo>
                <a:lnTo>
                  <a:pt x="3216" y="939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3D0D494C-DDFE-4F86-BB37-D865C2A49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8" y="3067050"/>
            <a:ext cx="54340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Distribution of Individuals in Generation 0</a:t>
            </a:r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93F338D4-F7E5-0D1F-EE89-12571FE66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16350"/>
            <a:ext cx="0" cy="158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F22B4078-65AD-0D81-B730-CE549BA6C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3750" y="5410200"/>
            <a:ext cx="516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Freeform 9">
            <a:extLst>
              <a:ext uri="{FF2B5EF4-FFF2-40B4-BE49-F238E27FC236}">
                <a16:creationId xmlns:a16="http://schemas.microsoft.com/office/drawing/2014/main" id="{EFFF8652-AD71-F5A2-E01A-4DFC174FB18E}"/>
              </a:ext>
            </a:extLst>
          </p:cNvPr>
          <p:cNvSpPr>
            <a:spLocks/>
          </p:cNvSpPr>
          <p:nvPr/>
        </p:nvSpPr>
        <p:spPr bwMode="auto">
          <a:xfrm>
            <a:off x="2057400" y="3843338"/>
            <a:ext cx="5126038" cy="1492250"/>
          </a:xfrm>
          <a:custGeom>
            <a:avLst/>
            <a:gdLst>
              <a:gd name="T0" fmla="*/ 126007825 w 3229"/>
              <a:gd name="T1" fmla="*/ 2064008763 h 940"/>
              <a:gd name="T2" fmla="*/ 282257528 w 3229"/>
              <a:gd name="T3" fmla="*/ 2003525013 h 940"/>
              <a:gd name="T4" fmla="*/ 423386291 w 3229"/>
              <a:gd name="T5" fmla="*/ 1784270625 h 940"/>
              <a:gd name="T6" fmla="*/ 579635994 w 3229"/>
              <a:gd name="T7" fmla="*/ 1585179075 h 940"/>
              <a:gd name="T8" fmla="*/ 740926010 w 3229"/>
              <a:gd name="T9" fmla="*/ 1449090638 h 940"/>
              <a:gd name="T10" fmla="*/ 917336964 w 3229"/>
              <a:gd name="T11" fmla="*/ 1408768138 h 940"/>
              <a:gd name="T12" fmla="*/ 1058465728 w 3229"/>
              <a:gd name="T13" fmla="*/ 1527214688 h 940"/>
              <a:gd name="T14" fmla="*/ 1174392927 w 3229"/>
              <a:gd name="T15" fmla="*/ 1726307825 h 940"/>
              <a:gd name="T16" fmla="*/ 1315521691 w 3229"/>
              <a:gd name="T17" fmla="*/ 1902718763 h 940"/>
              <a:gd name="T18" fmla="*/ 1491932646 w 3229"/>
              <a:gd name="T19" fmla="*/ 1965721875 h 940"/>
              <a:gd name="T20" fmla="*/ 1670864550 w 3229"/>
              <a:gd name="T21" fmla="*/ 1867436575 h 940"/>
              <a:gd name="T22" fmla="*/ 1769149860 w 3229"/>
              <a:gd name="T23" fmla="*/ 1706146575 h 940"/>
              <a:gd name="T24" fmla="*/ 1910278624 w 3229"/>
              <a:gd name="T25" fmla="*/ 1547375938 h 940"/>
              <a:gd name="T26" fmla="*/ 2028726773 w 3229"/>
              <a:gd name="T27" fmla="*/ 1287800638 h 940"/>
              <a:gd name="T28" fmla="*/ 2129533033 w 3229"/>
              <a:gd name="T29" fmla="*/ 1030744700 h 940"/>
              <a:gd name="T30" fmla="*/ 2147483646 w 3229"/>
              <a:gd name="T31" fmla="*/ 834172513 h 940"/>
              <a:gd name="T32" fmla="*/ 2147483646 w 3229"/>
              <a:gd name="T33" fmla="*/ 614918125 h 940"/>
              <a:gd name="T34" fmla="*/ 2147483646 w 3229"/>
              <a:gd name="T35" fmla="*/ 415826575 h 940"/>
              <a:gd name="T36" fmla="*/ 2147483646 w 3229"/>
              <a:gd name="T37" fmla="*/ 181451250 h 940"/>
              <a:gd name="T38" fmla="*/ 2147483646 w 3229"/>
              <a:gd name="T39" fmla="*/ 20161250 h 940"/>
              <a:gd name="T40" fmla="*/ 2147483646 w 3229"/>
              <a:gd name="T41" fmla="*/ 0 h 940"/>
              <a:gd name="T42" fmla="*/ 2147483646 w 3229"/>
              <a:gd name="T43" fmla="*/ 60483750 h 940"/>
              <a:gd name="T44" fmla="*/ 2147483646 w 3229"/>
              <a:gd name="T45" fmla="*/ 259576888 h 940"/>
              <a:gd name="T46" fmla="*/ 2147483646 w 3229"/>
              <a:gd name="T47" fmla="*/ 435987825 h 940"/>
              <a:gd name="T48" fmla="*/ 2147483646 w 3229"/>
              <a:gd name="T49" fmla="*/ 635079375 h 940"/>
              <a:gd name="T50" fmla="*/ 2147483646 w 3229"/>
              <a:gd name="T51" fmla="*/ 814011263 h 940"/>
              <a:gd name="T52" fmla="*/ 2147483646 w 3229"/>
              <a:gd name="T53" fmla="*/ 791329063 h 940"/>
              <a:gd name="T54" fmla="*/ 2147483646 w 3229"/>
              <a:gd name="T55" fmla="*/ 614918125 h 940"/>
              <a:gd name="T56" fmla="*/ 2147483646 w 3229"/>
              <a:gd name="T57" fmla="*/ 577116575 h 940"/>
              <a:gd name="T58" fmla="*/ 2147483646 w 3229"/>
              <a:gd name="T59" fmla="*/ 776208125 h 940"/>
              <a:gd name="T60" fmla="*/ 2147483646 w 3229"/>
              <a:gd name="T61" fmla="*/ 972780313 h 940"/>
              <a:gd name="T62" fmla="*/ 2147483646 w 3229"/>
              <a:gd name="T63" fmla="*/ 1151712200 h 940"/>
              <a:gd name="T64" fmla="*/ 2147483646 w 3229"/>
              <a:gd name="T65" fmla="*/ 1370965000 h 940"/>
              <a:gd name="T66" fmla="*/ 2147483646 w 3229"/>
              <a:gd name="T67" fmla="*/ 1570058138 h 940"/>
              <a:gd name="T68" fmla="*/ 2147483646 w 3229"/>
              <a:gd name="T69" fmla="*/ 1784270625 h 940"/>
              <a:gd name="T70" fmla="*/ 2147483646 w 3229"/>
              <a:gd name="T71" fmla="*/ 1882557513 h 940"/>
              <a:gd name="T72" fmla="*/ 2147483646 w 3229"/>
              <a:gd name="T73" fmla="*/ 1746469075 h 940"/>
              <a:gd name="T74" fmla="*/ 2147483646 w 3229"/>
              <a:gd name="T75" fmla="*/ 1547375938 h 940"/>
              <a:gd name="T76" fmla="*/ 2147483646 w 3229"/>
              <a:gd name="T77" fmla="*/ 1408768138 h 940"/>
              <a:gd name="T78" fmla="*/ 2147483646 w 3229"/>
              <a:gd name="T79" fmla="*/ 1171873450 h 940"/>
              <a:gd name="T80" fmla="*/ 2147483646 w 3229"/>
              <a:gd name="T81" fmla="*/ 932457813 h 940"/>
              <a:gd name="T82" fmla="*/ 2147483646 w 3229"/>
              <a:gd name="T83" fmla="*/ 713205013 h 940"/>
              <a:gd name="T84" fmla="*/ 2147483646 w 3229"/>
              <a:gd name="T85" fmla="*/ 556955325 h 940"/>
              <a:gd name="T86" fmla="*/ 2147483646 w 3229"/>
              <a:gd name="T87" fmla="*/ 614918125 h 940"/>
              <a:gd name="T88" fmla="*/ 2147483646 w 3229"/>
              <a:gd name="T89" fmla="*/ 776208125 h 940"/>
              <a:gd name="T90" fmla="*/ 2147483646 w 3229"/>
              <a:gd name="T91" fmla="*/ 932457813 h 940"/>
              <a:gd name="T92" fmla="*/ 2147483646 w 3229"/>
              <a:gd name="T93" fmla="*/ 1209675000 h 940"/>
              <a:gd name="T94" fmla="*/ 2147483646 w 3229"/>
              <a:gd name="T95" fmla="*/ 1408768138 h 940"/>
              <a:gd name="T96" fmla="*/ 2147483646 w 3229"/>
              <a:gd name="T97" fmla="*/ 1625501575 h 940"/>
              <a:gd name="T98" fmla="*/ 2147483646 w 3229"/>
              <a:gd name="T99" fmla="*/ 1824593125 h 940"/>
              <a:gd name="T100" fmla="*/ 2147483646 w 3229"/>
              <a:gd name="T101" fmla="*/ 1902718763 h 940"/>
              <a:gd name="T102" fmla="*/ 2147483646 w 3229"/>
              <a:gd name="T103" fmla="*/ 1726307825 h 940"/>
              <a:gd name="T104" fmla="*/ 2147483646 w 3229"/>
              <a:gd name="T105" fmla="*/ 1605340325 h 940"/>
              <a:gd name="T106" fmla="*/ 2147483646 w 3229"/>
              <a:gd name="T107" fmla="*/ 1668343438 h 940"/>
              <a:gd name="T108" fmla="*/ 2147483646 w 3229"/>
              <a:gd name="T109" fmla="*/ 1882557513 h 940"/>
              <a:gd name="T110" fmla="*/ 2147483646 w 3229"/>
              <a:gd name="T111" fmla="*/ 2064008763 h 940"/>
              <a:gd name="T112" fmla="*/ 2147483646 w 3229"/>
              <a:gd name="T113" fmla="*/ 2147483646 h 940"/>
              <a:gd name="T114" fmla="*/ 2147483646 w 3229"/>
              <a:gd name="T115" fmla="*/ 2147483646 h 940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3229"/>
              <a:gd name="T175" fmla="*/ 0 h 940"/>
              <a:gd name="T176" fmla="*/ 3229 w 3229"/>
              <a:gd name="T177" fmla="*/ 940 h 940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3229" h="940">
                <a:moveTo>
                  <a:pt x="0" y="795"/>
                </a:moveTo>
                <a:lnTo>
                  <a:pt x="27" y="819"/>
                </a:lnTo>
                <a:lnTo>
                  <a:pt x="50" y="819"/>
                </a:lnTo>
                <a:lnTo>
                  <a:pt x="73" y="819"/>
                </a:lnTo>
                <a:lnTo>
                  <a:pt x="97" y="819"/>
                </a:lnTo>
                <a:lnTo>
                  <a:pt x="112" y="795"/>
                </a:lnTo>
                <a:lnTo>
                  <a:pt x="128" y="772"/>
                </a:lnTo>
                <a:lnTo>
                  <a:pt x="145" y="747"/>
                </a:lnTo>
                <a:lnTo>
                  <a:pt x="168" y="708"/>
                </a:lnTo>
                <a:lnTo>
                  <a:pt x="184" y="677"/>
                </a:lnTo>
                <a:lnTo>
                  <a:pt x="199" y="654"/>
                </a:lnTo>
                <a:lnTo>
                  <a:pt x="230" y="629"/>
                </a:lnTo>
                <a:lnTo>
                  <a:pt x="246" y="606"/>
                </a:lnTo>
                <a:lnTo>
                  <a:pt x="269" y="590"/>
                </a:lnTo>
                <a:lnTo>
                  <a:pt x="294" y="575"/>
                </a:lnTo>
                <a:lnTo>
                  <a:pt x="317" y="559"/>
                </a:lnTo>
                <a:lnTo>
                  <a:pt x="341" y="559"/>
                </a:lnTo>
                <a:lnTo>
                  <a:pt x="364" y="559"/>
                </a:lnTo>
                <a:lnTo>
                  <a:pt x="387" y="559"/>
                </a:lnTo>
                <a:lnTo>
                  <a:pt x="404" y="583"/>
                </a:lnTo>
                <a:lnTo>
                  <a:pt x="420" y="606"/>
                </a:lnTo>
                <a:lnTo>
                  <a:pt x="435" y="629"/>
                </a:lnTo>
                <a:lnTo>
                  <a:pt x="451" y="662"/>
                </a:lnTo>
                <a:lnTo>
                  <a:pt x="466" y="685"/>
                </a:lnTo>
                <a:lnTo>
                  <a:pt x="482" y="708"/>
                </a:lnTo>
                <a:lnTo>
                  <a:pt x="499" y="732"/>
                </a:lnTo>
                <a:lnTo>
                  <a:pt x="522" y="755"/>
                </a:lnTo>
                <a:lnTo>
                  <a:pt x="545" y="772"/>
                </a:lnTo>
                <a:lnTo>
                  <a:pt x="569" y="780"/>
                </a:lnTo>
                <a:lnTo>
                  <a:pt x="592" y="780"/>
                </a:lnTo>
                <a:lnTo>
                  <a:pt x="617" y="780"/>
                </a:lnTo>
                <a:lnTo>
                  <a:pt x="640" y="764"/>
                </a:lnTo>
                <a:lnTo>
                  <a:pt x="663" y="741"/>
                </a:lnTo>
                <a:lnTo>
                  <a:pt x="687" y="724"/>
                </a:lnTo>
                <a:lnTo>
                  <a:pt x="695" y="701"/>
                </a:lnTo>
                <a:lnTo>
                  <a:pt x="702" y="677"/>
                </a:lnTo>
                <a:lnTo>
                  <a:pt x="727" y="668"/>
                </a:lnTo>
                <a:lnTo>
                  <a:pt x="741" y="637"/>
                </a:lnTo>
                <a:lnTo>
                  <a:pt x="758" y="614"/>
                </a:lnTo>
                <a:lnTo>
                  <a:pt x="781" y="567"/>
                </a:lnTo>
                <a:lnTo>
                  <a:pt x="789" y="544"/>
                </a:lnTo>
                <a:lnTo>
                  <a:pt x="805" y="511"/>
                </a:lnTo>
                <a:lnTo>
                  <a:pt x="820" y="465"/>
                </a:lnTo>
                <a:lnTo>
                  <a:pt x="836" y="432"/>
                </a:lnTo>
                <a:lnTo>
                  <a:pt x="845" y="409"/>
                </a:lnTo>
                <a:lnTo>
                  <a:pt x="853" y="386"/>
                </a:lnTo>
                <a:lnTo>
                  <a:pt x="868" y="354"/>
                </a:lnTo>
                <a:lnTo>
                  <a:pt x="868" y="331"/>
                </a:lnTo>
                <a:lnTo>
                  <a:pt x="884" y="300"/>
                </a:lnTo>
                <a:lnTo>
                  <a:pt x="892" y="275"/>
                </a:lnTo>
                <a:lnTo>
                  <a:pt x="907" y="244"/>
                </a:lnTo>
                <a:lnTo>
                  <a:pt x="915" y="221"/>
                </a:lnTo>
                <a:lnTo>
                  <a:pt x="932" y="190"/>
                </a:lnTo>
                <a:lnTo>
                  <a:pt x="946" y="165"/>
                </a:lnTo>
                <a:lnTo>
                  <a:pt x="954" y="142"/>
                </a:lnTo>
                <a:lnTo>
                  <a:pt x="977" y="103"/>
                </a:lnTo>
                <a:lnTo>
                  <a:pt x="1002" y="72"/>
                </a:lnTo>
                <a:lnTo>
                  <a:pt x="1025" y="47"/>
                </a:lnTo>
                <a:lnTo>
                  <a:pt x="1050" y="32"/>
                </a:lnTo>
                <a:lnTo>
                  <a:pt x="1073" y="8"/>
                </a:lnTo>
                <a:lnTo>
                  <a:pt x="1104" y="0"/>
                </a:lnTo>
                <a:lnTo>
                  <a:pt x="1128" y="0"/>
                </a:lnTo>
                <a:lnTo>
                  <a:pt x="1151" y="0"/>
                </a:lnTo>
                <a:lnTo>
                  <a:pt x="1182" y="0"/>
                </a:lnTo>
                <a:lnTo>
                  <a:pt x="1207" y="16"/>
                </a:lnTo>
                <a:lnTo>
                  <a:pt x="1230" y="24"/>
                </a:lnTo>
                <a:lnTo>
                  <a:pt x="1261" y="47"/>
                </a:lnTo>
                <a:lnTo>
                  <a:pt x="1277" y="72"/>
                </a:lnTo>
                <a:lnTo>
                  <a:pt x="1300" y="103"/>
                </a:lnTo>
                <a:lnTo>
                  <a:pt x="1317" y="126"/>
                </a:lnTo>
                <a:lnTo>
                  <a:pt x="1325" y="150"/>
                </a:lnTo>
                <a:lnTo>
                  <a:pt x="1332" y="173"/>
                </a:lnTo>
                <a:lnTo>
                  <a:pt x="1340" y="196"/>
                </a:lnTo>
                <a:lnTo>
                  <a:pt x="1356" y="229"/>
                </a:lnTo>
                <a:lnTo>
                  <a:pt x="1364" y="252"/>
                </a:lnTo>
                <a:lnTo>
                  <a:pt x="1379" y="275"/>
                </a:lnTo>
                <a:lnTo>
                  <a:pt x="1395" y="300"/>
                </a:lnTo>
                <a:lnTo>
                  <a:pt x="1404" y="323"/>
                </a:lnTo>
                <a:lnTo>
                  <a:pt x="1427" y="323"/>
                </a:lnTo>
                <a:lnTo>
                  <a:pt x="1458" y="323"/>
                </a:lnTo>
                <a:lnTo>
                  <a:pt x="1482" y="314"/>
                </a:lnTo>
                <a:lnTo>
                  <a:pt x="1505" y="291"/>
                </a:lnTo>
                <a:lnTo>
                  <a:pt x="1528" y="268"/>
                </a:lnTo>
                <a:lnTo>
                  <a:pt x="1553" y="244"/>
                </a:lnTo>
                <a:lnTo>
                  <a:pt x="1576" y="236"/>
                </a:lnTo>
                <a:lnTo>
                  <a:pt x="1600" y="229"/>
                </a:lnTo>
                <a:lnTo>
                  <a:pt x="1623" y="229"/>
                </a:lnTo>
                <a:lnTo>
                  <a:pt x="1646" y="252"/>
                </a:lnTo>
                <a:lnTo>
                  <a:pt x="1671" y="283"/>
                </a:lnTo>
                <a:lnTo>
                  <a:pt x="1686" y="308"/>
                </a:lnTo>
                <a:lnTo>
                  <a:pt x="1702" y="331"/>
                </a:lnTo>
                <a:lnTo>
                  <a:pt x="1710" y="354"/>
                </a:lnTo>
                <a:lnTo>
                  <a:pt x="1718" y="386"/>
                </a:lnTo>
                <a:lnTo>
                  <a:pt x="1725" y="409"/>
                </a:lnTo>
                <a:lnTo>
                  <a:pt x="1733" y="432"/>
                </a:lnTo>
                <a:lnTo>
                  <a:pt x="1741" y="457"/>
                </a:lnTo>
                <a:lnTo>
                  <a:pt x="1758" y="488"/>
                </a:lnTo>
                <a:lnTo>
                  <a:pt x="1764" y="511"/>
                </a:lnTo>
                <a:lnTo>
                  <a:pt x="1781" y="544"/>
                </a:lnTo>
                <a:lnTo>
                  <a:pt x="1789" y="567"/>
                </a:lnTo>
                <a:lnTo>
                  <a:pt x="1804" y="590"/>
                </a:lnTo>
                <a:lnTo>
                  <a:pt x="1820" y="623"/>
                </a:lnTo>
                <a:lnTo>
                  <a:pt x="1836" y="654"/>
                </a:lnTo>
                <a:lnTo>
                  <a:pt x="1859" y="685"/>
                </a:lnTo>
                <a:lnTo>
                  <a:pt x="1882" y="708"/>
                </a:lnTo>
                <a:lnTo>
                  <a:pt x="1899" y="732"/>
                </a:lnTo>
                <a:lnTo>
                  <a:pt x="1922" y="747"/>
                </a:lnTo>
                <a:lnTo>
                  <a:pt x="1946" y="747"/>
                </a:lnTo>
                <a:lnTo>
                  <a:pt x="1969" y="741"/>
                </a:lnTo>
                <a:lnTo>
                  <a:pt x="1994" y="724"/>
                </a:lnTo>
                <a:lnTo>
                  <a:pt x="2017" y="693"/>
                </a:lnTo>
                <a:lnTo>
                  <a:pt x="2033" y="668"/>
                </a:lnTo>
                <a:lnTo>
                  <a:pt x="2056" y="645"/>
                </a:lnTo>
                <a:lnTo>
                  <a:pt x="2079" y="614"/>
                </a:lnTo>
                <a:lnTo>
                  <a:pt x="2079" y="590"/>
                </a:lnTo>
                <a:lnTo>
                  <a:pt x="2104" y="583"/>
                </a:lnTo>
                <a:lnTo>
                  <a:pt x="2112" y="559"/>
                </a:lnTo>
                <a:lnTo>
                  <a:pt x="2127" y="527"/>
                </a:lnTo>
                <a:lnTo>
                  <a:pt x="2135" y="496"/>
                </a:lnTo>
                <a:lnTo>
                  <a:pt x="2143" y="465"/>
                </a:lnTo>
                <a:lnTo>
                  <a:pt x="2151" y="441"/>
                </a:lnTo>
                <a:lnTo>
                  <a:pt x="2166" y="418"/>
                </a:lnTo>
                <a:lnTo>
                  <a:pt x="2174" y="370"/>
                </a:lnTo>
                <a:lnTo>
                  <a:pt x="2191" y="339"/>
                </a:lnTo>
                <a:lnTo>
                  <a:pt x="2197" y="314"/>
                </a:lnTo>
                <a:lnTo>
                  <a:pt x="2214" y="283"/>
                </a:lnTo>
                <a:lnTo>
                  <a:pt x="2230" y="260"/>
                </a:lnTo>
                <a:lnTo>
                  <a:pt x="2245" y="236"/>
                </a:lnTo>
                <a:lnTo>
                  <a:pt x="2269" y="221"/>
                </a:lnTo>
                <a:lnTo>
                  <a:pt x="2292" y="221"/>
                </a:lnTo>
                <a:lnTo>
                  <a:pt x="2323" y="229"/>
                </a:lnTo>
                <a:lnTo>
                  <a:pt x="2354" y="244"/>
                </a:lnTo>
                <a:lnTo>
                  <a:pt x="2379" y="260"/>
                </a:lnTo>
                <a:lnTo>
                  <a:pt x="2410" y="283"/>
                </a:lnTo>
                <a:lnTo>
                  <a:pt x="2427" y="308"/>
                </a:lnTo>
                <a:lnTo>
                  <a:pt x="2450" y="323"/>
                </a:lnTo>
                <a:lnTo>
                  <a:pt x="2473" y="347"/>
                </a:lnTo>
                <a:lnTo>
                  <a:pt x="2489" y="370"/>
                </a:lnTo>
                <a:lnTo>
                  <a:pt x="2520" y="393"/>
                </a:lnTo>
                <a:lnTo>
                  <a:pt x="2545" y="432"/>
                </a:lnTo>
                <a:lnTo>
                  <a:pt x="2568" y="480"/>
                </a:lnTo>
                <a:lnTo>
                  <a:pt x="2584" y="505"/>
                </a:lnTo>
                <a:lnTo>
                  <a:pt x="2599" y="536"/>
                </a:lnTo>
                <a:lnTo>
                  <a:pt x="2607" y="559"/>
                </a:lnTo>
                <a:lnTo>
                  <a:pt x="2615" y="583"/>
                </a:lnTo>
                <a:lnTo>
                  <a:pt x="2630" y="614"/>
                </a:lnTo>
                <a:lnTo>
                  <a:pt x="2646" y="645"/>
                </a:lnTo>
                <a:lnTo>
                  <a:pt x="2663" y="677"/>
                </a:lnTo>
                <a:lnTo>
                  <a:pt x="2677" y="701"/>
                </a:lnTo>
                <a:lnTo>
                  <a:pt x="2702" y="724"/>
                </a:lnTo>
                <a:lnTo>
                  <a:pt x="2709" y="747"/>
                </a:lnTo>
                <a:lnTo>
                  <a:pt x="2733" y="755"/>
                </a:lnTo>
                <a:lnTo>
                  <a:pt x="2756" y="755"/>
                </a:lnTo>
                <a:lnTo>
                  <a:pt x="2764" y="732"/>
                </a:lnTo>
                <a:lnTo>
                  <a:pt x="2781" y="708"/>
                </a:lnTo>
                <a:lnTo>
                  <a:pt x="2795" y="685"/>
                </a:lnTo>
                <a:lnTo>
                  <a:pt x="2812" y="662"/>
                </a:lnTo>
                <a:lnTo>
                  <a:pt x="2835" y="637"/>
                </a:lnTo>
                <a:lnTo>
                  <a:pt x="2859" y="637"/>
                </a:lnTo>
                <a:lnTo>
                  <a:pt x="2882" y="637"/>
                </a:lnTo>
                <a:lnTo>
                  <a:pt x="2914" y="645"/>
                </a:lnTo>
                <a:lnTo>
                  <a:pt x="2945" y="662"/>
                </a:lnTo>
                <a:lnTo>
                  <a:pt x="2969" y="693"/>
                </a:lnTo>
                <a:lnTo>
                  <a:pt x="3000" y="724"/>
                </a:lnTo>
                <a:lnTo>
                  <a:pt x="3009" y="747"/>
                </a:lnTo>
                <a:lnTo>
                  <a:pt x="3023" y="772"/>
                </a:lnTo>
                <a:lnTo>
                  <a:pt x="3048" y="786"/>
                </a:lnTo>
                <a:lnTo>
                  <a:pt x="3071" y="819"/>
                </a:lnTo>
                <a:lnTo>
                  <a:pt x="3102" y="850"/>
                </a:lnTo>
                <a:lnTo>
                  <a:pt x="3118" y="882"/>
                </a:lnTo>
                <a:lnTo>
                  <a:pt x="3141" y="898"/>
                </a:lnTo>
                <a:lnTo>
                  <a:pt x="3158" y="921"/>
                </a:lnTo>
                <a:lnTo>
                  <a:pt x="3181" y="929"/>
                </a:lnTo>
                <a:lnTo>
                  <a:pt x="3205" y="929"/>
                </a:lnTo>
                <a:lnTo>
                  <a:pt x="3228" y="929"/>
                </a:lnTo>
                <a:lnTo>
                  <a:pt x="3216" y="939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49FAA360-3FDE-E3E8-9127-EAA009413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5505450"/>
            <a:ext cx="54848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Distribution of Individuals in Generation N</a:t>
            </a:r>
          </a:p>
        </p:txBody>
      </p:sp>
      <p:sp>
        <p:nvSpPr>
          <p:cNvPr id="19467" name="Rectangle 11">
            <a:extLst>
              <a:ext uri="{FF2B5EF4-FFF2-40B4-BE49-F238E27FC236}">
                <a16:creationId xmlns:a16="http://schemas.microsoft.com/office/drawing/2014/main" id="{C25A9C35-1D27-ED51-86D8-A3A847C13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944563"/>
            <a:ext cx="311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68" name="Oval 12">
            <a:extLst>
              <a:ext uri="{FF2B5EF4-FFF2-40B4-BE49-F238E27FC236}">
                <a16:creationId xmlns:a16="http://schemas.microsoft.com/office/drawing/2014/main" id="{4C72F3F8-B6CF-12E9-2E48-66476556B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2116138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69" name="Oval 13">
            <a:extLst>
              <a:ext uri="{FF2B5EF4-FFF2-40B4-BE49-F238E27FC236}">
                <a16:creationId xmlns:a16="http://schemas.microsoft.com/office/drawing/2014/main" id="{BD00C852-4428-D3E8-6762-C8D530A70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2923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0" name="Oval 14">
            <a:extLst>
              <a:ext uri="{FF2B5EF4-FFF2-40B4-BE49-F238E27FC236}">
                <a16:creationId xmlns:a16="http://schemas.microsoft.com/office/drawing/2014/main" id="{5FBD9E5B-76FD-A388-61F2-F4214C76F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24447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1" name="Oval 15">
            <a:extLst>
              <a:ext uri="{FF2B5EF4-FFF2-40B4-BE49-F238E27FC236}">
                <a16:creationId xmlns:a16="http://schemas.microsoft.com/office/drawing/2014/main" id="{7B21E9A1-0D0A-904A-8AA6-B2A3B4B94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25209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2" name="Oval 16">
            <a:extLst>
              <a:ext uri="{FF2B5EF4-FFF2-40B4-BE49-F238E27FC236}">
                <a16:creationId xmlns:a16="http://schemas.microsoft.com/office/drawing/2014/main" id="{28A24829-B921-89E5-241A-CE49D5FC9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25971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3" name="Oval 17">
            <a:extLst>
              <a:ext uri="{FF2B5EF4-FFF2-40B4-BE49-F238E27FC236}">
                <a16:creationId xmlns:a16="http://schemas.microsoft.com/office/drawing/2014/main" id="{5358F7E0-4169-A518-A3EE-DE7B393BF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0" y="18605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4" name="Oval 18">
            <a:extLst>
              <a:ext uri="{FF2B5EF4-FFF2-40B4-BE49-F238E27FC236}">
                <a16:creationId xmlns:a16="http://schemas.microsoft.com/office/drawing/2014/main" id="{A0A42FFF-E313-7857-B74E-C8277B96E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16827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5" name="Oval 19">
            <a:extLst>
              <a:ext uri="{FF2B5EF4-FFF2-40B4-BE49-F238E27FC236}">
                <a16:creationId xmlns:a16="http://schemas.microsoft.com/office/drawing/2014/main" id="{D39A94FC-4279-5516-92A2-E1F9863F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38" y="2103438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6" name="Oval 20">
            <a:extLst>
              <a:ext uri="{FF2B5EF4-FFF2-40B4-BE49-F238E27FC236}">
                <a16:creationId xmlns:a16="http://schemas.microsoft.com/office/drawing/2014/main" id="{735BDC26-F04F-E1F9-91B2-CB9E6A729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600" y="2341563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7" name="Oval 21">
            <a:extLst>
              <a:ext uri="{FF2B5EF4-FFF2-40B4-BE49-F238E27FC236}">
                <a16:creationId xmlns:a16="http://schemas.microsoft.com/office/drawing/2014/main" id="{0D068D13-A41E-B192-C017-87218D97C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763" y="2144713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8" name="Oval 22">
            <a:extLst>
              <a:ext uri="{FF2B5EF4-FFF2-40B4-BE49-F238E27FC236}">
                <a16:creationId xmlns:a16="http://schemas.microsoft.com/office/drawing/2014/main" id="{3EF78317-CC0F-70C8-F885-6C17B26C6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950" y="26098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79" name="Oval 23">
            <a:extLst>
              <a:ext uri="{FF2B5EF4-FFF2-40B4-BE49-F238E27FC236}">
                <a16:creationId xmlns:a16="http://schemas.microsoft.com/office/drawing/2014/main" id="{225E0802-6622-3802-193C-761B321CC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24130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0" name="Oval 24">
            <a:extLst>
              <a:ext uri="{FF2B5EF4-FFF2-40B4-BE49-F238E27FC236}">
                <a16:creationId xmlns:a16="http://schemas.microsoft.com/office/drawing/2014/main" id="{CE0A9FA9-5457-60C5-C5C9-F2504347B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4852988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1" name="Oval 25">
            <a:extLst>
              <a:ext uri="{FF2B5EF4-FFF2-40B4-BE49-F238E27FC236}">
                <a16:creationId xmlns:a16="http://schemas.microsoft.com/office/drawing/2014/main" id="{D46165E5-2FDA-A12B-82BE-7E9101194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13" y="4343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2" name="Oval 26">
            <a:extLst>
              <a:ext uri="{FF2B5EF4-FFF2-40B4-BE49-F238E27FC236}">
                <a16:creationId xmlns:a16="http://schemas.microsoft.com/office/drawing/2014/main" id="{5E8EF8A6-406B-E8B9-CAAA-777761405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588" y="4170363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3" name="Oval 27">
            <a:extLst>
              <a:ext uri="{FF2B5EF4-FFF2-40B4-BE49-F238E27FC236}">
                <a16:creationId xmlns:a16="http://schemas.microsoft.com/office/drawing/2014/main" id="{5C7E24BB-0B10-9460-EF8D-2D5DE2998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42481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4" name="Oval 28">
            <a:extLst>
              <a:ext uri="{FF2B5EF4-FFF2-40B4-BE49-F238E27FC236}">
                <a16:creationId xmlns:a16="http://schemas.microsoft.com/office/drawing/2014/main" id="{7BF57866-F711-383C-D12A-A2CD45C80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440055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5" name="Oval 29">
            <a:extLst>
              <a:ext uri="{FF2B5EF4-FFF2-40B4-BE49-F238E27FC236}">
                <a16:creationId xmlns:a16="http://schemas.microsoft.com/office/drawing/2014/main" id="{A8ED28D8-53C5-5C90-AF3E-462B6BB86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25" y="4727575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6" name="Oval 30">
            <a:extLst>
              <a:ext uri="{FF2B5EF4-FFF2-40B4-BE49-F238E27FC236}">
                <a16:creationId xmlns:a16="http://schemas.microsoft.com/office/drawing/2014/main" id="{8821CFDE-B2F4-C909-5E33-3186EA76B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4119563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7" name="Oval 31">
            <a:extLst>
              <a:ext uri="{FF2B5EF4-FFF2-40B4-BE49-F238E27FC236}">
                <a16:creationId xmlns:a16="http://schemas.microsoft.com/office/drawing/2014/main" id="{5B01ED95-87D5-9859-EA0A-FD1093F31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3819525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8" name="Oval 32">
            <a:extLst>
              <a:ext uri="{FF2B5EF4-FFF2-40B4-BE49-F238E27FC236}">
                <a16:creationId xmlns:a16="http://schemas.microsoft.com/office/drawing/2014/main" id="{E80A4423-661E-8BE7-1537-90083E43F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38989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89" name="Oval 33">
            <a:extLst>
              <a:ext uri="{FF2B5EF4-FFF2-40B4-BE49-F238E27FC236}">
                <a16:creationId xmlns:a16="http://schemas.microsoft.com/office/drawing/2014/main" id="{2F1DD235-F4EF-68EA-F198-46038AFDA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3890963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90" name="Oval 34">
            <a:extLst>
              <a:ext uri="{FF2B5EF4-FFF2-40B4-BE49-F238E27FC236}">
                <a16:creationId xmlns:a16="http://schemas.microsoft.com/office/drawing/2014/main" id="{C28E42A8-F464-6FF2-2230-652B685FD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41021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9491" name="Oval 35">
            <a:extLst>
              <a:ext uri="{FF2B5EF4-FFF2-40B4-BE49-F238E27FC236}">
                <a16:creationId xmlns:a16="http://schemas.microsoft.com/office/drawing/2014/main" id="{501BBFA8-8740-C3D6-9D08-EC7C0FA57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3" y="4783138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2DCC-72CF-4D60-8F57-4A91F3B2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عنصر نائب لرقم الشريحة 5">
            <a:extLst>
              <a:ext uri="{FF2B5EF4-FFF2-40B4-BE49-F238E27FC236}">
                <a16:creationId xmlns:a16="http://schemas.microsoft.com/office/drawing/2014/main" id="{57737991-DB62-600C-FA44-17D9E589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109</a:t>
            </a:fld>
            <a:endParaRPr lang="en-GB" altLang="en-US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B8574E0A-D05F-E7F2-D60C-F6E5EF873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19812" name="Line 3">
            <a:extLst>
              <a:ext uri="{FF2B5EF4-FFF2-40B4-BE49-F238E27FC236}">
                <a16:creationId xmlns:a16="http://schemas.microsoft.com/office/drawing/2014/main" id="{1F55B6D6-CC26-1B96-469B-04CF613E51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3" name="Line 4">
            <a:extLst>
              <a:ext uri="{FF2B5EF4-FFF2-40B4-BE49-F238E27FC236}">
                <a16:creationId xmlns:a16="http://schemas.microsoft.com/office/drawing/2014/main" id="{DA461A5F-DF8E-1D26-62AF-A669C549E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4" name="Freeform 5">
            <a:extLst>
              <a:ext uri="{FF2B5EF4-FFF2-40B4-BE49-F238E27FC236}">
                <a16:creationId xmlns:a16="http://schemas.microsoft.com/office/drawing/2014/main" id="{2D03203B-B30F-0492-C424-1CDBFA4FB4C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5" name="Oval 6">
            <a:extLst>
              <a:ext uri="{FF2B5EF4-FFF2-40B4-BE49-F238E27FC236}">
                <a16:creationId xmlns:a16="http://schemas.microsoft.com/office/drawing/2014/main" id="{FF14A081-D878-0B77-4AAF-020FA9AA1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9816" name="Oval 7">
            <a:extLst>
              <a:ext uri="{FF2B5EF4-FFF2-40B4-BE49-F238E27FC236}">
                <a16:creationId xmlns:a16="http://schemas.microsoft.com/office/drawing/2014/main" id="{7C6B23FB-4EA4-D214-3966-2B212EA74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9817" name="Oval 8">
            <a:extLst>
              <a:ext uri="{FF2B5EF4-FFF2-40B4-BE49-F238E27FC236}">
                <a16:creationId xmlns:a16="http://schemas.microsoft.com/office/drawing/2014/main" id="{AFE5F82F-C238-BABF-20C2-FC24279EC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819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9818" name="Oval 9">
            <a:extLst>
              <a:ext uri="{FF2B5EF4-FFF2-40B4-BE49-F238E27FC236}">
                <a16:creationId xmlns:a16="http://schemas.microsoft.com/office/drawing/2014/main" id="{60CD1C75-E3AA-5001-2D92-2B9219F67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19819" name="Text Box 10">
            <a:extLst>
              <a:ext uri="{FF2B5EF4-FFF2-40B4-BE49-F238E27FC236}">
                <a16:creationId xmlns:a16="http://schemas.microsoft.com/office/drawing/2014/main" id="{D234990C-45F9-E906-B6C4-714AA6289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Cost</a:t>
            </a:r>
            <a:endParaRPr lang="en-GB" altLang="en-US"/>
          </a:p>
        </p:txBody>
      </p:sp>
      <p:sp>
        <p:nvSpPr>
          <p:cNvPr id="119820" name="Text Box 11">
            <a:extLst>
              <a:ext uri="{FF2B5EF4-FFF2-40B4-BE49-F238E27FC236}">
                <a16:creationId xmlns:a16="http://schemas.microsoft.com/office/drawing/2014/main" id="{17EF35B9-7A28-5D1B-029F-854C730E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States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303898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17EE-8D1C-10C3-8AD0-73B43F75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عنصر نائب لرقم الشريحة 5">
            <a:extLst>
              <a:ext uri="{FF2B5EF4-FFF2-40B4-BE49-F238E27FC236}">
                <a16:creationId xmlns:a16="http://schemas.microsoft.com/office/drawing/2014/main" id="{F2C20F72-BEA4-D6DB-FA73-C45CD6AD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110</a:t>
            </a:fld>
            <a:endParaRPr lang="en-GB" altLang="en-US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D6D17F98-0EC6-2365-6382-93BE1A899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0836" name="Line 3">
            <a:extLst>
              <a:ext uri="{FF2B5EF4-FFF2-40B4-BE49-F238E27FC236}">
                <a16:creationId xmlns:a16="http://schemas.microsoft.com/office/drawing/2014/main" id="{8A0D11C2-5C9A-1DC6-0D5A-E69E0630A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7" name="Line 4">
            <a:extLst>
              <a:ext uri="{FF2B5EF4-FFF2-40B4-BE49-F238E27FC236}">
                <a16:creationId xmlns:a16="http://schemas.microsoft.com/office/drawing/2014/main" id="{544A8E81-CBBD-39EB-B954-F2654DE8C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8" name="Freeform 5">
            <a:extLst>
              <a:ext uri="{FF2B5EF4-FFF2-40B4-BE49-F238E27FC236}">
                <a16:creationId xmlns:a16="http://schemas.microsoft.com/office/drawing/2014/main" id="{A94108E0-05FF-5DF6-9039-6AB6D5A1239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9" name="Oval 6">
            <a:extLst>
              <a:ext uri="{FF2B5EF4-FFF2-40B4-BE49-F238E27FC236}">
                <a16:creationId xmlns:a16="http://schemas.microsoft.com/office/drawing/2014/main" id="{CC752D99-16B3-E41E-A340-FB7570C9D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0" name="Oval 7">
            <a:extLst>
              <a:ext uri="{FF2B5EF4-FFF2-40B4-BE49-F238E27FC236}">
                <a16:creationId xmlns:a16="http://schemas.microsoft.com/office/drawing/2014/main" id="{154FC516-54D3-4C4B-A42C-66546FBA7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1" name="Oval 8">
            <a:extLst>
              <a:ext uri="{FF2B5EF4-FFF2-40B4-BE49-F238E27FC236}">
                <a16:creationId xmlns:a16="http://schemas.microsoft.com/office/drawing/2014/main" id="{18EE9EB4-40A3-416B-4ED2-0FF1786FD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819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2" name="Oval 9">
            <a:extLst>
              <a:ext uri="{FF2B5EF4-FFF2-40B4-BE49-F238E27FC236}">
                <a16:creationId xmlns:a16="http://schemas.microsoft.com/office/drawing/2014/main" id="{931E0D20-6C3D-72A2-1E6E-483EEECCF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3" name="Oval 10">
            <a:extLst>
              <a:ext uri="{FF2B5EF4-FFF2-40B4-BE49-F238E27FC236}">
                <a16:creationId xmlns:a16="http://schemas.microsoft.com/office/drawing/2014/main" id="{AEDBE0FF-0D26-30E2-42C9-685C37385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505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4" name="Oval 11">
            <a:extLst>
              <a:ext uri="{FF2B5EF4-FFF2-40B4-BE49-F238E27FC236}">
                <a16:creationId xmlns:a16="http://schemas.microsoft.com/office/drawing/2014/main" id="{E0DCA254-70ED-5671-FCB4-AC3C45BE1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5" name="Oval 12">
            <a:extLst>
              <a:ext uri="{FF2B5EF4-FFF2-40B4-BE49-F238E27FC236}">
                <a16:creationId xmlns:a16="http://schemas.microsoft.com/office/drawing/2014/main" id="{C6E8BD38-35B2-1CD0-C1EF-585CC57A8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0846" name="Line 13">
            <a:extLst>
              <a:ext uri="{FF2B5EF4-FFF2-40B4-BE49-F238E27FC236}">
                <a16:creationId xmlns:a16="http://schemas.microsoft.com/office/drawing/2014/main" id="{3FE475DC-E2E7-A4B4-D08F-2C97F4112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1242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7" name="Line 14">
            <a:extLst>
              <a:ext uri="{FF2B5EF4-FFF2-40B4-BE49-F238E27FC236}">
                <a16:creationId xmlns:a16="http://schemas.microsoft.com/office/drawing/2014/main" id="{F02ED099-9450-8A58-24DE-A70103A91E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800" y="2438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8" name="Text Box 15">
            <a:extLst>
              <a:ext uri="{FF2B5EF4-FFF2-40B4-BE49-F238E27FC236}">
                <a16:creationId xmlns:a16="http://schemas.microsoft.com/office/drawing/2014/main" id="{BBAC3E1C-A8E7-E625-38FF-CABA77D5B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316163"/>
            <a:ext cx="990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 b="1"/>
              <a:t>Mutation</a:t>
            </a:r>
            <a:endParaRPr lang="en-GB" altLang="en-US" sz="1200" b="1"/>
          </a:p>
        </p:txBody>
      </p:sp>
      <p:sp>
        <p:nvSpPr>
          <p:cNvPr id="120849" name="Text Box 16">
            <a:extLst>
              <a:ext uri="{FF2B5EF4-FFF2-40B4-BE49-F238E27FC236}">
                <a16:creationId xmlns:a16="http://schemas.microsoft.com/office/drawing/2014/main" id="{BA85662B-49EE-818A-8DC4-73FC6F004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971800"/>
            <a:ext cx="1143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 b="1"/>
              <a:t>Cross-Over</a:t>
            </a:r>
            <a:endParaRPr lang="en-GB" altLang="en-US" sz="1200" b="1"/>
          </a:p>
        </p:txBody>
      </p:sp>
    </p:spTree>
    <p:extLst>
      <p:ext uri="{BB962C8B-B14F-4D97-AF65-F5344CB8AC3E}">
        <p14:creationId xmlns:p14="http://schemas.microsoft.com/office/powerpoint/2010/main" val="26183733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A863-1CD8-C22A-9A8D-190ABD48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عنصر نائب لرقم الشريحة 5">
            <a:extLst>
              <a:ext uri="{FF2B5EF4-FFF2-40B4-BE49-F238E27FC236}">
                <a16:creationId xmlns:a16="http://schemas.microsoft.com/office/drawing/2014/main" id="{8603BB3E-EB9E-CB01-DFDD-9D607015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111</a:t>
            </a:fld>
            <a:endParaRPr lang="en-GB" altLang="en-US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8A9EEEE-6116-D53D-C9D7-575FBB165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1860" name="Line 3">
            <a:extLst>
              <a:ext uri="{FF2B5EF4-FFF2-40B4-BE49-F238E27FC236}">
                <a16:creationId xmlns:a16="http://schemas.microsoft.com/office/drawing/2014/main" id="{F0B458E9-733E-A74D-190D-CE8E34B89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1" name="Line 4">
            <a:extLst>
              <a:ext uri="{FF2B5EF4-FFF2-40B4-BE49-F238E27FC236}">
                <a16:creationId xmlns:a16="http://schemas.microsoft.com/office/drawing/2014/main" id="{D05AA4AB-DC29-253D-07F6-A99BE49DC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2" name="Freeform 5">
            <a:extLst>
              <a:ext uri="{FF2B5EF4-FFF2-40B4-BE49-F238E27FC236}">
                <a16:creationId xmlns:a16="http://schemas.microsoft.com/office/drawing/2014/main" id="{68F8305B-56FA-88B6-A581-C65BAB2C022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3" name="Oval 6">
            <a:extLst>
              <a:ext uri="{FF2B5EF4-FFF2-40B4-BE49-F238E27FC236}">
                <a16:creationId xmlns:a16="http://schemas.microsoft.com/office/drawing/2014/main" id="{847B4EBC-02B4-1F3F-CB5A-DAEBABA0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1864" name="Oval 7">
            <a:extLst>
              <a:ext uri="{FF2B5EF4-FFF2-40B4-BE49-F238E27FC236}">
                <a16:creationId xmlns:a16="http://schemas.microsoft.com/office/drawing/2014/main" id="{8D5DD30B-E4E2-7F6A-7B12-F2895DAE7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81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1865" name="Oval 8">
            <a:extLst>
              <a:ext uri="{FF2B5EF4-FFF2-40B4-BE49-F238E27FC236}">
                <a16:creationId xmlns:a16="http://schemas.microsoft.com/office/drawing/2014/main" id="{9DE41883-A682-AE40-91AD-31B66621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819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1866" name="Oval 9">
            <a:extLst>
              <a:ext uri="{FF2B5EF4-FFF2-40B4-BE49-F238E27FC236}">
                <a16:creationId xmlns:a16="http://schemas.microsoft.com/office/drawing/2014/main" id="{DB2995D1-5EC0-D97A-BC45-E1F3F5BCD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1867" name="Oval 10">
            <a:extLst>
              <a:ext uri="{FF2B5EF4-FFF2-40B4-BE49-F238E27FC236}">
                <a16:creationId xmlns:a16="http://schemas.microsoft.com/office/drawing/2014/main" id="{B17B13D0-337A-7B04-04E6-5BE45890B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505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1868" name="Oval 11">
            <a:extLst>
              <a:ext uri="{FF2B5EF4-FFF2-40B4-BE49-F238E27FC236}">
                <a16:creationId xmlns:a16="http://schemas.microsoft.com/office/drawing/2014/main" id="{CF056B13-B87D-1A53-3078-3E1A1105B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1869" name="Oval 12">
            <a:extLst>
              <a:ext uri="{FF2B5EF4-FFF2-40B4-BE49-F238E27FC236}">
                <a16:creationId xmlns:a16="http://schemas.microsoft.com/office/drawing/2014/main" id="{87617EB1-98F9-337B-1935-53BB9C9D0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25939508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0CC1-3F9C-2A01-512E-2B158356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عنصر نائب لرقم الشريحة 5">
            <a:extLst>
              <a:ext uri="{FF2B5EF4-FFF2-40B4-BE49-F238E27FC236}">
                <a16:creationId xmlns:a16="http://schemas.microsoft.com/office/drawing/2014/main" id="{F7CA1C4E-128A-8F9A-BC83-DD1AF7C7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112</a:t>
            </a:fld>
            <a:endParaRPr lang="en-GB" altLang="en-US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1B7DD9D-53C3-215F-3C2F-F5200D0F5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2884" name="Line 3">
            <a:extLst>
              <a:ext uri="{FF2B5EF4-FFF2-40B4-BE49-F238E27FC236}">
                <a16:creationId xmlns:a16="http://schemas.microsoft.com/office/drawing/2014/main" id="{148007A5-4C1A-8565-6403-74074BE13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5" name="Line 4">
            <a:extLst>
              <a:ext uri="{FF2B5EF4-FFF2-40B4-BE49-F238E27FC236}">
                <a16:creationId xmlns:a16="http://schemas.microsoft.com/office/drawing/2014/main" id="{5B3ABD68-212A-5485-137A-93FCFDD5F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6" name="Freeform 5">
            <a:extLst>
              <a:ext uri="{FF2B5EF4-FFF2-40B4-BE49-F238E27FC236}">
                <a16:creationId xmlns:a16="http://schemas.microsoft.com/office/drawing/2014/main" id="{03D77076-5739-C2C8-3D1C-F77651E3903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7" name="Oval 7">
            <a:extLst>
              <a:ext uri="{FF2B5EF4-FFF2-40B4-BE49-F238E27FC236}">
                <a16:creationId xmlns:a16="http://schemas.microsoft.com/office/drawing/2014/main" id="{A70449D8-4AB5-7814-75EA-43D51D48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888" name="Oval 9">
            <a:extLst>
              <a:ext uri="{FF2B5EF4-FFF2-40B4-BE49-F238E27FC236}">
                <a16:creationId xmlns:a16="http://schemas.microsoft.com/office/drawing/2014/main" id="{BDFD0F8C-AC36-2BEA-58F5-1272ECAED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889" name="Oval 11">
            <a:extLst>
              <a:ext uri="{FF2B5EF4-FFF2-40B4-BE49-F238E27FC236}">
                <a16:creationId xmlns:a16="http://schemas.microsoft.com/office/drawing/2014/main" id="{AF66B7DE-95FC-FA99-99DD-1B54C4DA9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2890" name="Oval 12">
            <a:extLst>
              <a:ext uri="{FF2B5EF4-FFF2-40B4-BE49-F238E27FC236}">
                <a16:creationId xmlns:a16="http://schemas.microsoft.com/office/drawing/2014/main" id="{64FB4F31-4754-5D8C-A9AA-36378E091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74056370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84A4-AF98-DE52-86F4-9FAC0A1D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عنصر نائب لرقم الشريحة 5">
            <a:extLst>
              <a:ext uri="{FF2B5EF4-FFF2-40B4-BE49-F238E27FC236}">
                <a16:creationId xmlns:a16="http://schemas.microsoft.com/office/drawing/2014/main" id="{3292F46D-67C6-C251-80CB-E597B849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113</a:t>
            </a:fld>
            <a:endParaRPr lang="en-GB" altLang="en-US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9570828E-6132-AD44-1A75-FD45658EF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3908" name="Line 3">
            <a:extLst>
              <a:ext uri="{FF2B5EF4-FFF2-40B4-BE49-F238E27FC236}">
                <a16:creationId xmlns:a16="http://schemas.microsoft.com/office/drawing/2014/main" id="{204D844F-0C25-A4DB-2028-EF8A1B18C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09" name="Line 4">
            <a:extLst>
              <a:ext uri="{FF2B5EF4-FFF2-40B4-BE49-F238E27FC236}">
                <a16:creationId xmlns:a16="http://schemas.microsoft.com/office/drawing/2014/main" id="{FB6C7169-F756-A62A-C60A-1ADD83BDC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Freeform 5">
            <a:extLst>
              <a:ext uri="{FF2B5EF4-FFF2-40B4-BE49-F238E27FC236}">
                <a16:creationId xmlns:a16="http://schemas.microsoft.com/office/drawing/2014/main" id="{A69820F7-0FC0-8B5B-72D2-873C53A980B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1" name="Oval 6">
            <a:extLst>
              <a:ext uri="{FF2B5EF4-FFF2-40B4-BE49-F238E27FC236}">
                <a16:creationId xmlns:a16="http://schemas.microsoft.com/office/drawing/2014/main" id="{25238802-DC52-D18E-7B7C-5E5CF7B7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2" name="Oval 7">
            <a:extLst>
              <a:ext uri="{FF2B5EF4-FFF2-40B4-BE49-F238E27FC236}">
                <a16:creationId xmlns:a16="http://schemas.microsoft.com/office/drawing/2014/main" id="{4BFC2033-2CF2-2972-5719-5A359FD15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3" name="Oval 8">
            <a:extLst>
              <a:ext uri="{FF2B5EF4-FFF2-40B4-BE49-F238E27FC236}">
                <a16:creationId xmlns:a16="http://schemas.microsoft.com/office/drawing/2014/main" id="{EA0B70CB-997D-70BA-3F10-5F40AF8C8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4" name="Oval 9">
            <a:extLst>
              <a:ext uri="{FF2B5EF4-FFF2-40B4-BE49-F238E27FC236}">
                <a16:creationId xmlns:a16="http://schemas.microsoft.com/office/drawing/2014/main" id="{B81762F2-0DAA-4CD1-7A64-FE2BCA1B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5" name="Line 10">
            <a:extLst>
              <a:ext uri="{FF2B5EF4-FFF2-40B4-BE49-F238E27FC236}">
                <a16:creationId xmlns:a16="http://schemas.microsoft.com/office/drawing/2014/main" id="{634800AE-ADBE-0365-736D-5CF8AB04BA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3581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6" name="Oval 11">
            <a:extLst>
              <a:ext uri="{FF2B5EF4-FFF2-40B4-BE49-F238E27FC236}">
                <a16:creationId xmlns:a16="http://schemas.microsoft.com/office/drawing/2014/main" id="{E20C6BAF-31AE-FDF7-BF8D-480BE32B3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7" name="Oval 12">
            <a:extLst>
              <a:ext uri="{FF2B5EF4-FFF2-40B4-BE49-F238E27FC236}">
                <a16:creationId xmlns:a16="http://schemas.microsoft.com/office/drawing/2014/main" id="{C9C26C6E-4382-9EB7-8C32-3619FF511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8" name="Oval 13">
            <a:extLst>
              <a:ext uri="{FF2B5EF4-FFF2-40B4-BE49-F238E27FC236}">
                <a16:creationId xmlns:a16="http://schemas.microsoft.com/office/drawing/2014/main" id="{EA1278FE-648D-7048-300B-26DD145E4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19" name="Oval 14">
            <a:extLst>
              <a:ext uri="{FF2B5EF4-FFF2-40B4-BE49-F238E27FC236}">
                <a16:creationId xmlns:a16="http://schemas.microsoft.com/office/drawing/2014/main" id="{84FA58CC-DF0C-9689-F462-7304AF97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95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3920" name="Line 15">
            <a:extLst>
              <a:ext uri="{FF2B5EF4-FFF2-40B4-BE49-F238E27FC236}">
                <a16:creationId xmlns:a16="http://schemas.microsoft.com/office/drawing/2014/main" id="{33AA251F-D4C5-A036-6DFF-F0403D66B9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2971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1" name="Line 16">
            <a:extLst>
              <a:ext uri="{FF2B5EF4-FFF2-40B4-BE49-F238E27FC236}">
                <a16:creationId xmlns:a16="http://schemas.microsoft.com/office/drawing/2014/main" id="{64BCCA27-70FE-C777-2874-B819087476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667000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6286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CF35-DAF7-C6EC-E33A-BB76DC9A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عنصر نائب لرقم الشريحة 5">
            <a:extLst>
              <a:ext uri="{FF2B5EF4-FFF2-40B4-BE49-F238E27FC236}">
                <a16:creationId xmlns:a16="http://schemas.microsoft.com/office/drawing/2014/main" id="{012A183D-23D7-5E0A-3278-6FB1168E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114</a:t>
            </a:fld>
            <a:endParaRPr lang="en-GB" altLang="en-US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DF05870B-4B6D-3200-396D-E4AF594FB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4932" name="Line 3">
            <a:extLst>
              <a:ext uri="{FF2B5EF4-FFF2-40B4-BE49-F238E27FC236}">
                <a16:creationId xmlns:a16="http://schemas.microsoft.com/office/drawing/2014/main" id="{55A32196-59CC-91CE-F156-081C60003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3" name="Line 4">
            <a:extLst>
              <a:ext uri="{FF2B5EF4-FFF2-40B4-BE49-F238E27FC236}">
                <a16:creationId xmlns:a16="http://schemas.microsoft.com/office/drawing/2014/main" id="{7F075745-F6F5-E6FE-9024-D463E1D03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4" name="Freeform 5">
            <a:extLst>
              <a:ext uri="{FF2B5EF4-FFF2-40B4-BE49-F238E27FC236}">
                <a16:creationId xmlns:a16="http://schemas.microsoft.com/office/drawing/2014/main" id="{D1A211FE-2312-D2B3-41AA-782D119B57E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5" name="Oval 6">
            <a:extLst>
              <a:ext uri="{FF2B5EF4-FFF2-40B4-BE49-F238E27FC236}">
                <a16:creationId xmlns:a16="http://schemas.microsoft.com/office/drawing/2014/main" id="{D2C9731F-53A9-3CFF-B893-2DAEB3B8D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36" name="Oval 7">
            <a:extLst>
              <a:ext uri="{FF2B5EF4-FFF2-40B4-BE49-F238E27FC236}">
                <a16:creationId xmlns:a16="http://schemas.microsoft.com/office/drawing/2014/main" id="{D9882A42-C829-AD36-9E41-731C4A18C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37" name="Oval 8">
            <a:extLst>
              <a:ext uri="{FF2B5EF4-FFF2-40B4-BE49-F238E27FC236}">
                <a16:creationId xmlns:a16="http://schemas.microsoft.com/office/drawing/2014/main" id="{3A302786-077C-5178-ADCF-F1544E24A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38" name="Oval 9">
            <a:extLst>
              <a:ext uri="{FF2B5EF4-FFF2-40B4-BE49-F238E27FC236}">
                <a16:creationId xmlns:a16="http://schemas.microsoft.com/office/drawing/2014/main" id="{761A967A-9390-AF83-4280-CAB0B592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39" name="Oval 11">
            <a:extLst>
              <a:ext uri="{FF2B5EF4-FFF2-40B4-BE49-F238E27FC236}">
                <a16:creationId xmlns:a16="http://schemas.microsoft.com/office/drawing/2014/main" id="{1DA4873B-00C8-4E30-52D7-9B2DA9C90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40" name="Oval 12">
            <a:extLst>
              <a:ext uri="{FF2B5EF4-FFF2-40B4-BE49-F238E27FC236}">
                <a16:creationId xmlns:a16="http://schemas.microsoft.com/office/drawing/2014/main" id="{D2973FA6-5F63-E7E5-4D8C-4CECBA42C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41" name="Oval 13">
            <a:extLst>
              <a:ext uri="{FF2B5EF4-FFF2-40B4-BE49-F238E27FC236}">
                <a16:creationId xmlns:a16="http://schemas.microsoft.com/office/drawing/2014/main" id="{9124E1D5-1788-BA52-39AA-CFB935DB3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4942" name="Oval 14">
            <a:extLst>
              <a:ext uri="{FF2B5EF4-FFF2-40B4-BE49-F238E27FC236}">
                <a16:creationId xmlns:a16="http://schemas.microsoft.com/office/drawing/2014/main" id="{04393B6B-308D-3C6B-0AE5-0721233B0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95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26146075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71E0-2F91-EF3C-4A1B-98BFA95B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عنصر نائب لرقم الشريحة 5">
            <a:extLst>
              <a:ext uri="{FF2B5EF4-FFF2-40B4-BE49-F238E27FC236}">
                <a16:creationId xmlns:a16="http://schemas.microsoft.com/office/drawing/2014/main" id="{D3B01897-5891-B799-5DE6-57221728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115</a:t>
            </a:fld>
            <a:endParaRPr lang="en-GB" altLang="en-US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04E29659-C12B-CFA2-F83D-353F6D595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5956" name="Line 3">
            <a:extLst>
              <a:ext uri="{FF2B5EF4-FFF2-40B4-BE49-F238E27FC236}">
                <a16:creationId xmlns:a16="http://schemas.microsoft.com/office/drawing/2014/main" id="{A13770EE-4CB2-1AA8-F404-8E58AF42B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7" name="Line 4">
            <a:extLst>
              <a:ext uri="{FF2B5EF4-FFF2-40B4-BE49-F238E27FC236}">
                <a16:creationId xmlns:a16="http://schemas.microsoft.com/office/drawing/2014/main" id="{1596F060-5C9C-DB57-B76B-2B0021021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8" name="Freeform 5">
            <a:extLst>
              <a:ext uri="{FF2B5EF4-FFF2-40B4-BE49-F238E27FC236}">
                <a16:creationId xmlns:a16="http://schemas.microsoft.com/office/drawing/2014/main" id="{B54F6A7B-F384-CC7B-80F2-F39ACD681D3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9" name="Oval 8">
            <a:extLst>
              <a:ext uri="{FF2B5EF4-FFF2-40B4-BE49-F238E27FC236}">
                <a16:creationId xmlns:a16="http://schemas.microsoft.com/office/drawing/2014/main" id="{3FC1E350-A9E2-2BB7-E348-88199CD43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5960" name="Oval 11">
            <a:extLst>
              <a:ext uri="{FF2B5EF4-FFF2-40B4-BE49-F238E27FC236}">
                <a16:creationId xmlns:a16="http://schemas.microsoft.com/office/drawing/2014/main" id="{9BD63F6A-23CF-F87E-7443-932CE457D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5961" name="Oval 12">
            <a:extLst>
              <a:ext uri="{FF2B5EF4-FFF2-40B4-BE49-F238E27FC236}">
                <a16:creationId xmlns:a16="http://schemas.microsoft.com/office/drawing/2014/main" id="{DD8A0A75-BC52-0658-949A-B12D099C8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5962" name="Oval 13">
            <a:extLst>
              <a:ext uri="{FF2B5EF4-FFF2-40B4-BE49-F238E27FC236}">
                <a16:creationId xmlns:a16="http://schemas.microsoft.com/office/drawing/2014/main" id="{2EAE9441-508A-70CF-EA95-1B7EFD883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45460163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DABF-D832-C880-36ED-6BF047359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عنصر نائب لرقم الشريحة 5">
            <a:extLst>
              <a:ext uri="{FF2B5EF4-FFF2-40B4-BE49-F238E27FC236}">
                <a16:creationId xmlns:a16="http://schemas.microsoft.com/office/drawing/2014/main" id="{BA5B7311-C7F4-5C34-D390-BA6A08A2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116</a:t>
            </a:fld>
            <a:endParaRPr lang="en-GB" altLang="en-US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55A6F379-6722-D36A-2508-FF00C78BF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6980" name="Line 3">
            <a:extLst>
              <a:ext uri="{FF2B5EF4-FFF2-40B4-BE49-F238E27FC236}">
                <a16:creationId xmlns:a16="http://schemas.microsoft.com/office/drawing/2014/main" id="{D5D25F72-8A0A-8EB9-0C9F-5E344A598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1" name="Line 4">
            <a:extLst>
              <a:ext uri="{FF2B5EF4-FFF2-40B4-BE49-F238E27FC236}">
                <a16:creationId xmlns:a16="http://schemas.microsoft.com/office/drawing/2014/main" id="{46B7039B-8BFD-72F8-00ED-966FA8C70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2" name="Freeform 5">
            <a:extLst>
              <a:ext uri="{FF2B5EF4-FFF2-40B4-BE49-F238E27FC236}">
                <a16:creationId xmlns:a16="http://schemas.microsoft.com/office/drawing/2014/main" id="{52F0E172-0911-E13B-66C4-A228F85306B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3" name="Oval 6">
            <a:extLst>
              <a:ext uri="{FF2B5EF4-FFF2-40B4-BE49-F238E27FC236}">
                <a16:creationId xmlns:a16="http://schemas.microsoft.com/office/drawing/2014/main" id="{0DD796B7-9E73-915F-B789-401D49F3C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6984" name="Oval 7">
            <a:extLst>
              <a:ext uri="{FF2B5EF4-FFF2-40B4-BE49-F238E27FC236}">
                <a16:creationId xmlns:a16="http://schemas.microsoft.com/office/drawing/2014/main" id="{E58A34C5-D874-6966-B4EE-8374D5859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6985" name="Oval 8">
            <a:extLst>
              <a:ext uri="{FF2B5EF4-FFF2-40B4-BE49-F238E27FC236}">
                <a16:creationId xmlns:a16="http://schemas.microsoft.com/office/drawing/2014/main" id="{25B840EA-1D88-56B3-A422-06A13F775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6986" name="Oval 9">
            <a:extLst>
              <a:ext uri="{FF2B5EF4-FFF2-40B4-BE49-F238E27FC236}">
                <a16:creationId xmlns:a16="http://schemas.microsoft.com/office/drawing/2014/main" id="{EF0DC2FB-0063-89AE-8EA2-14F5B34FF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72917741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97FE9-F1F9-A9AF-347A-D1597B13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عنصر نائب لرقم الشريحة 5">
            <a:extLst>
              <a:ext uri="{FF2B5EF4-FFF2-40B4-BE49-F238E27FC236}">
                <a16:creationId xmlns:a16="http://schemas.microsoft.com/office/drawing/2014/main" id="{0D692A7D-BDA6-9096-91B2-5341DC67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117</a:t>
            </a:fld>
            <a:endParaRPr lang="en-GB" altLang="en-US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53B7CFCD-5692-70BC-2B07-B0ACDBAFD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8004" name="Line 3">
            <a:extLst>
              <a:ext uri="{FF2B5EF4-FFF2-40B4-BE49-F238E27FC236}">
                <a16:creationId xmlns:a16="http://schemas.microsoft.com/office/drawing/2014/main" id="{8EDA71EA-2F05-EED2-D6F0-3F446C553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4">
            <a:extLst>
              <a:ext uri="{FF2B5EF4-FFF2-40B4-BE49-F238E27FC236}">
                <a16:creationId xmlns:a16="http://schemas.microsoft.com/office/drawing/2014/main" id="{82A2D547-E25A-A479-63BF-7FB0CA9AF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6" name="Freeform 5">
            <a:extLst>
              <a:ext uri="{FF2B5EF4-FFF2-40B4-BE49-F238E27FC236}">
                <a16:creationId xmlns:a16="http://schemas.microsoft.com/office/drawing/2014/main" id="{C6D708C6-2AFA-5E49-395B-BC76F4056F9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7" name="Oval 6">
            <a:extLst>
              <a:ext uri="{FF2B5EF4-FFF2-40B4-BE49-F238E27FC236}">
                <a16:creationId xmlns:a16="http://schemas.microsoft.com/office/drawing/2014/main" id="{CDCFF49D-DC68-0362-62B3-4152C7784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08" name="Oval 7">
            <a:extLst>
              <a:ext uri="{FF2B5EF4-FFF2-40B4-BE49-F238E27FC236}">
                <a16:creationId xmlns:a16="http://schemas.microsoft.com/office/drawing/2014/main" id="{EB9BB431-6564-1E13-61E8-658B2112D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09" name="Oval 8">
            <a:extLst>
              <a:ext uri="{FF2B5EF4-FFF2-40B4-BE49-F238E27FC236}">
                <a16:creationId xmlns:a16="http://schemas.microsoft.com/office/drawing/2014/main" id="{64C2A5E9-3724-0A6F-41A9-867745B9E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10" name="Oval 9">
            <a:extLst>
              <a:ext uri="{FF2B5EF4-FFF2-40B4-BE49-F238E27FC236}">
                <a16:creationId xmlns:a16="http://schemas.microsoft.com/office/drawing/2014/main" id="{D9A29645-5260-2EDD-E14B-684C91942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11" name="Line 10">
            <a:extLst>
              <a:ext uri="{FF2B5EF4-FFF2-40B4-BE49-F238E27FC236}">
                <a16:creationId xmlns:a16="http://schemas.microsoft.com/office/drawing/2014/main" id="{23B1FACD-43B6-BAC6-5489-3CE5BC0AF3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36576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2" name="Oval 11">
            <a:extLst>
              <a:ext uri="{FF2B5EF4-FFF2-40B4-BE49-F238E27FC236}">
                <a16:creationId xmlns:a16="http://schemas.microsoft.com/office/drawing/2014/main" id="{46B30D5E-7A95-1D8B-3D83-5AD57323A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13" name="Oval 12">
            <a:extLst>
              <a:ext uri="{FF2B5EF4-FFF2-40B4-BE49-F238E27FC236}">
                <a16:creationId xmlns:a16="http://schemas.microsoft.com/office/drawing/2014/main" id="{5E268DF5-041B-BC91-693C-539125AA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14" name="Oval 13">
            <a:extLst>
              <a:ext uri="{FF2B5EF4-FFF2-40B4-BE49-F238E27FC236}">
                <a16:creationId xmlns:a16="http://schemas.microsoft.com/office/drawing/2014/main" id="{55EDF560-FA90-BEF4-FB19-6A4040179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15" name="Line 14">
            <a:extLst>
              <a:ext uri="{FF2B5EF4-FFF2-40B4-BE49-F238E27FC236}">
                <a16:creationId xmlns:a16="http://schemas.microsoft.com/office/drawing/2014/main" id="{92C50054-1A0D-4685-FE42-511B733749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191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6" name="Line 15">
            <a:extLst>
              <a:ext uri="{FF2B5EF4-FFF2-40B4-BE49-F238E27FC236}">
                <a16:creationId xmlns:a16="http://schemas.microsoft.com/office/drawing/2014/main" id="{24778A54-24ED-56FA-2921-95AF62940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657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7" name="Oval 16">
            <a:extLst>
              <a:ext uri="{FF2B5EF4-FFF2-40B4-BE49-F238E27FC236}">
                <a16:creationId xmlns:a16="http://schemas.microsoft.com/office/drawing/2014/main" id="{E7FCC6EC-CDB3-56E6-EDEA-9365E5FED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8018" name="Oval 17">
            <a:extLst>
              <a:ext uri="{FF2B5EF4-FFF2-40B4-BE49-F238E27FC236}">
                <a16:creationId xmlns:a16="http://schemas.microsoft.com/office/drawing/2014/main" id="{5C0D47CF-DF29-BD39-000D-0843E4D5B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505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5714972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F041-92D9-3624-8D89-DDEE04C1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عنصر نائب لرقم الشريحة 5">
            <a:extLst>
              <a:ext uri="{FF2B5EF4-FFF2-40B4-BE49-F238E27FC236}">
                <a16:creationId xmlns:a16="http://schemas.microsoft.com/office/drawing/2014/main" id="{605E603E-B73F-01AA-E7FF-F1A1F01E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118</a:t>
            </a:fld>
            <a:endParaRPr lang="en-GB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0D59A5C-CEEF-F0F6-2868-1EE32220B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29028" name="Line 3">
            <a:extLst>
              <a:ext uri="{FF2B5EF4-FFF2-40B4-BE49-F238E27FC236}">
                <a16:creationId xmlns:a16="http://schemas.microsoft.com/office/drawing/2014/main" id="{2D65C7D0-AB08-4D51-3499-F288D2752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29" name="Line 4">
            <a:extLst>
              <a:ext uri="{FF2B5EF4-FFF2-40B4-BE49-F238E27FC236}">
                <a16:creationId xmlns:a16="http://schemas.microsoft.com/office/drawing/2014/main" id="{6822675B-F243-005D-6880-6D1242AE8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0" name="Freeform 5">
            <a:extLst>
              <a:ext uri="{FF2B5EF4-FFF2-40B4-BE49-F238E27FC236}">
                <a16:creationId xmlns:a16="http://schemas.microsoft.com/office/drawing/2014/main" id="{38E373F5-B14C-A57F-A3C0-4F0124FF52E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1" name="Oval 6">
            <a:extLst>
              <a:ext uri="{FF2B5EF4-FFF2-40B4-BE49-F238E27FC236}">
                <a16:creationId xmlns:a16="http://schemas.microsoft.com/office/drawing/2014/main" id="{B88E0422-72E0-4348-0440-FE8D69C77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2" name="Oval 7">
            <a:extLst>
              <a:ext uri="{FF2B5EF4-FFF2-40B4-BE49-F238E27FC236}">
                <a16:creationId xmlns:a16="http://schemas.microsoft.com/office/drawing/2014/main" id="{6AEE835D-C7DC-88A8-784F-7FFD294C0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3" name="Oval 8">
            <a:extLst>
              <a:ext uri="{FF2B5EF4-FFF2-40B4-BE49-F238E27FC236}">
                <a16:creationId xmlns:a16="http://schemas.microsoft.com/office/drawing/2014/main" id="{C3A41A47-D890-86F4-84D4-3C387E634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4" name="Oval 9">
            <a:extLst>
              <a:ext uri="{FF2B5EF4-FFF2-40B4-BE49-F238E27FC236}">
                <a16:creationId xmlns:a16="http://schemas.microsoft.com/office/drawing/2014/main" id="{14A2A53B-BD79-BC08-3E3A-1A5A88386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5" name="Oval 11">
            <a:extLst>
              <a:ext uri="{FF2B5EF4-FFF2-40B4-BE49-F238E27FC236}">
                <a16:creationId xmlns:a16="http://schemas.microsoft.com/office/drawing/2014/main" id="{B6FC748C-9F48-F949-216A-7968FD914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6" name="Oval 12">
            <a:extLst>
              <a:ext uri="{FF2B5EF4-FFF2-40B4-BE49-F238E27FC236}">
                <a16:creationId xmlns:a16="http://schemas.microsoft.com/office/drawing/2014/main" id="{41629CCD-15CF-CA37-8F73-DA9CFCB72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7" name="Oval 13">
            <a:extLst>
              <a:ext uri="{FF2B5EF4-FFF2-40B4-BE49-F238E27FC236}">
                <a16:creationId xmlns:a16="http://schemas.microsoft.com/office/drawing/2014/main" id="{EAE8B996-4D75-D796-63B3-5C51DB405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8" name="Oval 16">
            <a:extLst>
              <a:ext uri="{FF2B5EF4-FFF2-40B4-BE49-F238E27FC236}">
                <a16:creationId xmlns:a16="http://schemas.microsoft.com/office/drawing/2014/main" id="{ADD60C0F-2020-2E18-2F1C-A504C35C6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29039" name="Oval 17">
            <a:extLst>
              <a:ext uri="{FF2B5EF4-FFF2-40B4-BE49-F238E27FC236}">
                <a16:creationId xmlns:a16="http://schemas.microsoft.com/office/drawing/2014/main" id="{4B19209B-9249-7A84-0540-6F3089F8C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505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7116827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D2FC5-DF38-DD84-E6BA-ED708AB0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عنصر نائب لرقم الشريحة 5">
            <a:extLst>
              <a:ext uri="{FF2B5EF4-FFF2-40B4-BE49-F238E27FC236}">
                <a16:creationId xmlns:a16="http://schemas.microsoft.com/office/drawing/2014/main" id="{4E9FFF1B-FE74-C04C-DB09-DF6DE0F8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119</a:t>
            </a:fld>
            <a:endParaRPr lang="en-GB" altLang="en-US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A306420-7B81-3535-FC18-0CC028CB4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0052" name="Line 3">
            <a:extLst>
              <a:ext uri="{FF2B5EF4-FFF2-40B4-BE49-F238E27FC236}">
                <a16:creationId xmlns:a16="http://schemas.microsoft.com/office/drawing/2014/main" id="{44BBC926-F0C8-5AB2-625D-EF7F7FE088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3" name="Line 4">
            <a:extLst>
              <a:ext uri="{FF2B5EF4-FFF2-40B4-BE49-F238E27FC236}">
                <a16:creationId xmlns:a16="http://schemas.microsoft.com/office/drawing/2014/main" id="{E4B382E3-6E9E-D8DF-B81C-E23880785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4" name="Freeform 5">
            <a:extLst>
              <a:ext uri="{FF2B5EF4-FFF2-40B4-BE49-F238E27FC236}">
                <a16:creationId xmlns:a16="http://schemas.microsoft.com/office/drawing/2014/main" id="{6781754E-BD31-CB5E-5FAF-12F2F56362B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5" name="Oval 8">
            <a:extLst>
              <a:ext uri="{FF2B5EF4-FFF2-40B4-BE49-F238E27FC236}">
                <a16:creationId xmlns:a16="http://schemas.microsoft.com/office/drawing/2014/main" id="{61EB0468-BC5C-B176-8F80-9D6B6BDE6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0056" name="Oval 10">
            <a:extLst>
              <a:ext uri="{FF2B5EF4-FFF2-40B4-BE49-F238E27FC236}">
                <a16:creationId xmlns:a16="http://schemas.microsoft.com/office/drawing/2014/main" id="{FF59C80A-1C2E-7461-512C-F2DE95F76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0057" name="Oval 11">
            <a:extLst>
              <a:ext uri="{FF2B5EF4-FFF2-40B4-BE49-F238E27FC236}">
                <a16:creationId xmlns:a16="http://schemas.microsoft.com/office/drawing/2014/main" id="{6088EF92-F103-B656-0B3D-6CC0119D1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0058" name="Oval 12">
            <a:extLst>
              <a:ext uri="{FF2B5EF4-FFF2-40B4-BE49-F238E27FC236}">
                <a16:creationId xmlns:a16="http://schemas.microsoft.com/office/drawing/2014/main" id="{4D1A6C07-1D86-A4B1-6CD5-0E3B57B4A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58785016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28E9-0AC1-0610-0DE3-32A1CC9B0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عنصر نائب لرقم الشريحة 5">
            <a:extLst>
              <a:ext uri="{FF2B5EF4-FFF2-40B4-BE49-F238E27FC236}">
                <a16:creationId xmlns:a16="http://schemas.microsoft.com/office/drawing/2014/main" id="{90EC8563-9178-22AF-98D6-13BFB2A0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120</a:t>
            </a:fld>
            <a:endParaRPr lang="en-GB" altLang="en-US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D5D585A-395F-2D6C-F254-ABB0A9D36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1076" name="Line 3">
            <a:extLst>
              <a:ext uri="{FF2B5EF4-FFF2-40B4-BE49-F238E27FC236}">
                <a16:creationId xmlns:a16="http://schemas.microsoft.com/office/drawing/2014/main" id="{8B39F601-3532-FA08-30B0-FBFAD7AE9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77" name="Line 4">
            <a:extLst>
              <a:ext uri="{FF2B5EF4-FFF2-40B4-BE49-F238E27FC236}">
                <a16:creationId xmlns:a16="http://schemas.microsoft.com/office/drawing/2014/main" id="{C0EF274F-5D6C-B62D-CD4F-0B3C37580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78" name="Freeform 5">
            <a:extLst>
              <a:ext uri="{FF2B5EF4-FFF2-40B4-BE49-F238E27FC236}">
                <a16:creationId xmlns:a16="http://schemas.microsoft.com/office/drawing/2014/main" id="{39BECF77-03B4-E076-85C4-5E82F1F666DF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79" name="Oval 6">
            <a:extLst>
              <a:ext uri="{FF2B5EF4-FFF2-40B4-BE49-F238E27FC236}">
                <a16:creationId xmlns:a16="http://schemas.microsoft.com/office/drawing/2014/main" id="{3FAA1265-0EB6-A365-AF9D-64A66CD36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1080" name="Oval 7">
            <a:extLst>
              <a:ext uri="{FF2B5EF4-FFF2-40B4-BE49-F238E27FC236}">
                <a16:creationId xmlns:a16="http://schemas.microsoft.com/office/drawing/2014/main" id="{CA088A60-3007-9234-7A25-EA26844EB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1081" name="Oval 8">
            <a:extLst>
              <a:ext uri="{FF2B5EF4-FFF2-40B4-BE49-F238E27FC236}">
                <a16:creationId xmlns:a16="http://schemas.microsoft.com/office/drawing/2014/main" id="{2FB61036-FF88-5C49-C0E2-A28DFEA67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1082" name="Oval 9">
            <a:extLst>
              <a:ext uri="{FF2B5EF4-FFF2-40B4-BE49-F238E27FC236}">
                <a16:creationId xmlns:a16="http://schemas.microsoft.com/office/drawing/2014/main" id="{442BFDB7-DC0E-EE1A-D81B-9B90C6B5E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28960036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2E92E-73DB-5B68-0678-ED9B1F68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عنصر نائب لرقم الشريحة 5">
            <a:extLst>
              <a:ext uri="{FF2B5EF4-FFF2-40B4-BE49-F238E27FC236}">
                <a16:creationId xmlns:a16="http://schemas.microsoft.com/office/drawing/2014/main" id="{927E9C2E-0C54-CC49-1D9B-41ED70AA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121</a:t>
            </a:fld>
            <a:endParaRPr lang="en-GB" altLang="en-US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17C77B6C-8FF8-1A18-0F15-8BE458BA8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2100" name="Line 3">
            <a:extLst>
              <a:ext uri="{FF2B5EF4-FFF2-40B4-BE49-F238E27FC236}">
                <a16:creationId xmlns:a16="http://schemas.microsoft.com/office/drawing/2014/main" id="{EA22B501-1218-06AD-6412-8B3DEBF2BD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1" name="Line 4">
            <a:extLst>
              <a:ext uri="{FF2B5EF4-FFF2-40B4-BE49-F238E27FC236}">
                <a16:creationId xmlns:a16="http://schemas.microsoft.com/office/drawing/2014/main" id="{22614AD2-C702-9154-3D93-92082A8EB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2" name="Freeform 5">
            <a:extLst>
              <a:ext uri="{FF2B5EF4-FFF2-40B4-BE49-F238E27FC236}">
                <a16:creationId xmlns:a16="http://schemas.microsoft.com/office/drawing/2014/main" id="{E65BE769-ECCA-3CEF-B04D-D58B54D21F0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3" name="Oval 6">
            <a:extLst>
              <a:ext uri="{FF2B5EF4-FFF2-40B4-BE49-F238E27FC236}">
                <a16:creationId xmlns:a16="http://schemas.microsoft.com/office/drawing/2014/main" id="{802B8E92-FF4F-818A-ECA3-DD966FFEA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04" name="Oval 7">
            <a:extLst>
              <a:ext uri="{FF2B5EF4-FFF2-40B4-BE49-F238E27FC236}">
                <a16:creationId xmlns:a16="http://schemas.microsoft.com/office/drawing/2014/main" id="{3D2334B2-2E91-250E-3C4E-AD174F5BE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05" name="Oval 8">
            <a:extLst>
              <a:ext uri="{FF2B5EF4-FFF2-40B4-BE49-F238E27FC236}">
                <a16:creationId xmlns:a16="http://schemas.microsoft.com/office/drawing/2014/main" id="{74C163E5-1061-923C-0564-B6756E0BD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06" name="Oval 9">
            <a:extLst>
              <a:ext uri="{FF2B5EF4-FFF2-40B4-BE49-F238E27FC236}">
                <a16:creationId xmlns:a16="http://schemas.microsoft.com/office/drawing/2014/main" id="{A6489502-D1D6-F4A5-5635-42FFEEA41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07" name="Line 10">
            <a:extLst>
              <a:ext uri="{FF2B5EF4-FFF2-40B4-BE49-F238E27FC236}">
                <a16:creationId xmlns:a16="http://schemas.microsoft.com/office/drawing/2014/main" id="{102ADA1A-D45F-ABD5-BF4E-FBF7F8FBD6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419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8" name="Oval 11">
            <a:extLst>
              <a:ext uri="{FF2B5EF4-FFF2-40B4-BE49-F238E27FC236}">
                <a16:creationId xmlns:a16="http://schemas.microsoft.com/office/drawing/2014/main" id="{E14274EF-4F40-DEF4-B54E-D72EA3CFF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09" name="Oval 12">
            <a:extLst>
              <a:ext uri="{FF2B5EF4-FFF2-40B4-BE49-F238E27FC236}">
                <a16:creationId xmlns:a16="http://schemas.microsoft.com/office/drawing/2014/main" id="{BE40DBDA-0D2F-A36C-A7F8-169273164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10" name="Oval 13">
            <a:extLst>
              <a:ext uri="{FF2B5EF4-FFF2-40B4-BE49-F238E27FC236}">
                <a16:creationId xmlns:a16="http://schemas.microsoft.com/office/drawing/2014/main" id="{E796F0D8-8C12-4EE6-9516-2C8A081A7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62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11" name="Oval 14">
            <a:extLst>
              <a:ext uri="{FF2B5EF4-FFF2-40B4-BE49-F238E27FC236}">
                <a16:creationId xmlns:a16="http://schemas.microsoft.com/office/drawing/2014/main" id="{91B41A4C-8105-4E34-FD7C-ECE23685C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038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2112" name="Line 15">
            <a:extLst>
              <a:ext uri="{FF2B5EF4-FFF2-40B4-BE49-F238E27FC236}">
                <a16:creationId xmlns:a16="http://schemas.microsoft.com/office/drawing/2014/main" id="{BA2BC402-8343-C1BD-CD8F-4AA1890E6D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3200" y="41148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13" name="Line 16">
            <a:extLst>
              <a:ext uri="{FF2B5EF4-FFF2-40B4-BE49-F238E27FC236}">
                <a16:creationId xmlns:a16="http://schemas.microsoft.com/office/drawing/2014/main" id="{4F1C541A-1ED1-045C-656F-ACADCFE8E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886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14" name="Oval 17">
            <a:extLst>
              <a:ext uri="{FF2B5EF4-FFF2-40B4-BE49-F238E27FC236}">
                <a16:creationId xmlns:a16="http://schemas.microsoft.com/office/drawing/2014/main" id="{E85CEDB9-5C26-AA46-29F0-6A1E004CF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10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76433578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B808-3364-BCB6-F611-76A20362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عنصر نائب لرقم الشريحة 5">
            <a:extLst>
              <a:ext uri="{FF2B5EF4-FFF2-40B4-BE49-F238E27FC236}">
                <a16:creationId xmlns:a16="http://schemas.microsoft.com/office/drawing/2014/main" id="{3DE9CCD7-3F03-4466-66AA-3E09D5E1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122</a:t>
            </a:fld>
            <a:endParaRPr lang="en-GB" altLang="en-US"/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5AAA81EF-6656-B15A-859C-4E6EDB676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3124" name="Line 3">
            <a:extLst>
              <a:ext uri="{FF2B5EF4-FFF2-40B4-BE49-F238E27FC236}">
                <a16:creationId xmlns:a16="http://schemas.microsoft.com/office/drawing/2014/main" id="{53066983-3914-39FE-F563-61BE7A807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25" name="Line 4">
            <a:extLst>
              <a:ext uri="{FF2B5EF4-FFF2-40B4-BE49-F238E27FC236}">
                <a16:creationId xmlns:a16="http://schemas.microsoft.com/office/drawing/2014/main" id="{741998C5-7307-588F-07FE-848B11CB5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26" name="Freeform 5">
            <a:extLst>
              <a:ext uri="{FF2B5EF4-FFF2-40B4-BE49-F238E27FC236}">
                <a16:creationId xmlns:a16="http://schemas.microsoft.com/office/drawing/2014/main" id="{EA2DFDCB-4936-FDDE-A0D4-43BDB94D1E2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27" name="Oval 6">
            <a:extLst>
              <a:ext uri="{FF2B5EF4-FFF2-40B4-BE49-F238E27FC236}">
                <a16:creationId xmlns:a16="http://schemas.microsoft.com/office/drawing/2014/main" id="{ABEED3A4-90FC-78CD-3023-AFB81981F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28" name="Oval 7">
            <a:extLst>
              <a:ext uri="{FF2B5EF4-FFF2-40B4-BE49-F238E27FC236}">
                <a16:creationId xmlns:a16="http://schemas.microsoft.com/office/drawing/2014/main" id="{5E7ECC41-98EF-DA7E-C7BC-92512D150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29" name="Oval 8">
            <a:extLst>
              <a:ext uri="{FF2B5EF4-FFF2-40B4-BE49-F238E27FC236}">
                <a16:creationId xmlns:a16="http://schemas.microsoft.com/office/drawing/2014/main" id="{DAAD24FB-6A26-AED9-AE61-AB3B4A9E9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30" name="Oval 9">
            <a:extLst>
              <a:ext uri="{FF2B5EF4-FFF2-40B4-BE49-F238E27FC236}">
                <a16:creationId xmlns:a16="http://schemas.microsoft.com/office/drawing/2014/main" id="{C11D8885-722E-92F3-9D33-007A27E70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31" name="Oval 11">
            <a:extLst>
              <a:ext uri="{FF2B5EF4-FFF2-40B4-BE49-F238E27FC236}">
                <a16:creationId xmlns:a16="http://schemas.microsoft.com/office/drawing/2014/main" id="{377066F5-17A1-3E07-A349-080977244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32" name="Oval 12">
            <a:extLst>
              <a:ext uri="{FF2B5EF4-FFF2-40B4-BE49-F238E27FC236}">
                <a16:creationId xmlns:a16="http://schemas.microsoft.com/office/drawing/2014/main" id="{F7421CFE-2218-32B9-087D-8A2216E12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33" name="Oval 13">
            <a:extLst>
              <a:ext uri="{FF2B5EF4-FFF2-40B4-BE49-F238E27FC236}">
                <a16:creationId xmlns:a16="http://schemas.microsoft.com/office/drawing/2014/main" id="{3EB547D6-0113-D870-7D0D-D9F18931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62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34" name="Oval 14">
            <a:extLst>
              <a:ext uri="{FF2B5EF4-FFF2-40B4-BE49-F238E27FC236}">
                <a16:creationId xmlns:a16="http://schemas.microsoft.com/office/drawing/2014/main" id="{E5A194DF-B9B6-4AB6-A141-89B359141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038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3135" name="Oval 17">
            <a:extLst>
              <a:ext uri="{FF2B5EF4-FFF2-40B4-BE49-F238E27FC236}">
                <a16:creationId xmlns:a16="http://schemas.microsoft.com/office/drawing/2014/main" id="{70409B78-1811-B964-E587-17A0CCFC4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10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79468020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5AFA-A7E8-44C0-4674-3256B149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عنصر نائب لرقم الشريحة 5">
            <a:extLst>
              <a:ext uri="{FF2B5EF4-FFF2-40B4-BE49-F238E27FC236}">
                <a16:creationId xmlns:a16="http://schemas.microsoft.com/office/drawing/2014/main" id="{94DD14EB-651A-3698-291D-4EB0D06F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123</a:t>
            </a:fld>
            <a:endParaRPr lang="en-GB" altLang="en-US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6E0D995F-9E8B-5599-FF7C-5D72F4BCF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4148" name="Line 3">
            <a:extLst>
              <a:ext uri="{FF2B5EF4-FFF2-40B4-BE49-F238E27FC236}">
                <a16:creationId xmlns:a16="http://schemas.microsoft.com/office/drawing/2014/main" id="{06D47425-B208-1EAD-7620-053B45A33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49" name="Line 4">
            <a:extLst>
              <a:ext uri="{FF2B5EF4-FFF2-40B4-BE49-F238E27FC236}">
                <a16:creationId xmlns:a16="http://schemas.microsoft.com/office/drawing/2014/main" id="{523175C1-4FD7-796A-817B-CAEFCFD8D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0" name="Freeform 5">
            <a:extLst>
              <a:ext uri="{FF2B5EF4-FFF2-40B4-BE49-F238E27FC236}">
                <a16:creationId xmlns:a16="http://schemas.microsoft.com/office/drawing/2014/main" id="{CC83951C-651E-3832-EA9C-595A2417B84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1" name="Oval 8">
            <a:extLst>
              <a:ext uri="{FF2B5EF4-FFF2-40B4-BE49-F238E27FC236}">
                <a16:creationId xmlns:a16="http://schemas.microsoft.com/office/drawing/2014/main" id="{83D45511-FA6B-DDEB-D0FC-AFB8DC90D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4152" name="Oval 9">
            <a:extLst>
              <a:ext uri="{FF2B5EF4-FFF2-40B4-BE49-F238E27FC236}">
                <a16:creationId xmlns:a16="http://schemas.microsoft.com/office/drawing/2014/main" id="{6DABBCC6-C32C-2C3C-DFB6-321D579CB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4153" name="Oval 10">
            <a:extLst>
              <a:ext uri="{FF2B5EF4-FFF2-40B4-BE49-F238E27FC236}">
                <a16:creationId xmlns:a16="http://schemas.microsoft.com/office/drawing/2014/main" id="{A845F9EE-3A97-7C0D-B4C9-367ACF129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4154" name="Oval 11">
            <a:extLst>
              <a:ext uri="{FF2B5EF4-FFF2-40B4-BE49-F238E27FC236}">
                <a16:creationId xmlns:a16="http://schemas.microsoft.com/office/drawing/2014/main" id="{B67DFFC9-ABB8-22C2-6472-B7883FC37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7797668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5403-B5C3-FB49-CCFA-2DD79503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عنصر نائب لرقم الشريحة 5">
            <a:extLst>
              <a:ext uri="{FF2B5EF4-FFF2-40B4-BE49-F238E27FC236}">
                <a16:creationId xmlns:a16="http://schemas.microsoft.com/office/drawing/2014/main" id="{AD16E5F0-2C7C-BB96-6479-2FD28811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124</a:t>
            </a:fld>
            <a:endParaRPr lang="en-GB" altLang="en-US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AF23DEE2-503A-D6BA-7C31-DE4C7F57C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5172" name="Line 3">
            <a:extLst>
              <a:ext uri="{FF2B5EF4-FFF2-40B4-BE49-F238E27FC236}">
                <a16:creationId xmlns:a16="http://schemas.microsoft.com/office/drawing/2014/main" id="{B39C7BA5-E941-0DC8-7945-32A3D69ED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3" name="Line 4">
            <a:extLst>
              <a:ext uri="{FF2B5EF4-FFF2-40B4-BE49-F238E27FC236}">
                <a16:creationId xmlns:a16="http://schemas.microsoft.com/office/drawing/2014/main" id="{7BAE724B-B3CD-C040-2159-2D06C8EB1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4" name="Freeform 5">
            <a:extLst>
              <a:ext uri="{FF2B5EF4-FFF2-40B4-BE49-F238E27FC236}">
                <a16:creationId xmlns:a16="http://schemas.microsoft.com/office/drawing/2014/main" id="{1CC3E5D6-AD86-5FB0-B3B4-8F44F69C86C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5" name="Oval 6">
            <a:extLst>
              <a:ext uri="{FF2B5EF4-FFF2-40B4-BE49-F238E27FC236}">
                <a16:creationId xmlns:a16="http://schemas.microsoft.com/office/drawing/2014/main" id="{C8C3EBD8-5EEA-6FFE-399B-C3F8CB4C5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76" name="Oval 7">
            <a:extLst>
              <a:ext uri="{FF2B5EF4-FFF2-40B4-BE49-F238E27FC236}">
                <a16:creationId xmlns:a16="http://schemas.microsoft.com/office/drawing/2014/main" id="{DBB49644-4B19-1588-4094-0DDD42B41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77" name="Oval 8">
            <a:extLst>
              <a:ext uri="{FF2B5EF4-FFF2-40B4-BE49-F238E27FC236}">
                <a16:creationId xmlns:a16="http://schemas.microsoft.com/office/drawing/2014/main" id="{96ADD7B3-AD67-B721-328B-ACBB22E61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78" name="Oval 9">
            <a:extLst>
              <a:ext uri="{FF2B5EF4-FFF2-40B4-BE49-F238E27FC236}">
                <a16:creationId xmlns:a16="http://schemas.microsoft.com/office/drawing/2014/main" id="{D507AED4-FEE3-ECF0-46B6-4F5048414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79" name="Oval 10">
            <a:extLst>
              <a:ext uri="{FF2B5EF4-FFF2-40B4-BE49-F238E27FC236}">
                <a16:creationId xmlns:a16="http://schemas.microsoft.com/office/drawing/2014/main" id="{4F9BF0AA-E403-C047-AFE7-8D78F5F2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10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80" name="Oval 11">
            <a:extLst>
              <a:ext uri="{FF2B5EF4-FFF2-40B4-BE49-F238E27FC236}">
                <a16:creationId xmlns:a16="http://schemas.microsoft.com/office/drawing/2014/main" id="{84FEE192-DBF9-DB06-6A49-B7736E445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81" name="Oval 12">
            <a:extLst>
              <a:ext uri="{FF2B5EF4-FFF2-40B4-BE49-F238E27FC236}">
                <a16:creationId xmlns:a16="http://schemas.microsoft.com/office/drawing/2014/main" id="{DC370777-F350-E024-EF6A-970E6F993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82" name="Line 13">
            <a:extLst>
              <a:ext uri="{FF2B5EF4-FFF2-40B4-BE49-F238E27FC236}">
                <a16:creationId xmlns:a16="http://schemas.microsoft.com/office/drawing/2014/main" id="{5CCAF851-DE4A-7237-8821-596408F1F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7244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3" name="Line 14">
            <a:extLst>
              <a:ext uri="{FF2B5EF4-FFF2-40B4-BE49-F238E27FC236}">
                <a16:creationId xmlns:a16="http://schemas.microsoft.com/office/drawing/2014/main" id="{728D99F3-36A2-2B00-BA56-D76AC82F1E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343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4" name="Oval 15">
            <a:extLst>
              <a:ext uri="{FF2B5EF4-FFF2-40B4-BE49-F238E27FC236}">
                <a16:creationId xmlns:a16="http://schemas.microsoft.com/office/drawing/2014/main" id="{386CD42B-9845-1DE6-EB42-4CA8C8E6E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85" name="Oval 16">
            <a:extLst>
              <a:ext uri="{FF2B5EF4-FFF2-40B4-BE49-F238E27FC236}">
                <a16:creationId xmlns:a16="http://schemas.microsoft.com/office/drawing/2014/main" id="{5D6F3A46-A871-C06C-4FA6-0CBDD0A3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5186" name="Line 17">
            <a:extLst>
              <a:ext uri="{FF2B5EF4-FFF2-40B4-BE49-F238E27FC236}">
                <a16:creationId xmlns:a16="http://schemas.microsoft.com/office/drawing/2014/main" id="{601E542C-0E52-4C22-E970-3DB003EEE1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38862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5051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4800-ED8E-7C4C-28FF-B4FE0DA6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عنصر نائب لرقم الشريحة 5">
            <a:extLst>
              <a:ext uri="{FF2B5EF4-FFF2-40B4-BE49-F238E27FC236}">
                <a16:creationId xmlns:a16="http://schemas.microsoft.com/office/drawing/2014/main" id="{69F9C33F-BEAE-8B29-8B93-49CEFF93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125</a:t>
            </a:fld>
            <a:endParaRPr lang="en-GB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BCF59DB6-42ED-22A4-85D7-DB1778F72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6196" name="Line 3">
            <a:extLst>
              <a:ext uri="{FF2B5EF4-FFF2-40B4-BE49-F238E27FC236}">
                <a16:creationId xmlns:a16="http://schemas.microsoft.com/office/drawing/2014/main" id="{9BC325B4-273D-A3D4-4516-1808C0994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197" name="Line 4">
            <a:extLst>
              <a:ext uri="{FF2B5EF4-FFF2-40B4-BE49-F238E27FC236}">
                <a16:creationId xmlns:a16="http://schemas.microsoft.com/office/drawing/2014/main" id="{CA13A398-0B31-74C5-1088-79E556B06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198" name="Freeform 5">
            <a:extLst>
              <a:ext uri="{FF2B5EF4-FFF2-40B4-BE49-F238E27FC236}">
                <a16:creationId xmlns:a16="http://schemas.microsoft.com/office/drawing/2014/main" id="{D387AF30-7F68-73E8-D23D-D610488D7C1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199" name="Oval 6">
            <a:extLst>
              <a:ext uri="{FF2B5EF4-FFF2-40B4-BE49-F238E27FC236}">
                <a16:creationId xmlns:a16="http://schemas.microsoft.com/office/drawing/2014/main" id="{C13F086A-37D9-5981-8BD0-A920E02E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0" name="Oval 7">
            <a:extLst>
              <a:ext uri="{FF2B5EF4-FFF2-40B4-BE49-F238E27FC236}">
                <a16:creationId xmlns:a16="http://schemas.microsoft.com/office/drawing/2014/main" id="{E97837AB-37EA-2B6D-9F8B-2D84C0844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1" name="Oval 8">
            <a:extLst>
              <a:ext uri="{FF2B5EF4-FFF2-40B4-BE49-F238E27FC236}">
                <a16:creationId xmlns:a16="http://schemas.microsoft.com/office/drawing/2014/main" id="{DEEBCC90-935F-10FC-BA4F-FF0304F7F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2" name="Oval 9">
            <a:extLst>
              <a:ext uri="{FF2B5EF4-FFF2-40B4-BE49-F238E27FC236}">
                <a16:creationId xmlns:a16="http://schemas.microsoft.com/office/drawing/2014/main" id="{565DFA44-AA26-AAD1-A11D-0D8D2B35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3" name="Oval 10">
            <a:extLst>
              <a:ext uri="{FF2B5EF4-FFF2-40B4-BE49-F238E27FC236}">
                <a16:creationId xmlns:a16="http://schemas.microsoft.com/office/drawing/2014/main" id="{64C6F962-391A-D2A3-B0CC-5A1A7BC78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10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4" name="Oval 11">
            <a:extLst>
              <a:ext uri="{FF2B5EF4-FFF2-40B4-BE49-F238E27FC236}">
                <a16:creationId xmlns:a16="http://schemas.microsoft.com/office/drawing/2014/main" id="{C4D59EF9-53A8-6227-28BC-FC0C24077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5" name="Oval 12">
            <a:extLst>
              <a:ext uri="{FF2B5EF4-FFF2-40B4-BE49-F238E27FC236}">
                <a16:creationId xmlns:a16="http://schemas.microsoft.com/office/drawing/2014/main" id="{743DE3C4-DED8-4B98-F09F-EFD1B5703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6" name="Oval 15">
            <a:extLst>
              <a:ext uri="{FF2B5EF4-FFF2-40B4-BE49-F238E27FC236}">
                <a16:creationId xmlns:a16="http://schemas.microsoft.com/office/drawing/2014/main" id="{2048A04E-95E4-C117-882C-ED59EB969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6207" name="Oval 16">
            <a:extLst>
              <a:ext uri="{FF2B5EF4-FFF2-40B4-BE49-F238E27FC236}">
                <a16:creationId xmlns:a16="http://schemas.microsoft.com/office/drawing/2014/main" id="{BF137028-A8EB-8842-6615-F76B2D3E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365853361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4016-D613-E6AA-326C-365E3A26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عنصر نائب لرقم الشريحة 5">
            <a:extLst>
              <a:ext uri="{FF2B5EF4-FFF2-40B4-BE49-F238E27FC236}">
                <a16:creationId xmlns:a16="http://schemas.microsoft.com/office/drawing/2014/main" id="{CE390986-75F1-B21E-4F02-61F1B519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126</a:t>
            </a:fld>
            <a:endParaRPr lang="en-GB" altLang="en-US"/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2CD8BEBB-B711-A5B2-7F22-4132BBF2B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7220" name="Line 3">
            <a:extLst>
              <a:ext uri="{FF2B5EF4-FFF2-40B4-BE49-F238E27FC236}">
                <a16:creationId xmlns:a16="http://schemas.microsoft.com/office/drawing/2014/main" id="{221F70B3-28FE-3FD5-E7A2-FA91557C8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1" name="Line 4">
            <a:extLst>
              <a:ext uri="{FF2B5EF4-FFF2-40B4-BE49-F238E27FC236}">
                <a16:creationId xmlns:a16="http://schemas.microsoft.com/office/drawing/2014/main" id="{195EC5CD-96F0-53A5-17DC-F6E401CB8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2" name="Freeform 5">
            <a:extLst>
              <a:ext uri="{FF2B5EF4-FFF2-40B4-BE49-F238E27FC236}">
                <a16:creationId xmlns:a16="http://schemas.microsoft.com/office/drawing/2014/main" id="{90CB9FB0-D629-C0F6-9FD1-366E56F42F0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3" name="Oval 8">
            <a:extLst>
              <a:ext uri="{FF2B5EF4-FFF2-40B4-BE49-F238E27FC236}">
                <a16:creationId xmlns:a16="http://schemas.microsoft.com/office/drawing/2014/main" id="{7E874BD0-531F-1A4E-A180-688776627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7224" name="Oval 9">
            <a:extLst>
              <a:ext uri="{FF2B5EF4-FFF2-40B4-BE49-F238E27FC236}">
                <a16:creationId xmlns:a16="http://schemas.microsoft.com/office/drawing/2014/main" id="{323325A9-F221-DBC2-57EE-2DA6C3780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7225" name="Oval 11">
            <a:extLst>
              <a:ext uri="{FF2B5EF4-FFF2-40B4-BE49-F238E27FC236}">
                <a16:creationId xmlns:a16="http://schemas.microsoft.com/office/drawing/2014/main" id="{CF891474-C2A5-AC70-62BB-92A05983D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7226" name="Oval 12">
            <a:extLst>
              <a:ext uri="{FF2B5EF4-FFF2-40B4-BE49-F238E27FC236}">
                <a16:creationId xmlns:a16="http://schemas.microsoft.com/office/drawing/2014/main" id="{1F6B1B77-424A-1786-9AFB-163E9183A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</p:spTree>
    <p:extLst>
      <p:ext uri="{BB962C8B-B14F-4D97-AF65-F5344CB8AC3E}">
        <p14:creationId xmlns:p14="http://schemas.microsoft.com/office/powerpoint/2010/main" val="14878747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3982-B697-3547-48FB-4917EC52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عنصر نائب لرقم الشريحة 5">
            <a:extLst>
              <a:ext uri="{FF2B5EF4-FFF2-40B4-BE49-F238E27FC236}">
                <a16:creationId xmlns:a16="http://schemas.microsoft.com/office/drawing/2014/main" id="{14727559-7EE4-DA2C-376B-04F09FF0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127</a:t>
            </a:fld>
            <a:endParaRPr lang="en-GB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54C8B6C-A3BC-C314-0A30-4B537EC9E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857250"/>
            <a:ext cx="7793038" cy="819150"/>
          </a:xfrm>
        </p:spPr>
        <p:txBody>
          <a:bodyPr/>
          <a:lstStyle/>
          <a:p>
            <a:pPr eaLnBrk="1" hangingPunct="1"/>
            <a:r>
              <a:rPr lang="fr-FR" altLang="en-US"/>
              <a:t>Genetic Algorithms</a:t>
            </a:r>
            <a:endParaRPr lang="en-US" altLang="en-US"/>
          </a:p>
        </p:txBody>
      </p:sp>
      <p:sp>
        <p:nvSpPr>
          <p:cNvPr id="138244" name="Line 3">
            <a:extLst>
              <a:ext uri="{FF2B5EF4-FFF2-40B4-BE49-F238E27FC236}">
                <a16:creationId xmlns:a16="http://schemas.microsoft.com/office/drawing/2014/main" id="{35C7B28A-133B-2F3B-98F5-D8C94069C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45" name="Line 4">
            <a:extLst>
              <a:ext uri="{FF2B5EF4-FFF2-40B4-BE49-F238E27FC236}">
                <a16:creationId xmlns:a16="http://schemas.microsoft.com/office/drawing/2014/main" id="{2CA91673-E8BD-E965-0ED9-211889491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46" name="Freeform 5">
            <a:extLst>
              <a:ext uri="{FF2B5EF4-FFF2-40B4-BE49-F238E27FC236}">
                <a16:creationId xmlns:a16="http://schemas.microsoft.com/office/drawing/2014/main" id="{1B93EFD9-337F-64F2-D83C-731C1C77D71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384 h 2152"/>
              <a:gd name="T2" fmla="*/ 384 w 2640"/>
              <a:gd name="T3" fmla="*/ 1536 h 2152"/>
              <a:gd name="T4" fmla="*/ 960 w 2640"/>
              <a:gd name="T5" fmla="*/ 960 h 2152"/>
              <a:gd name="T6" fmla="*/ 1344 w 2640"/>
              <a:gd name="T7" fmla="*/ 2064 h 2152"/>
              <a:gd name="T8" fmla="*/ 1776 w 2640"/>
              <a:gd name="T9" fmla="*/ 432 h 2152"/>
              <a:gd name="T10" fmla="*/ 2160 w 2640"/>
              <a:gd name="T11" fmla="*/ 1008 h 2152"/>
              <a:gd name="T12" fmla="*/ 2640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47" name="Oval 6">
            <a:extLst>
              <a:ext uri="{FF2B5EF4-FFF2-40B4-BE49-F238E27FC236}">
                <a16:creationId xmlns:a16="http://schemas.microsoft.com/office/drawing/2014/main" id="{09FCAE8C-95F9-FED5-6D9B-3266522B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8248" name="Oval 7">
            <a:extLst>
              <a:ext uri="{FF2B5EF4-FFF2-40B4-BE49-F238E27FC236}">
                <a16:creationId xmlns:a16="http://schemas.microsoft.com/office/drawing/2014/main" id="{BA67971A-3587-53A2-7F70-E77F09502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8249" name="Oval 8">
            <a:extLst>
              <a:ext uri="{FF2B5EF4-FFF2-40B4-BE49-F238E27FC236}">
                <a16:creationId xmlns:a16="http://schemas.microsoft.com/office/drawing/2014/main" id="{FAD7FA5E-32DF-B1A1-2612-388342531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8250" name="Oval 9">
            <a:extLst>
              <a:ext uri="{FF2B5EF4-FFF2-40B4-BE49-F238E27FC236}">
                <a16:creationId xmlns:a16="http://schemas.microsoft.com/office/drawing/2014/main" id="{017697E7-5AD6-B806-42CA-9C8B2467B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ar-SA" altLang="en-US"/>
          </a:p>
        </p:txBody>
      </p:sp>
      <p:sp>
        <p:nvSpPr>
          <p:cNvPr id="138251" name="Line 10">
            <a:extLst>
              <a:ext uri="{FF2B5EF4-FFF2-40B4-BE49-F238E27FC236}">
                <a16:creationId xmlns:a16="http://schemas.microsoft.com/office/drawing/2014/main" id="{F338110D-991B-CF60-A2B4-95EF15A9F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252" name="Line 11">
            <a:extLst>
              <a:ext uri="{FF2B5EF4-FFF2-40B4-BE49-F238E27FC236}">
                <a16:creationId xmlns:a16="http://schemas.microsoft.com/office/drawing/2014/main" id="{CB33E2F9-CBCB-94FB-E5F4-776B46F4B0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34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7572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A363683-7E0F-378B-9736-1C0980E39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990600"/>
          </a:xfrm>
          <a:noFill/>
        </p:spPr>
        <p:txBody>
          <a:bodyPr/>
          <a:lstStyle/>
          <a:p>
            <a:r>
              <a:rPr lang="en-US" altLang="en-US"/>
              <a:t>A Simple Example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5C55D572-ED23-3477-4F0A-1A439257E63F}"/>
              </a:ext>
            </a:extLst>
          </p:cNvPr>
          <p:cNvPicPr>
            <a:picLocks noGrp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5713" y="1828800"/>
            <a:ext cx="6630987" cy="2209800"/>
          </a:xfrm>
          <a:noFill/>
        </p:spPr>
      </p:pic>
      <p:sp>
        <p:nvSpPr>
          <p:cNvPr id="20484" name="Rectangle 4">
            <a:extLst>
              <a:ext uri="{FF2B5EF4-FFF2-40B4-BE49-F238E27FC236}">
                <a16:creationId xmlns:a16="http://schemas.microsoft.com/office/drawing/2014/main" id="{306EB0E7-8462-E042-8A6E-57B65AF5F07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4648200"/>
            <a:ext cx="8686800" cy="1219200"/>
          </a:xfrm>
          <a:noFill/>
        </p:spPr>
        <p:txBody>
          <a:bodyPr/>
          <a:lstStyle/>
          <a:p>
            <a:pPr algn="ctr">
              <a:buFont typeface="Monotype Sorts" charset="2"/>
              <a:buNone/>
            </a:pPr>
            <a:r>
              <a:rPr lang="en-US" altLang="en-US" sz="2800" i="1">
                <a:solidFill>
                  <a:schemeClr val="tx2"/>
                </a:solidFill>
              </a:rPr>
              <a:t>“</a:t>
            </a:r>
            <a:r>
              <a:rPr lang="en-US" altLang="en-US" sz="2600" i="1">
                <a:solidFill>
                  <a:schemeClr val="tx2"/>
                </a:solidFill>
                <a:latin typeface="Times New Roman" panose="02020603050405020304" pitchFamily="18" charset="0"/>
              </a:rPr>
              <a:t>The Gene is by far the most sophisticated program around</a:t>
            </a:r>
            <a:r>
              <a:rPr lang="en-US" altLang="en-US" sz="2600" i="1">
                <a:solidFill>
                  <a:schemeClr val="tx2"/>
                </a:solidFill>
              </a:rPr>
              <a:t>.”</a:t>
            </a:r>
            <a:br>
              <a:rPr lang="en-US" altLang="en-US" sz="2400" i="1">
                <a:solidFill>
                  <a:schemeClr val="tx2"/>
                </a:solidFill>
              </a:rPr>
            </a:br>
            <a:br>
              <a:rPr lang="en-US" altLang="en-US" sz="800" i="1">
                <a:solidFill>
                  <a:schemeClr val="tx2"/>
                </a:solidFill>
              </a:rPr>
            </a:br>
            <a:endParaRPr lang="en-US" altLang="en-US" sz="800" i="1">
              <a:solidFill>
                <a:schemeClr val="tx2"/>
              </a:solidFill>
            </a:endParaRPr>
          </a:p>
          <a:p>
            <a:pPr algn="ctr">
              <a:buFont typeface="Monotype Sorts" charset="2"/>
              <a:buNone/>
            </a:pPr>
            <a:r>
              <a:rPr lang="en-US" altLang="en-US" sz="1600" i="1">
                <a:solidFill>
                  <a:schemeClr val="tx2"/>
                </a:solidFill>
                <a:latin typeface="Times New Roman" panose="02020603050405020304" pitchFamily="18" charset="0"/>
              </a:rPr>
              <a:t>- 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Bill Gates, </a:t>
            </a:r>
            <a:r>
              <a:rPr lang="en-US" altLang="en-US" sz="1600" i="1">
                <a:solidFill>
                  <a:schemeClr val="tx2"/>
                </a:solidFill>
                <a:latin typeface="Times New Roman" panose="02020603050405020304" pitchFamily="18" charset="0"/>
              </a:rPr>
              <a:t>Business Week</a:t>
            </a: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</a:rPr>
              <a:t>, June 27, 1994</a:t>
            </a:r>
          </a:p>
        </p:txBody>
      </p:sp>
    </p:spTree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5075620-C42B-F474-233D-A5A14CEFB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 Simple Example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1E12AE-A3DD-FD87-CAA9-BD96AA2EC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/>
              <a:t>The Traveling Salesman Problem:</a:t>
            </a:r>
          </a:p>
          <a:p>
            <a:pPr>
              <a:buFont typeface="Monotype Sorts" charset="2"/>
              <a:buNone/>
            </a:pPr>
            <a:endParaRPr lang="en-US" altLang="en-US" sz="2000"/>
          </a:p>
          <a:p>
            <a:pPr>
              <a:buFont typeface="Monotype Sorts" charset="2"/>
              <a:buNone/>
            </a:pPr>
            <a:r>
              <a:rPr lang="en-US" altLang="en-US"/>
              <a:t>Find a tour of a given set of cities so that </a:t>
            </a:r>
          </a:p>
          <a:p>
            <a:pPr lvl="1"/>
            <a:r>
              <a:rPr lang="en-US" altLang="en-US"/>
              <a:t>each city is visited only once</a:t>
            </a:r>
          </a:p>
          <a:p>
            <a:pPr lvl="1"/>
            <a:r>
              <a:rPr lang="en-US" altLang="en-US"/>
              <a:t>the total distance traveled is minimized</a:t>
            </a:r>
          </a:p>
          <a:p>
            <a:pPr>
              <a:buFont typeface="Monotype Sorts" charset="2"/>
              <a:buNone/>
            </a:pPr>
            <a:endParaRPr lang="en-US" altLang="en-US" sz="1400"/>
          </a:p>
          <a:p>
            <a:pPr>
              <a:buFont typeface="Monotype Sorts" charset="2"/>
              <a:buNone/>
            </a:pPr>
            <a:endParaRPr lang="en-US" altLang="en-US" sz="1400"/>
          </a:p>
        </p:txBody>
      </p:sp>
    </p:spTree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BA2688A-9F07-C1FB-5877-9B69D583B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Representation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2FC3F5C-4365-82CC-DDC7-EA967C52F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/>
              <a:t>Representation is an ordered list of city</a:t>
            </a:r>
          </a:p>
          <a:p>
            <a:pPr>
              <a:buFont typeface="Monotype Sorts" charset="2"/>
              <a:buNone/>
            </a:pPr>
            <a:r>
              <a:rPr lang="en-US" altLang="en-US"/>
              <a:t>numbers known as an </a:t>
            </a:r>
            <a:r>
              <a:rPr lang="en-US" altLang="en-US" i="1"/>
              <a:t>order-based</a:t>
            </a:r>
            <a:r>
              <a:rPr lang="en-US" altLang="en-US"/>
              <a:t> GA.</a:t>
            </a:r>
          </a:p>
          <a:p>
            <a:pPr>
              <a:buFont typeface="Monotype Sorts" charset="2"/>
              <a:buNone/>
            </a:pPr>
            <a:endParaRPr lang="en-US" altLang="en-US" sz="1800"/>
          </a:p>
          <a:p>
            <a:pPr>
              <a:buFont typeface="Monotype Sorts" charset="2"/>
              <a:buNone/>
            </a:pPr>
            <a:r>
              <a:rPr lang="en-US" altLang="en-US" sz="2400"/>
              <a:t>1) London     3) Dunedin        5) Beijing     7) Tokyo</a:t>
            </a:r>
          </a:p>
          <a:p>
            <a:pPr>
              <a:buFont typeface="Monotype Sorts" charset="2"/>
              <a:buNone/>
            </a:pPr>
            <a:r>
              <a:rPr lang="en-US" altLang="en-US" sz="2400"/>
              <a:t>2) Venice      4) Singapore     6) Phoenix   8) Victoria</a:t>
            </a:r>
            <a:endParaRPr lang="en-US" altLang="en-US"/>
          </a:p>
          <a:p>
            <a:pPr>
              <a:buFont typeface="Monotype Sorts" charset="2"/>
              <a:buNone/>
            </a:pPr>
            <a:endParaRPr lang="en-US" altLang="en-US" sz="2800"/>
          </a:p>
          <a:p>
            <a:pPr>
              <a:buFont typeface="Monotype Sorts" charset="2"/>
              <a:buNone/>
            </a:pPr>
            <a:r>
              <a:rPr lang="en-US" altLang="en-US" sz="2400"/>
              <a:t>CityList1</a:t>
            </a:r>
            <a:r>
              <a:rPr lang="en-US" altLang="en-US"/>
              <a:t>     </a:t>
            </a:r>
            <a:r>
              <a:rPr lang="en-US" altLang="en-US" sz="2800"/>
              <a:t>(3   5   7   2   1   6   4   8)</a:t>
            </a: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 sz="2400"/>
              <a:t>CityList2</a:t>
            </a:r>
            <a:r>
              <a:rPr lang="en-US" altLang="en-US"/>
              <a:t>     </a:t>
            </a:r>
            <a:r>
              <a:rPr lang="en-US" altLang="en-US" sz="2800"/>
              <a:t>(2   5   7   6   8   1   3   4)</a:t>
            </a:r>
          </a:p>
        </p:txBody>
      </p:sp>
    </p:spTree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B81F290-B6E6-F3DC-C107-FDD0D73BF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838200"/>
          </a:xfrm>
        </p:spPr>
        <p:txBody>
          <a:bodyPr/>
          <a:lstStyle/>
          <a:p>
            <a:r>
              <a:rPr lang="en-US" altLang="en-US"/>
              <a:t>Crossover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8D566F0-8D51-B83C-BD24-E76A4EF13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4800600"/>
          </a:xfrm>
        </p:spPr>
        <p:txBody>
          <a:bodyPr/>
          <a:lstStyle/>
          <a:p>
            <a:r>
              <a:rPr lang="en-GB" altLang="en-US" sz="2800"/>
              <a:t>Idea is to preserve relative order that elements occur</a:t>
            </a:r>
          </a:p>
          <a:p>
            <a:r>
              <a:rPr lang="en-GB" altLang="en-US" sz="2800"/>
              <a:t>Informal procedure:</a:t>
            </a:r>
          </a:p>
          <a:p>
            <a:pPr lvl="1">
              <a:buFontTx/>
              <a:buNone/>
            </a:pPr>
            <a:r>
              <a:rPr lang="en-GB" altLang="en-US" sz="2400"/>
              <a:t>1. Choose an arbitrary part from the first parent</a:t>
            </a:r>
          </a:p>
          <a:p>
            <a:pPr lvl="1">
              <a:buFontTx/>
              <a:buNone/>
            </a:pPr>
            <a:r>
              <a:rPr lang="en-GB" altLang="en-US" sz="2400"/>
              <a:t>2. Copy this part to the first child</a:t>
            </a:r>
          </a:p>
          <a:p>
            <a:pPr lvl="1">
              <a:buFontTx/>
              <a:buNone/>
            </a:pPr>
            <a:r>
              <a:rPr lang="en-GB" altLang="en-US" sz="2400"/>
              <a:t>3. Copy the numbers that are not in the first part, to the first child:</a:t>
            </a:r>
          </a:p>
          <a:p>
            <a:pPr lvl="2"/>
            <a:r>
              <a:rPr lang="en-GB" altLang="en-US" sz="2000"/>
              <a:t>starting right from cut point of the copied part, </a:t>
            </a:r>
          </a:p>
          <a:p>
            <a:pPr lvl="2"/>
            <a:r>
              <a:rPr lang="en-GB" altLang="en-US" sz="2000"/>
              <a:t>using the </a:t>
            </a:r>
            <a:r>
              <a:rPr lang="en-GB" altLang="en-US" sz="2000" b="1"/>
              <a:t>order</a:t>
            </a:r>
            <a:r>
              <a:rPr lang="en-GB" altLang="en-US" sz="2000"/>
              <a:t> of the second parent </a:t>
            </a:r>
          </a:p>
          <a:p>
            <a:pPr lvl="2"/>
            <a:r>
              <a:rPr lang="en-GB" altLang="en-US" sz="2000"/>
              <a:t>and wrapping around at the end</a:t>
            </a:r>
          </a:p>
          <a:p>
            <a:pPr lvl="1">
              <a:buFontTx/>
              <a:buNone/>
            </a:pPr>
            <a:r>
              <a:rPr lang="en-GB" altLang="en-US" sz="2400"/>
              <a:t>4. Analogous for the second child, with parent roles reversed</a:t>
            </a:r>
            <a:endParaRPr lang="en-GB" altLang="en-US" sz="18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989EA71C-CEB8-4773-EA4E-EDEAC1945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94100"/>
            <a:ext cx="2044700" cy="3683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C187E699-32DB-9C8C-A431-B9461F6DF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953000"/>
            <a:ext cx="2044700" cy="3683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14F553EF-5C16-EBF3-6FFB-537E6DACC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800" dirty="0"/>
              <a:t>Crossover combines inversion and</a:t>
            </a:r>
          </a:p>
          <a:p>
            <a:pPr>
              <a:buFont typeface="Monotype Sorts" charset="2"/>
              <a:buNone/>
            </a:pPr>
            <a:r>
              <a:rPr lang="en-US" altLang="en-US" sz="2800" dirty="0"/>
              <a:t>recombination: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sz="2000" dirty="0"/>
              <a:t>       </a:t>
            </a:r>
            <a:r>
              <a:rPr lang="en-US" altLang="en-US" sz="2800" dirty="0"/>
              <a:t>                       *             *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Parent1</a:t>
            </a:r>
            <a:r>
              <a:rPr lang="en-US" altLang="en-US" sz="2800" dirty="0"/>
              <a:t>      (3   5   7   2   1   6   4   8)</a:t>
            </a:r>
          </a:p>
          <a:p>
            <a:pPr>
              <a:buFont typeface="Monotype Sorts" charset="2"/>
              <a:buNone/>
            </a:pPr>
            <a:r>
              <a:rPr lang="en-US" altLang="en-US" sz="2400" dirty="0"/>
              <a:t>Parent2</a:t>
            </a:r>
            <a:r>
              <a:rPr lang="en-US" altLang="en-US" sz="2800" dirty="0"/>
              <a:t>      (2   5   7   6   8   1   3   4)</a:t>
            </a:r>
          </a:p>
          <a:p>
            <a:pPr>
              <a:buFont typeface="Monotype Sorts" charset="2"/>
              <a:buNone/>
            </a:pPr>
            <a:endParaRPr lang="en-US" altLang="en-US" sz="1600" dirty="0"/>
          </a:p>
          <a:p>
            <a:pPr>
              <a:buFont typeface="Monotype Sorts" charset="2"/>
              <a:buNone/>
            </a:pPr>
            <a:r>
              <a:rPr lang="en-US" altLang="en-US" sz="2400" dirty="0"/>
              <a:t>Child</a:t>
            </a:r>
            <a:r>
              <a:rPr lang="en-US" altLang="en-US" sz="2800" dirty="0"/>
              <a:t>          (5   8   7   2   1   6   3   4)</a:t>
            </a:r>
          </a:p>
          <a:p>
            <a:pPr>
              <a:buFont typeface="Monotype Sorts" charset="2"/>
              <a:buNone/>
            </a:pPr>
            <a:endParaRPr lang="en-US" altLang="en-US" sz="2800" dirty="0"/>
          </a:p>
          <a:p>
            <a:pPr>
              <a:buFont typeface="Monotype Sorts" charset="2"/>
              <a:buNone/>
            </a:pPr>
            <a:r>
              <a:rPr lang="en-US" altLang="en-US" sz="2800" dirty="0"/>
              <a:t>This operator is called the </a:t>
            </a:r>
            <a:r>
              <a:rPr lang="en-US" altLang="en-US" sz="2800" i="1" dirty="0">
                <a:solidFill>
                  <a:srgbClr val="0000CC"/>
                </a:solidFill>
              </a:rPr>
              <a:t>Order1 </a:t>
            </a:r>
            <a:r>
              <a:rPr lang="en-US" altLang="en-US" sz="2800" dirty="0">
                <a:solidFill>
                  <a:srgbClr val="0000CC"/>
                </a:solidFill>
              </a:rPr>
              <a:t>crossover</a:t>
            </a:r>
            <a:r>
              <a:rPr lang="en-US" altLang="en-US" sz="2800" dirty="0"/>
              <a:t>.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A5EA160-59D6-764F-CA4B-9BFF4B966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Crossover</a:t>
            </a:r>
          </a:p>
        </p:txBody>
      </p:sp>
      <p:sp>
        <p:nvSpPr>
          <p:cNvPr id="24582" name="Line 6">
            <a:extLst>
              <a:ext uri="{FF2B5EF4-FFF2-40B4-BE49-F238E27FC236}">
                <a16:creationId xmlns:a16="http://schemas.microsoft.com/office/drawing/2014/main" id="{F7F91A39-0878-674B-E109-F955C8CA6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724400"/>
            <a:ext cx="3949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1A0B236-89F2-6444-639E-594612482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81400"/>
            <a:ext cx="368300" cy="1587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E24146C-84F5-44A4-2D5C-E1A4B00F4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0410" y="3581400"/>
            <a:ext cx="368300" cy="1587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50000"/>
              <a:buFont typeface="Monotype Sorts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1"/>
              </a:buClr>
              <a:buSzPct val="75000"/>
              <a:buFont typeface="Symbol" panose="05050102010706020507" pitchFamily="18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C42E4252-2951-2649-BE2A-AEB7D699F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dirty="0"/>
              <a:t>Mutation involves reordering of the list: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sz="2400" dirty="0"/>
              <a:t>                                   </a:t>
            </a:r>
            <a:r>
              <a:rPr lang="en-US" altLang="en-US" sz="2800" dirty="0"/>
              <a:t>*</a:t>
            </a:r>
            <a:r>
              <a:rPr lang="en-US" altLang="en-US" sz="2400" dirty="0"/>
              <a:t>                </a:t>
            </a:r>
            <a:r>
              <a:rPr lang="en-US" altLang="en-US" sz="2800" dirty="0"/>
              <a:t>*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sz="2800" dirty="0"/>
              <a:t>Before:       (5   8   7   2   1   6   3   4)</a:t>
            </a:r>
          </a:p>
          <a:p>
            <a:pPr>
              <a:buFont typeface="Monotype Sorts" charset="2"/>
              <a:buNone/>
            </a:pPr>
            <a:endParaRPr lang="en-US" altLang="en-US" sz="2800" dirty="0"/>
          </a:p>
          <a:p>
            <a:pPr>
              <a:buFont typeface="Monotype Sorts" charset="2"/>
              <a:buNone/>
            </a:pPr>
            <a:r>
              <a:rPr lang="en-US" altLang="en-US" sz="2800" dirty="0"/>
              <a:t>After:          (5   8   6   2   1   7   3   4)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4CD3EB9F-157F-9F05-E141-263D5575B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Mutation</a:t>
            </a:r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174FAA57-5FC0-749E-DA2F-92DD84FE3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343400"/>
            <a:ext cx="825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53F1112-E089-DFE6-0E49-D4762358F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TSP Example: 30 Cities</a:t>
            </a:r>
          </a:p>
        </p:txBody>
      </p:sp>
      <p:graphicFrame>
        <p:nvGraphicFramePr>
          <p:cNvPr id="26627" name="Object 2">
            <a:hlinkClick r:id="" action="ppaction://ole?verb=0"/>
            <a:extLst>
              <a:ext uri="{FF2B5EF4-FFF2-40B4-BE49-F238E27FC236}">
                <a16:creationId xmlns:a16="http://schemas.microsoft.com/office/drawing/2014/main" id="{2BEFC472-727D-323D-793F-F7E7A82CDD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779111"/>
              </p:ext>
            </p:extLst>
          </p:nvPr>
        </p:nvGraphicFramePr>
        <p:xfrm>
          <a:off x="533400" y="1600200"/>
          <a:ext cx="77724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105600" imgH="3476520" progId="Excel.Chart.8">
                  <p:embed followColorScheme="full"/>
                </p:oleObj>
              </mc:Choice>
              <mc:Fallback>
                <p:oleObj name="Chart" r:id="rId2" imgW="6105600" imgH="3476520" progId="Excel.Chart.8">
                  <p:embed followColorScheme="full"/>
                  <p:pic>
                    <p:nvPicPr>
                      <p:cNvPr id="26627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BEFC472-727D-323D-793F-F7E7A82CDD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77724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4CF535E-543D-E70D-F5C5-0618F56A4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Solution </a:t>
            </a:r>
            <a:r>
              <a:rPr lang="en-US" altLang="en-US" baseline="-25000"/>
              <a:t>i</a:t>
            </a:r>
            <a:r>
              <a:rPr lang="en-US" altLang="en-US"/>
              <a:t> (Distance = 941)</a:t>
            </a:r>
          </a:p>
        </p:txBody>
      </p:sp>
      <p:graphicFrame>
        <p:nvGraphicFramePr>
          <p:cNvPr id="27651" name="Object 2">
            <a:hlinkClick r:id="" action="ppaction://ole?verb=0"/>
            <a:extLst>
              <a:ext uri="{FF2B5EF4-FFF2-40B4-BE49-F238E27FC236}">
                <a16:creationId xmlns:a16="http://schemas.microsoft.com/office/drawing/2014/main" id="{B7473410-B41F-17E7-99B7-52170135A0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249002"/>
              </p:ext>
            </p:extLst>
          </p:nvPr>
        </p:nvGraphicFramePr>
        <p:xfrm>
          <a:off x="533400" y="1676400"/>
          <a:ext cx="7924800" cy="458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70680" imgH="3641760" progId="Excel.Chart.8">
                  <p:embed followColorScheme="full"/>
                </p:oleObj>
              </mc:Choice>
              <mc:Fallback>
                <p:oleObj name="Chart" r:id="rId2" imgW="6070680" imgH="3641760" progId="Excel.Chart.8">
                  <p:embed followColorScheme="full"/>
                  <p:pic>
                    <p:nvPicPr>
                      <p:cNvPr id="27651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B7473410-B41F-17E7-99B7-52170135A0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7924800" cy="458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EADC7B0-A348-F4CE-AAF6-4E3783C9D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Solution </a:t>
            </a:r>
            <a:r>
              <a:rPr lang="en-US" altLang="en-US" baseline="-25000"/>
              <a:t>j</a:t>
            </a:r>
            <a:r>
              <a:rPr lang="en-US" altLang="en-US"/>
              <a:t>(Distance = 800)</a:t>
            </a:r>
          </a:p>
        </p:txBody>
      </p:sp>
      <p:graphicFrame>
        <p:nvGraphicFramePr>
          <p:cNvPr id="2" name="Object 2">
            <a:hlinkClick r:id="" action="ppaction://ole?verb=0"/>
            <a:extLst>
              <a:ext uri="{FF2B5EF4-FFF2-40B4-BE49-F238E27FC236}">
                <a16:creationId xmlns:a16="http://schemas.microsoft.com/office/drawing/2014/main" id="{44C05A60-87B5-E330-AEAA-ED7F70863E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128636"/>
              </p:ext>
            </p:extLst>
          </p:nvPr>
        </p:nvGraphicFramePr>
        <p:xfrm>
          <a:off x="533400" y="1736725"/>
          <a:ext cx="7772400" cy="458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73140" imgH="3535680" progId="Excel.Chart.8">
                  <p:embed followColorScheme="full"/>
                </p:oleObj>
              </mc:Choice>
              <mc:Fallback>
                <p:oleObj name="Chart" r:id="rId2" imgW="6073140" imgH="3535680" progId="Excel.Chart.8">
                  <p:embed followColorScheme="full"/>
                  <p:pic>
                    <p:nvPicPr>
                      <p:cNvPr id="28675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BD8EE5FA-BA2C-EE80-98CB-435FC5FBF3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36725"/>
                        <a:ext cx="7772400" cy="458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7D57FE8-375B-75AE-D007-342C8E693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Solution </a:t>
            </a:r>
            <a:r>
              <a:rPr lang="en-US" altLang="en-US" baseline="-25000"/>
              <a:t>k</a:t>
            </a:r>
            <a:r>
              <a:rPr lang="en-US" altLang="en-US"/>
              <a:t>(Distance = 652)</a:t>
            </a:r>
          </a:p>
        </p:txBody>
      </p:sp>
      <p:graphicFrame>
        <p:nvGraphicFramePr>
          <p:cNvPr id="29699" name="Object 2">
            <a:hlinkClick r:id="" action="ppaction://ole?verb=0"/>
            <a:extLst>
              <a:ext uri="{FF2B5EF4-FFF2-40B4-BE49-F238E27FC236}">
                <a16:creationId xmlns:a16="http://schemas.microsoft.com/office/drawing/2014/main" id="{EE38C627-8A10-153A-8809-7DF33B568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2221745"/>
              </p:ext>
            </p:extLst>
          </p:nvPr>
        </p:nvGraphicFramePr>
        <p:xfrm>
          <a:off x="571500" y="1676400"/>
          <a:ext cx="8001000" cy="461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105600" imgH="3641760" progId="Excel.Chart.8">
                  <p:embed followColorScheme="full"/>
                </p:oleObj>
              </mc:Choice>
              <mc:Fallback>
                <p:oleObj name="Chart" r:id="rId2" imgW="6105600" imgH="3641760" progId="Excel.Chart.8">
                  <p:embed followColorScheme="full"/>
                  <p:pic>
                    <p:nvPicPr>
                      <p:cNvPr id="29699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EE38C627-8A10-153A-8809-7DF33B5685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676400"/>
                        <a:ext cx="8001000" cy="461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8BCFD40-D8AB-59CB-BF1A-119311FBE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05800" cy="1066800"/>
          </a:xfrm>
          <a:noFill/>
        </p:spPr>
        <p:txBody>
          <a:bodyPr/>
          <a:lstStyle/>
          <a:p>
            <a:r>
              <a:rPr lang="en-US" altLang="en-US"/>
              <a:t>Best Solution (Distance = 420)</a:t>
            </a:r>
          </a:p>
        </p:txBody>
      </p:sp>
      <p:graphicFrame>
        <p:nvGraphicFramePr>
          <p:cNvPr id="2" name="Object 2">
            <a:hlinkClick r:id="" action="ppaction://ole?verb=0"/>
            <a:extLst>
              <a:ext uri="{FF2B5EF4-FFF2-40B4-BE49-F238E27FC236}">
                <a16:creationId xmlns:a16="http://schemas.microsoft.com/office/drawing/2014/main" id="{4D5F5C3A-BF1B-8A27-815C-CC1570AECDDA}"/>
              </a:ext>
            </a:extLst>
          </p:cNvPr>
          <p:cNvGraphicFramePr>
            <a:graphicFrameLocks/>
          </p:cNvGraphicFramePr>
          <p:nvPr/>
        </p:nvGraphicFramePr>
        <p:xfrm>
          <a:off x="685800" y="1431925"/>
          <a:ext cx="7772400" cy="458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103620" imgH="3535680" progId="Excel.Chart.8">
                  <p:embed followColorScheme="full"/>
                </p:oleObj>
              </mc:Choice>
              <mc:Fallback>
                <p:oleObj name="Chart" r:id="rId2" imgW="6103620" imgH="3535680" progId="Excel.Chart.8">
                  <p:embed followColorScheme="full"/>
                  <p:pic>
                    <p:nvPicPr>
                      <p:cNvPr id="30723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C22FC2A-AAA8-65B0-5C39-C7422F244EE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431925"/>
                        <a:ext cx="7772400" cy="458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67179DC-6D8E-5EE5-829A-12BC1835D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Overview of 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F8191-441E-22FE-8F94-CE68CBB8F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6400"/>
            <a:ext cx="8612124" cy="46497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A33B-800D-DD83-71C4-F0CB2165E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عنصر نائب لرقم الشريحة 5">
            <a:extLst>
              <a:ext uri="{FF2B5EF4-FFF2-40B4-BE49-F238E27FC236}">
                <a16:creationId xmlns:a16="http://schemas.microsoft.com/office/drawing/2014/main" id="{B059BC04-7C03-D67E-A7C6-4ACB71DD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140</a:t>
            </a:fld>
            <a:endParaRPr lang="en-GB" altLang="en-US"/>
          </a:p>
        </p:txBody>
      </p:sp>
      <p:sp>
        <p:nvSpPr>
          <p:cNvPr id="191490" name="Rectangle 2">
            <a:extLst>
              <a:ext uri="{FF2B5EF4-FFF2-40B4-BE49-F238E27FC236}">
                <a16:creationId xmlns:a16="http://schemas.microsoft.com/office/drawing/2014/main" id="{1C29AE48-7CB5-2ADB-0765-C615D53E0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93037" cy="81915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N-queens: Genetic Algorithms</a:t>
            </a:r>
          </a:p>
        </p:txBody>
      </p:sp>
      <p:pic>
        <p:nvPicPr>
          <p:cNvPr id="118788" name="Picture 3">
            <a:extLst>
              <a:ext uri="{FF2B5EF4-FFF2-40B4-BE49-F238E27FC236}">
                <a16:creationId xmlns:a16="http://schemas.microsoft.com/office/drawing/2014/main" id="{F5321A46-3B8F-C002-681F-A4671C3F3D9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874838"/>
            <a:ext cx="8229600" cy="5135562"/>
          </a:xfrm>
        </p:spPr>
      </p:pic>
    </p:spTree>
    <p:extLst>
      <p:ext uri="{BB962C8B-B14F-4D97-AF65-F5344CB8AC3E}">
        <p14:creationId xmlns:p14="http://schemas.microsoft.com/office/powerpoint/2010/main" val="235974545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27E6CEE-E983-556F-5381-07AB34481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610600" cy="1066800"/>
          </a:xfrm>
          <a:noFill/>
        </p:spPr>
        <p:txBody>
          <a:bodyPr/>
          <a:lstStyle/>
          <a:p>
            <a:r>
              <a:rPr lang="en-US" altLang="en-US" dirty="0"/>
              <a:t>Benefits of Genetic Algorithms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A2E0887-76F2-1BE5-B2F6-9D4C9F82E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Concept is easy to understand</a:t>
            </a:r>
          </a:p>
          <a:p>
            <a:r>
              <a:rPr lang="en-US" altLang="en-US" dirty="0"/>
              <a:t>Modular, separate from application</a:t>
            </a:r>
          </a:p>
          <a:p>
            <a:r>
              <a:rPr lang="en-US" altLang="en-US" dirty="0"/>
              <a:t>Supports multi-objective optimization</a:t>
            </a:r>
          </a:p>
          <a:p>
            <a:r>
              <a:rPr lang="en-US" altLang="en-US" dirty="0"/>
              <a:t>Good for “noisy” environments</a:t>
            </a:r>
          </a:p>
          <a:p>
            <a:r>
              <a:rPr lang="en-US" altLang="en-US" dirty="0"/>
              <a:t>Always an answer; answer gets better with time</a:t>
            </a:r>
          </a:p>
          <a:p>
            <a:r>
              <a:rPr lang="en-US" altLang="en-US" dirty="0"/>
              <a:t>Inherently parallel; easily distributed</a:t>
            </a:r>
          </a:p>
        </p:txBody>
      </p:sp>
    </p:spTree>
  </p:cSld>
  <p:clrMapOvr>
    <a:masterClrMapping/>
  </p:clrMapOvr>
  <p:transition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1B265-CF58-7404-D5FC-3F2450E5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عنصر نائب لرقم الشريحة 6">
            <a:extLst>
              <a:ext uri="{FF2B5EF4-FFF2-40B4-BE49-F238E27FC236}">
                <a16:creationId xmlns:a16="http://schemas.microsoft.com/office/drawing/2014/main" id="{E00E71D2-D3FF-E9CD-C9F6-BAE7CE43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6B2813-E32F-45BA-9AE4-F6BB40656BE0}" type="slidenum">
              <a:rPr lang="ar-SA" altLang="en-US"/>
              <a:pPr eaLnBrk="1" hangingPunct="1"/>
              <a:t>142</a:t>
            </a:fld>
            <a:endParaRPr lang="en-GB" altLang="en-US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9C21F3F4-8987-8A0E-BF63-587C49C1C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Genetic Programming</a:t>
            </a:r>
            <a:endParaRPr lang="en-GB" altLang="en-US"/>
          </a:p>
        </p:txBody>
      </p:sp>
      <p:sp>
        <p:nvSpPr>
          <p:cNvPr id="140292" name="Text Box 4">
            <a:extLst>
              <a:ext uri="{FF2B5EF4-FFF2-40B4-BE49-F238E27FC236}">
                <a16:creationId xmlns:a16="http://schemas.microsoft.com/office/drawing/2014/main" id="{7C1B2FC3-5C49-3619-487C-ED10E088C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12925"/>
            <a:ext cx="3733800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en-US" sz="2000" b="1" i="1" dirty="0"/>
              <a:t>Genetic programming (GP)</a:t>
            </a:r>
          </a:p>
          <a:p>
            <a:pPr eaLnBrk="1" hangingPunct="1"/>
            <a:endParaRPr kumimoji="1" lang="en-US" altLang="en-US" sz="2000" b="1" i="1" dirty="0"/>
          </a:p>
          <a:p>
            <a:pPr eaLnBrk="1" hangingPunct="1"/>
            <a:r>
              <a:rPr lang="en-US" altLang="en-US" sz="2000" i="1" dirty="0"/>
              <a:t>Programming of Computers</a:t>
            </a:r>
          </a:p>
          <a:p>
            <a:pPr eaLnBrk="1" hangingPunct="1"/>
            <a:r>
              <a:rPr lang="en-US" altLang="en-US" sz="2000" i="1" dirty="0"/>
              <a:t>by Means of Simulated Evolution</a:t>
            </a:r>
            <a:endParaRPr lang="en-US" altLang="en-US" sz="2000" dirty="0"/>
          </a:p>
          <a:p>
            <a:pPr eaLnBrk="1" hangingPunct="1"/>
            <a:endParaRPr kumimoji="1" lang="en-US" altLang="en-US" sz="2000" dirty="0"/>
          </a:p>
          <a:p>
            <a:pPr eaLnBrk="1" hangingPunct="1"/>
            <a:r>
              <a:rPr lang="en-US" altLang="en-US" sz="2000" i="1" dirty="0"/>
              <a:t>How to Program a Computer</a:t>
            </a:r>
          </a:p>
          <a:p>
            <a:pPr eaLnBrk="1" hangingPunct="1"/>
            <a:r>
              <a:rPr lang="en-US" altLang="en-US" sz="2000" i="1" dirty="0"/>
              <a:t>Without Explicitly Telling It What to Do?</a:t>
            </a:r>
          </a:p>
          <a:p>
            <a:pPr eaLnBrk="1" hangingPunct="1"/>
            <a:endParaRPr lang="en-US" altLang="en-US" sz="2000" i="1" dirty="0"/>
          </a:p>
          <a:p>
            <a:pPr eaLnBrk="1" hangingPunct="1"/>
            <a:r>
              <a:rPr lang="en-US" altLang="en-US" sz="2000" i="1" dirty="0"/>
              <a:t>Genetic Programming is Genetic Algorithms where solutions are programs …</a:t>
            </a:r>
          </a:p>
        </p:txBody>
      </p:sp>
      <p:pic>
        <p:nvPicPr>
          <p:cNvPr id="140293" name="Picture 5">
            <a:extLst>
              <a:ext uri="{FF2B5EF4-FFF2-40B4-BE49-F238E27FC236}">
                <a16:creationId xmlns:a16="http://schemas.microsoft.com/office/drawing/2014/main" id="{98C3ABE7-7FAF-6049-D237-911FA3B83D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9913" y="2393950"/>
            <a:ext cx="2800350" cy="3000375"/>
          </a:xfrm>
          <a:noFill/>
        </p:spPr>
      </p:pic>
    </p:spTree>
    <p:extLst>
      <p:ext uri="{BB962C8B-B14F-4D97-AF65-F5344CB8AC3E}">
        <p14:creationId xmlns:p14="http://schemas.microsoft.com/office/powerpoint/2010/main" val="55201343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8B59-F9A5-EB1B-6881-0C8F3256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عنصر نائب لرقم الشريحة 5">
            <a:extLst>
              <a:ext uri="{FF2B5EF4-FFF2-40B4-BE49-F238E27FC236}">
                <a16:creationId xmlns:a16="http://schemas.microsoft.com/office/drawing/2014/main" id="{C4309617-6DBB-F41A-7D9B-C007DF26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143</a:t>
            </a:fld>
            <a:endParaRPr lang="en-GB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C3D076FD-12AA-B354-64F3-93F394670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762000"/>
            <a:ext cx="7793038" cy="819150"/>
          </a:xfrm>
        </p:spPr>
        <p:txBody>
          <a:bodyPr/>
          <a:lstStyle/>
          <a:p>
            <a:pPr eaLnBrk="1" hangingPunct="1"/>
            <a:r>
              <a:rPr lang="en-US" altLang="en-US" sz="3800"/>
              <a:t>Genetic programming</a:t>
            </a:r>
          </a:p>
        </p:txBody>
      </p:sp>
      <p:pic>
        <p:nvPicPr>
          <p:cNvPr id="142340" name="Picture 5">
            <a:extLst>
              <a:ext uri="{FF2B5EF4-FFF2-40B4-BE49-F238E27FC236}">
                <a16:creationId xmlns:a16="http://schemas.microsoft.com/office/drawing/2014/main" id="{9E00F326-52B7-8F26-1C7E-BEEBDECE7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2081213"/>
            <a:ext cx="7373938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1" name="Text Box 6">
            <a:extLst>
              <a:ext uri="{FF2B5EF4-FFF2-40B4-BE49-F238E27FC236}">
                <a16:creationId xmlns:a16="http://schemas.microsoft.com/office/drawing/2014/main" id="{961BDF30-4E10-33B4-E047-461449BB7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5235575"/>
            <a:ext cx="64357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latin typeface="Times" panose="02020603050405020304" pitchFamily="18" charset="0"/>
              </a:rPr>
              <a:t>It is possible to evolve whole programs like this but only small ones. Large programs with complex functions present big problems</a:t>
            </a:r>
          </a:p>
        </p:txBody>
      </p:sp>
    </p:spTree>
    <p:extLst>
      <p:ext uri="{BB962C8B-B14F-4D97-AF65-F5344CB8AC3E}">
        <p14:creationId xmlns:p14="http://schemas.microsoft.com/office/powerpoint/2010/main" val="136428309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B1F9-87D6-2BB2-1CDF-2B9BF2064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عنصر نائب لرقم الشريحة 5">
            <a:extLst>
              <a:ext uri="{FF2B5EF4-FFF2-40B4-BE49-F238E27FC236}">
                <a16:creationId xmlns:a16="http://schemas.microsoft.com/office/drawing/2014/main" id="{766C3442-6144-9ADE-3364-5637F6C4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28C9B9D-69A2-4BAD-805E-3E91AA8CC339}" type="slidenum">
              <a:rPr lang="ar-SA" altLang="en-US" smtClean="0"/>
              <a:pPr eaLnBrk="1" hangingPunct="1"/>
              <a:t>144</a:t>
            </a:fld>
            <a:endParaRPr lang="en-GB" altLang="en-US"/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77F4909A-0F06-A8F8-A515-CC0A09CD5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793038" cy="81915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Tổng</a:t>
            </a:r>
            <a:r>
              <a:rPr lang="en-US" altLang="en-US" dirty="0"/>
              <a:t> </a:t>
            </a:r>
            <a:r>
              <a:rPr lang="en-US" altLang="en-US" dirty="0" err="1"/>
              <a:t>kết</a:t>
            </a:r>
            <a:endParaRPr lang="en-US" altLang="en-US" dirty="0"/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083E1269-5820-B7EA-3AFD-92BEF45AE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29600" cy="5135562"/>
          </a:xfrm>
        </p:spPr>
        <p:txBody>
          <a:bodyPr/>
          <a:lstStyle/>
          <a:p>
            <a:pPr algn="just" eaLnBrk="1" hangingPunct="1"/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/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Hill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climbing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simulated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annealing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local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fr-F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 là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quẩn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(crossover, mutation)</a:t>
            </a:r>
          </a:p>
          <a:p>
            <a:pPr algn="just" eaLnBrk="1" hangingPunct="1"/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5546491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0E3C-941B-EC1E-A43D-18CCB534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B5F0-268D-8588-E3BB-1841C8EA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EA94-DBA0-18C7-12BE-FCAE8EB53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cục</a:t>
            </a:r>
            <a:r>
              <a:rPr lang="en-US" sz="2800" dirty="0"/>
              <a:t> bộ </a:t>
            </a:r>
            <a:r>
              <a:rPr lang="en-US" sz="2800" dirty="0" err="1"/>
              <a:t>đã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 (</a:t>
            </a:r>
            <a:r>
              <a:rPr lang="en-US" sz="2800" dirty="0" err="1"/>
              <a:t>leo</a:t>
            </a:r>
            <a:r>
              <a:rPr lang="en-US" sz="2800" dirty="0"/>
              <a:t> </a:t>
            </a:r>
            <a:r>
              <a:rPr lang="en-US" sz="2800" dirty="0" err="1"/>
              <a:t>đồi</a:t>
            </a:r>
            <a:r>
              <a:rPr lang="en-US" sz="2800" dirty="0"/>
              <a:t>,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phỏng</a:t>
            </a:r>
            <a:r>
              <a:rPr lang="en-US" sz="2800" dirty="0"/>
              <a:t> </a:t>
            </a:r>
            <a:r>
              <a:rPr lang="en-US" sz="2800" dirty="0" err="1"/>
              <a:t>tôi</a:t>
            </a:r>
            <a:r>
              <a:rPr lang="en-US" sz="2800" dirty="0"/>
              <a:t> </a:t>
            </a:r>
            <a:r>
              <a:rPr lang="en-US" sz="2800" dirty="0" err="1"/>
              <a:t>thép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Giải</a:t>
            </a:r>
            <a:r>
              <a:rPr lang="en-US" sz="2800" dirty="0"/>
              <a:t> TSP </a:t>
            </a:r>
            <a:r>
              <a:rPr lang="en-US" sz="2800" dirty="0" err="1"/>
              <a:t>và</a:t>
            </a:r>
            <a:r>
              <a:rPr lang="en-US" sz="2800" dirty="0"/>
              <a:t>/</a:t>
            </a:r>
            <a:r>
              <a:rPr lang="en-US" sz="2800" dirty="0" err="1"/>
              <a:t>hoặc</a:t>
            </a:r>
            <a:r>
              <a:rPr lang="en-US" sz="2800" dirty="0"/>
              <a:t> KP (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đồ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ba</a:t>
            </a:r>
            <a:r>
              <a:rPr lang="en-US" sz="2800" dirty="0"/>
              <a:t> </a:t>
            </a:r>
            <a:r>
              <a:rPr lang="en-US" sz="2800" dirty="0" err="1"/>
              <a:t>lô</a:t>
            </a:r>
            <a:r>
              <a:rPr lang="en-US" sz="2800" dirty="0"/>
              <a:t>) </a:t>
            </a:r>
            <a:r>
              <a:rPr lang="en-US" sz="2800" dirty="0" err="1"/>
              <a:t>bằng</a:t>
            </a:r>
            <a:r>
              <a:rPr lang="en-US" sz="2800" dirty="0"/>
              <a:t> GA</a:t>
            </a:r>
          </a:p>
          <a:p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hiểu</a:t>
            </a:r>
            <a:r>
              <a:rPr lang="en-US" sz="2800" dirty="0"/>
              <a:t> Genetic programming</a:t>
            </a:r>
          </a:p>
          <a:p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hiểu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tối</a:t>
            </a:r>
            <a:r>
              <a:rPr lang="en-US" sz="2800" dirty="0"/>
              <a:t> </a:t>
            </a:r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cục</a:t>
            </a:r>
            <a:r>
              <a:rPr lang="en-US" sz="2800" dirty="0"/>
              <a:t> bộ </a:t>
            </a:r>
            <a:r>
              <a:rPr lang="en-US" sz="2800" dirty="0" err="1"/>
              <a:t>khác</a:t>
            </a:r>
            <a:endParaRPr lang="en-US" sz="2800" dirty="0"/>
          </a:p>
          <a:p>
            <a:pPr lvl="1"/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đàn</a:t>
            </a:r>
            <a:r>
              <a:rPr lang="en-US" sz="2400" dirty="0"/>
              <a:t> </a:t>
            </a:r>
            <a:r>
              <a:rPr lang="en-US" sz="2400" dirty="0" err="1"/>
              <a:t>kiến</a:t>
            </a:r>
            <a:r>
              <a:rPr lang="en-US" sz="2400" dirty="0"/>
              <a:t>,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bầy</a:t>
            </a:r>
            <a:r>
              <a:rPr lang="en-US" sz="2400" dirty="0"/>
              <a:t> </a:t>
            </a:r>
            <a:r>
              <a:rPr lang="en-US" sz="2400" dirty="0" err="1"/>
              <a:t>đàn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73830-C2F1-93F1-7229-83D2667019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145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247193608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0CFC-410A-4E8E-6F41-EDD9BA2B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2C02-E727-339E-F9BE-627F56B9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52ECB-500D-2A74-ED6D-EDD04A5197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503ADB-9551-43FD-A342-382EB344F291}" type="slidenum">
              <a:rPr lang="en-US" altLang="vi-VN" smtClean="0"/>
              <a:pPr/>
              <a:t>146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3354215028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1693</TotalTime>
  <Words>2732</Words>
  <Application>Microsoft Office PowerPoint</Application>
  <PresentationFormat>On-screen Show (4:3)</PresentationFormat>
  <Paragraphs>680</Paragraphs>
  <Slides>146</Slides>
  <Notes>4</Notes>
  <HiddenSlides>3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146</vt:i4>
      </vt:variant>
    </vt:vector>
  </HeadingPairs>
  <TitlesOfParts>
    <vt:vector size="157" baseType="lpstr">
      <vt:lpstr>Gulim</vt:lpstr>
      <vt:lpstr>Monotype Sorts</vt:lpstr>
      <vt:lpstr>Arial</vt:lpstr>
      <vt:lpstr>Arial Black</vt:lpstr>
      <vt:lpstr>Cambria Math</vt:lpstr>
      <vt:lpstr>Times</vt:lpstr>
      <vt:lpstr>Times New Roman</vt:lpstr>
      <vt:lpstr>Wingdings</vt:lpstr>
      <vt:lpstr>Pixel</vt:lpstr>
      <vt:lpstr>비트맵 이미지</vt:lpstr>
      <vt:lpstr>Chart</vt:lpstr>
      <vt:lpstr>Tìm kiếm cục bộ Local search</vt:lpstr>
      <vt:lpstr>Nội dung</vt:lpstr>
      <vt:lpstr>Học liệu</vt:lpstr>
      <vt:lpstr>Bài toán tìm kiếm</vt:lpstr>
      <vt:lpstr>Traveling Salesman Person</vt:lpstr>
      <vt:lpstr>Không gian lời giải</vt:lpstr>
      <vt:lpstr>Local search - Tìm kiếm cục bộ</vt:lpstr>
      <vt:lpstr>Traveling Salesman Person</vt:lpstr>
      <vt:lpstr>N-Queen problem</vt:lpstr>
      <vt:lpstr>Hill Climbing (Greedy Local Search)</vt:lpstr>
      <vt:lpstr>TSP: Neighborhood</vt:lpstr>
      <vt:lpstr> 2-opt mutation for TSP</vt:lpstr>
      <vt:lpstr> 2-opt mutation for TSP</vt:lpstr>
      <vt:lpstr> 2-opt mutation for TSP</vt:lpstr>
      <vt:lpstr> 2-opt mutation for TSP</vt:lpstr>
      <vt:lpstr>Hill Climbing: Neighborhood</vt:lpstr>
      <vt:lpstr>Hill Climbing Drawbacks</vt:lpstr>
      <vt:lpstr>Hill Climbing</vt:lpstr>
      <vt:lpstr>Hill Climbing</vt:lpstr>
      <vt:lpstr>Hill Climbing</vt:lpstr>
      <vt:lpstr>Hill Climbing</vt:lpstr>
      <vt:lpstr>Hill Climbing</vt:lpstr>
      <vt:lpstr>Hill Climbing</vt:lpstr>
      <vt:lpstr>Cải tiến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Local Beam Search</vt:lpstr>
      <vt:lpstr>Simulated Annealing Mô phỏng tôi thép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Simulated Annealing</vt:lpstr>
      <vt:lpstr>Xuất xứ, ứng dụng</vt:lpstr>
      <vt:lpstr>Tabu Search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Tabu Search: TS</vt:lpstr>
      <vt:lpstr>Population based Algorithms</vt:lpstr>
      <vt:lpstr>Genetic Algorithms</vt:lpstr>
      <vt:lpstr>Genetic Algorithm  Giải thuật di truyền</vt:lpstr>
      <vt:lpstr>Components of a GA</vt:lpstr>
      <vt:lpstr>The GA Cycle of Reproduction</vt:lpstr>
      <vt:lpstr>Population</vt:lpstr>
      <vt:lpstr>Reproduction</vt:lpstr>
      <vt:lpstr>Chromosome Modification</vt:lpstr>
      <vt:lpstr>Genetic Algorithms: Crossover and Mutation</vt:lpstr>
      <vt:lpstr>Genetic Algorithms: Crossover - Recombination</vt:lpstr>
      <vt:lpstr>Genetic Algorithms: Mutation</vt:lpstr>
      <vt:lpstr>Mutation: Local Modification</vt:lpstr>
      <vt:lpstr>Crossover: Recombination</vt:lpstr>
      <vt:lpstr>Evaluation</vt:lpstr>
      <vt:lpstr>Deletion</vt:lpstr>
      <vt:lpstr>An Abstract Example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Genetic Algorithms</vt:lpstr>
      <vt:lpstr>A Simple Example</vt:lpstr>
      <vt:lpstr>A Simple Example</vt:lpstr>
      <vt:lpstr>Representation</vt:lpstr>
      <vt:lpstr>Crossover</vt:lpstr>
      <vt:lpstr>Crossover</vt:lpstr>
      <vt:lpstr>Mutation</vt:lpstr>
      <vt:lpstr>TSP Example: 30 Cities</vt:lpstr>
      <vt:lpstr>Solution i (Distance = 941)</vt:lpstr>
      <vt:lpstr>Solution j(Distance = 800)</vt:lpstr>
      <vt:lpstr>Solution k(Distance = 652)</vt:lpstr>
      <vt:lpstr>Best Solution (Distance = 420)</vt:lpstr>
      <vt:lpstr>Overview of Performance</vt:lpstr>
      <vt:lpstr>N-queens: Genetic Algorithms</vt:lpstr>
      <vt:lpstr>Benefits of Genetic Algorithms</vt:lpstr>
      <vt:lpstr>Genetic Programming</vt:lpstr>
      <vt:lpstr>Genetic programming</vt:lpstr>
      <vt:lpstr>Tổng kết</vt:lpstr>
      <vt:lpstr>Bài tập</vt:lpstr>
      <vt:lpstr>Ghi chú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môn học</dc:title>
  <dc:creator>selab</dc:creator>
  <cp:lastModifiedBy>Viet Ha Nguyen</cp:lastModifiedBy>
  <cp:revision>220</cp:revision>
  <cp:lastPrinted>2024-01-29T01:23:54Z</cp:lastPrinted>
  <dcterms:created xsi:type="dcterms:W3CDTF">2003-08-15T03:58:46Z</dcterms:created>
  <dcterms:modified xsi:type="dcterms:W3CDTF">2024-11-08T03:04:02Z</dcterms:modified>
</cp:coreProperties>
</file>