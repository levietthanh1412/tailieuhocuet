
<file path=[Content_Types].xml><?xml version="1.0" encoding="utf-8"?>
<Types xmlns="http://schemas.openxmlformats.org/package/2006/content-types">
  <Default Extension="png" ContentType="image/png"/>
  <Default Extension="jpeg" ContentType="image/jpeg"/>
  <Default Extension="wmf" ContentType="image/x-wmf"/>
  <Default Extension="rels" ContentType="application/vnd.openxmlformats-package.relationships+xml"/>
  <Default Extension="xml" ContentType="application/xml"/>
  <Default Extension="gif" ContentType="image/gif"/>
  <Default Extension="tiff" ContentType="image/tif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3.xml" ContentType="application/vnd.openxmlformats-officedocument.theme+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1"/>
    <p:sldMasterId id="2147483793" r:id="rId2"/>
    <p:sldMasterId id="2147483805" r:id="rId3"/>
    <p:sldMasterId id="2147483818" r:id="rId4"/>
  </p:sldMasterIdLst>
  <p:notesMasterIdLst>
    <p:notesMasterId r:id="rId53"/>
  </p:notesMasterIdLst>
  <p:handoutMasterIdLst>
    <p:handoutMasterId r:id="rId54"/>
  </p:handoutMasterIdLst>
  <p:sldIdLst>
    <p:sldId id="256" r:id="rId5"/>
    <p:sldId id="268" r:id="rId6"/>
    <p:sldId id="327" r:id="rId7"/>
    <p:sldId id="330" r:id="rId8"/>
    <p:sldId id="271" r:id="rId9"/>
    <p:sldId id="354" r:id="rId10"/>
    <p:sldId id="355" r:id="rId11"/>
    <p:sldId id="331" r:id="rId12"/>
    <p:sldId id="306" r:id="rId13"/>
    <p:sldId id="291" r:id="rId14"/>
    <p:sldId id="332" r:id="rId15"/>
    <p:sldId id="333" r:id="rId16"/>
    <p:sldId id="1248" r:id="rId17"/>
    <p:sldId id="334" r:id="rId18"/>
    <p:sldId id="1237" r:id="rId19"/>
    <p:sldId id="335" r:id="rId20"/>
    <p:sldId id="337" r:id="rId21"/>
    <p:sldId id="283" r:id="rId22"/>
    <p:sldId id="258" r:id="rId23"/>
    <p:sldId id="316" r:id="rId24"/>
    <p:sldId id="887" r:id="rId25"/>
    <p:sldId id="338" r:id="rId26"/>
    <p:sldId id="340" r:id="rId27"/>
    <p:sldId id="339" r:id="rId28"/>
    <p:sldId id="261" r:id="rId29"/>
    <p:sldId id="349" r:id="rId30"/>
    <p:sldId id="342" r:id="rId31"/>
    <p:sldId id="343" r:id="rId32"/>
    <p:sldId id="344" r:id="rId33"/>
    <p:sldId id="345" r:id="rId34"/>
    <p:sldId id="346" r:id="rId35"/>
    <p:sldId id="347" r:id="rId36"/>
    <p:sldId id="2011" r:id="rId37"/>
    <p:sldId id="2012" r:id="rId38"/>
    <p:sldId id="351" r:id="rId39"/>
    <p:sldId id="1111" r:id="rId40"/>
    <p:sldId id="2013" r:id="rId41"/>
    <p:sldId id="2014" r:id="rId42"/>
    <p:sldId id="2015" r:id="rId43"/>
    <p:sldId id="2018" r:id="rId44"/>
    <p:sldId id="341" r:id="rId45"/>
    <p:sldId id="2016" r:id="rId46"/>
    <p:sldId id="2017" r:id="rId47"/>
    <p:sldId id="353" r:id="rId48"/>
    <p:sldId id="350" r:id="rId49"/>
    <p:sldId id="352" r:id="rId50"/>
    <p:sldId id="1249" r:id="rId51"/>
    <p:sldId id="356" r:id="rId52"/>
  </p:sldIdLst>
  <p:sldSz cx="9144000" cy="5143500" type="screen16x9"/>
  <p:notesSz cx="7315200" cy="9601200"/>
  <p:custDataLst>
    <p:tags r:id="rId55"/>
  </p:custDataLst>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342892" algn="l" rtl="0" fontAlgn="base">
      <a:spcBef>
        <a:spcPct val="0"/>
      </a:spcBef>
      <a:spcAft>
        <a:spcPct val="0"/>
      </a:spcAft>
      <a:defRPr kern="1200">
        <a:solidFill>
          <a:schemeClr val="tx1"/>
        </a:solidFill>
        <a:latin typeface="Arial" charset="0"/>
        <a:ea typeface="+mn-ea"/>
        <a:cs typeface="+mn-cs"/>
      </a:defRPr>
    </a:lvl2pPr>
    <a:lvl3pPr marL="685783" algn="l" rtl="0" fontAlgn="base">
      <a:spcBef>
        <a:spcPct val="0"/>
      </a:spcBef>
      <a:spcAft>
        <a:spcPct val="0"/>
      </a:spcAft>
      <a:defRPr kern="1200">
        <a:solidFill>
          <a:schemeClr val="tx1"/>
        </a:solidFill>
        <a:latin typeface="Arial" charset="0"/>
        <a:ea typeface="+mn-ea"/>
        <a:cs typeface="+mn-cs"/>
      </a:defRPr>
    </a:lvl3pPr>
    <a:lvl4pPr marL="1028675" algn="l" rtl="0" fontAlgn="base">
      <a:spcBef>
        <a:spcPct val="0"/>
      </a:spcBef>
      <a:spcAft>
        <a:spcPct val="0"/>
      </a:spcAft>
      <a:defRPr kern="1200">
        <a:solidFill>
          <a:schemeClr val="tx1"/>
        </a:solidFill>
        <a:latin typeface="Arial" charset="0"/>
        <a:ea typeface="+mn-ea"/>
        <a:cs typeface="+mn-cs"/>
      </a:defRPr>
    </a:lvl4pPr>
    <a:lvl5pPr marL="1371566" algn="l" rtl="0" fontAlgn="base">
      <a:spcBef>
        <a:spcPct val="0"/>
      </a:spcBef>
      <a:spcAft>
        <a:spcPct val="0"/>
      </a:spcAft>
      <a:defRPr kern="1200">
        <a:solidFill>
          <a:schemeClr val="tx1"/>
        </a:solidFill>
        <a:latin typeface="Arial" charset="0"/>
        <a:ea typeface="+mn-ea"/>
        <a:cs typeface="+mn-cs"/>
      </a:defRPr>
    </a:lvl5pPr>
    <a:lvl6pPr marL="1714457" algn="l" defTabSz="685783" rtl="0" eaLnBrk="1" latinLnBrk="0" hangingPunct="1">
      <a:defRPr kern="1200">
        <a:solidFill>
          <a:schemeClr val="tx1"/>
        </a:solidFill>
        <a:latin typeface="Arial" charset="0"/>
        <a:ea typeface="+mn-ea"/>
        <a:cs typeface="+mn-cs"/>
      </a:defRPr>
    </a:lvl6pPr>
    <a:lvl7pPr marL="2057348" algn="l" defTabSz="685783" rtl="0" eaLnBrk="1" latinLnBrk="0" hangingPunct="1">
      <a:defRPr kern="1200">
        <a:solidFill>
          <a:schemeClr val="tx1"/>
        </a:solidFill>
        <a:latin typeface="Arial" charset="0"/>
        <a:ea typeface="+mn-ea"/>
        <a:cs typeface="+mn-cs"/>
      </a:defRPr>
    </a:lvl7pPr>
    <a:lvl8pPr marL="2400240" algn="l" defTabSz="685783" rtl="0" eaLnBrk="1" latinLnBrk="0" hangingPunct="1">
      <a:defRPr kern="1200">
        <a:solidFill>
          <a:schemeClr val="tx1"/>
        </a:solidFill>
        <a:latin typeface="Arial" charset="0"/>
        <a:ea typeface="+mn-ea"/>
        <a:cs typeface="+mn-cs"/>
      </a:defRPr>
    </a:lvl8pPr>
    <a:lvl9pPr marL="2743132" algn="l" defTabSz="685783"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scaleToFitPaper="1"/>
  <p:clrMru>
    <a:srgbClr val="FFCC00"/>
    <a:srgbClr val="FF9999"/>
    <a:srgbClr val="CC0000"/>
    <a:srgbClr val="008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4606" autoAdjust="0"/>
    <p:restoredTop sz="81701" autoAdjust="0"/>
  </p:normalViewPr>
  <p:slideViewPr>
    <p:cSldViewPr>
      <p:cViewPr varScale="1">
        <p:scale>
          <a:sx n="117" d="100"/>
          <a:sy n="117" d="100"/>
        </p:scale>
        <p:origin x="954" y="108"/>
      </p:cViewPr>
      <p:guideLst>
        <p:guide orient="horz" pos="1620"/>
        <p:guide pos="216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4706"/>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tags" Target="tags/tag1.xml"/><Relationship Id="rId7" Type="http://schemas.openxmlformats.org/officeDocument/2006/relationships/slide" Target="slides/slide3.xml"/><Relationship Id="rId2" Type="http://schemas.openxmlformats.org/officeDocument/2006/relationships/slideMaster" Target="slideMasters/slideMaster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notesMaster" Target="notesMasters/notesMaster1.xml"/><Relationship Id="rId58" Type="http://schemas.openxmlformats.org/officeDocument/2006/relationships/theme" Target="theme/theme1.xml"/><Relationship Id="rId5" Type="http://schemas.openxmlformats.org/officeDocument/2006/relationships/slide" Target="slides/slide1.xml"/><Relationship Id="rId19" Type="http://schemas.openxmlformats.org/officeDocument/2006/relationships/slide" Target="slides/slide15.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presProps" Target="presProps.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slideMaster" Target="slideMasters/slideMaster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tableStyles" Target="tableStyles.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viewProps" Target="viewProps.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ui Thang" userId="2b92e961-d386-4ecc-bbb0-00635ef3f89d" providerId="ADAL" clId="{08744CB3-A3ED-4F0A-9374-4A18695F69E6}"/>
    <pc:docChg chg="undo modSld">
      <pc:chgData name="Bui Thang" userId="2b92e961-d386-4ecc-bbb0-00635ef3f89d" providerId="ADAL" clId="{08744CB3-A3ED-4F0A-9374-4A18695F69E6}" dt="2026-02-10T02:18:41.221" v="48" actId="6549"/>
      <pc:docMkLst>
        <pc:docMk/>
      </pc:docMkLst>
      <pc:sldChg chg="modSp">
        <pc:chgData name="Bui Thang" userId="2b92e961-d386-4ecc-bbb0-00635ef3f89d" providerId="ADAL" clId="{08744CB3-A3ED-4F0A-9374-4A18695F69E6}" dt="2026-02-10T02:18:41.221" v="48" actId="6549"/>
        <pc:sldMkLst>
          <pc:docMk/>
          <pc:sldMk cId="0" sldId="268"/>
        </pc:sldMkLst>
        <pc:spChg chg="mod">
          <ac:chgData name="Bui Thang" userId="2b92e961-d386-4ecc-bbb0-00635ef3f89d" providerId="ADAL" clId="{08744CB3-A3ED-4F0A-9374-4A18695F69E6}" dt="2026-02-10T02:18:41.221" v="48" actId="6549"/>
          <ac:spMkLst>
            <pc:docMk/>
            <pc:sldMk cId="0" sldId="268"/>
            <ac:spMk id="6147" creationId="{00000000-0000-0000-0000-000000000000}"/>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29378" name="Rectangle 2"/>
          <p:cNvSpPr>
            <a:spLocks noGrp="1" noChangeArrowheads="1"/>
          </p:cNvSpPr>
          <p:nvPr>
            <p:ph type="hdr" sz="quarter"/>
          </p:nvPr>
        </p:nvSpPr>
        <p:spPr bwMode="auto">
          <a:xfrm>
            <a:off x="1" y="0"/>
            <a:ext cx="3170138" cy="479539"/>
          </a:xfrm>
          <a:prstGeom prst="rect">
            <a:avLst/>
          </a:prstGeom>
          <a:noFill/>
          <a:ln w="9525">
            <a:noFill/>
            <a:miter lim="800000"/>
            <a:headEnd/>
            <a:tailEnd/>
          </a:ln>
          <a:effectLst/>
        </p:spPr>
        <p:txBody>
          <a:bodyPr vert="horz" wrap="square" lIns="96661" tIns="48331" rIns="96661" bIns="48331" numCol="1" anchor="t" anchorCtr="0" compatLnSpc="1">
            <a:prstTxWarp prst="textNoShape">
              <a:avLst/>
            </a:prstTxWarp>
          </a:bodyPr>
          <a:lstStyle>
            <a:lvl1pPr defTabSz="966788">
              <a:defRPr sz="1300"/>
            </a:lvl1pPr>
          </a:lstStyle>
          <a:p>
            <a:pPr>
              <a:defRPr/>
            </a:pPr>
            <a:endParaRPr lang="en-US"/>
          </a:p>
        </p:txBody>
      </p:sp>
      <p:sp>
        <p:nvSpPr>
          <p:cNvPr id="229379" name="Rectangle 3"/>
          <p:cNvSpPr>
            <a:spLocks noGrp="1" noChangeArrowheads="1"/>
          </p:cNvSpPr>
          <p:nvPr>
            <p:ph type="dt" sz="quarter" idx="1"/>
          </p:nvPr>
        </p:nvSpPr>
        <p:spPr bwMode="auto">
          <a:xfrm>
            <a:off x="4143427" y="0"/>
            <a:ext cx="3170138" cy="479539"/>
          </a:xfrm>
          <a:prstGeom prst="rect">
            <a:avLst/>
          </a:prstGeom>
          <a:noFill/>
          <a:ln w="9525">
            <a:noFill/>
            <a:miter lim="800000"/>
            <a:headEnd/>
            <a:tailEnd/>
          </a:ln>
          <a:effectLst/>
        </p:spPr>
        <p:txBody>
          <a:bodyPr vert="horz" wrap="square" lIns="96661" tIns="48331" rIns="96661" bIns="48331" numCol="1" anchor="t" anchorCtr="0" compatLnSpc="1">
            <a:prstTxWarp prst="textNoShape">
              <a:avLst/>
            </a:prstTxWarp>
          </a:bodyPr>
          <a:lstStyle>
            <a:lvl1pPr algn="r" defTabSz="966788">
              <a:defRPr sz="1300"/>
            </a:lvl1pPr>
          </a:lstStyle>
          <a:p>
            <a:pPr>
              <a:defRPr/>
            </a:pPr>
            <a:endParaRPr lang="en-US"/>
          </a:p>
        </p:txBody>
      </p:sp>
      <p:sp>
        <p:nvSpPr>
          <p:cNvPr id="229380" name="Rectangle 4"/>
          <p:cNvSpPr>
            <a:spLocks noGrp="1" noChangeArrowheads="1"/>
          </p:cNvSpPr>
          <p:nvPr>
            <p:ph type="ftr" sz="quarter" idx="2"/>
          </p:nvPr>
        </p:nvSpPr>
        <p:spPr bwMode="auto">
          <a:xfrm>
            <a:off x="1" y="9120172"/>
            <a:ext cx="3170138" cy="479539"/>
          </a:xfrm>
          <a:prstGeom prst="rect">
            <a:avLst/>
          </a:prstGeom>
          <a:noFill/>
          <a:ln w="9525">
            <a:noFill/>
            <a:miter lim="800000"/>
            <a:headEnd/>
            <a:tailEnd/>
          </a:ln>
          <a:effectLst/>
        </p:spPr>
        <p:txBody>
          <a:bodyPr vert="horz" wrap="square" lIns="96661" tIns="48331" rIns="96661" bIns="48331" numCol="1" anchor="b" anchorCtr="0" compatLnSpc="1">
            <a:prstTxWarp prst="textNoShape">
              <a:avLst/>
            </a:prstTxWarp>
          </a:bodyPr>
          <a:lstStyle>
            <a:lvl1pPr defTabSz="966788">
              <a:defRPr sz="1300"/>
            </a:lvl1pPr>
          </a:lstStyle>
          <a:p>
            <a:pPr>
              <a:defRPr/>
            </a:pPr>
            <a:endParaRPr lang="en-US"/>
          </a:p>
        </p:txBody>
      </p:sp>
      <p:sp>
        <p:nvSpPr>
          <p:cNvPr id="229381" name="Rectangle 5"/>
          <p:cNvSpPr>
            <a:spLocks noGrp="1" noChangeArrowheads="1"/>
          </p:cNvSpPr>
          <p:nvPr>
            <p:ph type="sldNum" sz="quarter" idx="3"/>
          </p:nvPr>
        </p:nvSpPr>
        <p:spPr bwMode="auto">
          <a:xfrm>
            <a:off x="4143427" y="9120172"/>
            <a:ext cx="3170138" cy="479539"/>
          </a:xfrm>
          <a:prstGeom prst="rect">
            <a:avLst/>
          </a:prstGeom>
          <a:noFill/>
          <a:ln w="9525">
            <a:noFill/>
            <a:miter lim="800000"/>
            <a:headEnd/>
            <a:tailEnd/>
          </a:ln>
          <a:effectLst/>
        </p:spPr>
        <p:txBody>
          <a:bodyPr vert="horz" wrap="square" lIns="96661" tIns="48331" rIns="96661" bIns="48331" numCol="1" anchor="b" anchorCtr="0" compatLnSpc="1">
            <a:prstTxWarp prst="textNoShape">
              <a:avLst/>
            </a:prstTxWarp>
          </a:bodyPr>
          <a:lstStyle>
            <a:lvl1pPr algn="r" defTabSz="966788">
              <a:defRPr sz="1300"/>
            </a:lvl1pPr>
          </a:lstStyle>
          <a:p>
            <a:pPr>
              <a:defRPr/>
            </a:pPr>
            <a:fld id="{C47036A7-CA75-4FB0-A0E6-AEEC36B2D2F2}" type="slidenum">
              <a:rPr lang="en-US"/>
              <a:pPr>
                <a:defRPr/>
              </a:pPr>
              <a:t>‹#›</a:t>
            </a:fld>
            <a:endParaRPr lang="en-US"/>
          </a:p>
        </p:txBody>
      </p:sp>
    </p:spTree>
    <p:extLst>
      <p:ext uri="{BB962C8B-B14F-4D97-AF65-F5344CB8AC3E}">
        <p14:creationId xmlns:p14="http://schemas.microsoft.com/office/powerpoint/2010/main" val="191431664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3058" name="Rectangle 2"/>
          <p:cNvSpPr>
            <a:spLocks noGrp="1" noChangeArrowheads="1"/>
          </p:cNvSpPr>
          <p:nvPr>
            <p:ph type="hdr" sz="quarter"/>
          </p:nvPr>
        </p:nvSpPr>
        <p:spPr bwMode="auto">
          <a:xfrm>
            <a:off x="1" y="0"/>
            <a:ext cx="3170138" cy="479539"/>
          </a:xfrm>
          <a:prstGeom prst="rect">
            <a:avLst/>
          </a:prstGeom>
          <a:noFill/>
          <a:ln w="9525">
            <a:noFill/>
            <a:miter lim="800000"/>
            <a:headEnd/>
            <a:tailEnd/>
          </a:ln>
          <a:effectLst/>
        </p:spPr>
        <p:txBody>
          <a:bodyPr vert="horz" wrap="square" lIns="96661" tIns="48331" rIns="96661" bIns="48331" numCol="1" anchor="t" anchorCtr="0" compatLnSpc="1">
            <a:prstTxWarp prst="textNoShape">
              <a:avLst/>
            </a:prstTxWarp>
          </a:bodyPr>
          <a:lstStyle>
            <a:lvl1pPr defTabSz="966788">
              <a:defRPr sz="1300"/>
            </a:lvl1pPr>
          </a:lstStyle>
          <a:p>
            <a:pPr>
              <a:defRPr/>
            </a:pPr>
            <a:endParaRPr lang="en-US"/>
          </a:p>
        </p:txBody>
      </p:sp>
      <p:sp>
        <p:nvSpPr>
          <p:cNvPr id="173059" name="Rectangle 3"/>
          <p:cNvSpPr>
            <a:spLocks noGrp="1" noChangeArrowheads="1"/>
          </p:cNvSpPr>
          <p:nvPr>
            <p:ph type="dt" idx="1"/>
          </p:nvPr>
        </p:nvSpPr>
        <p:spPr bwMode="auto">
          <a:xfrm>
            <a:off x="4143427" y="0"/>
            <a:ext cx="3170138" cy="479539"/>
          </a:xfrm>
          <a:prstGeom prst="rect">
            <a:avLst/>
          </a:prstGeom>
          <a:noFill/>
          <a:ln w="9525">
            <a:noFill/>
            <a:miter lim="800000"/>
            <a:headEnd/>
            <a:tailEnd/>
          </a:ln>
          <a:effectLst/>
        </p:spPr>
        <p:txBody>
          <a:bodyPr vert="horz" wrap="square" lIns="96661" tIns="48331" rIns="96661" bIns="48331" numCol="1" anchor="t" anchorCtr="0" compatLnSpc="1">
            <a:prstTxWarp prst="textNoShape">
              <a:avLst/>
            </a:prstTxWarp>
          </a:bodyPr>
          <a:lstStyle>
            <a:lvl1pPr algn="r" defTabSz="966788">
              <a:defRPr sz="1300"/>
            </a:lvl1pPr>
          </a:lstStyle>
          <a:p>
            <a:pPr>
              <a:defRPr/>
            </a:pPr>
            <a:endParaRPr lang="en-US"/>
          </a:p>
        </p:txBody>
      </p:sp>
      <p:sp>
        <p:nvSpPr>
          <p:cNvPr id="39940" name="Rectangle 4"/>
          <p:cNvSpPr>
            <a:spLocks noGrp="1" noRot="1" noChangeAspect="1" noChangeArrowheads="1" noTextEdit="1"/>
          </p:cNvSpPr>
          <p:nvPr>
            <p:ph type="sldImg" idx="2"/>
          </p:nvPr>
        </p:nvSpPr>
        <p:spPr bwMode="auto">
          <a:xfrm>
            <a:off x="458788" y="720725"/>
            <a:ext cx="6399212" cy="3598863"/>
          </a:xfrm>
          <a:prstGeom prst="rect">
            <a:avLst/>
          </a:prstGeom>
          <a:noFill/>
          <a:ln w="9525">
            <a:solidFill>
              <a:srgbClr val="000000"/>
            </a:solidFill>
            <a:miter lim="800000"/>
            <a:headEnd/>
            <a:tailEnd/>
          </a:ln>
        </p:spPr>
      </p:sp>
      <p:sp>
        <p:nvSpPr>
          <p:cNvPr id="173061" name="Rectangle 5"/>
          <p:cNvSpPr>
            <a:spLocks noGrp="1" noChangeArrowheads="1"/>
          </p:cNvSpPr>
          <p:nvPr>
            <p:ph type="body" sz="quarter" idx="3"/>
          </p:nvPr>
        </p:nvSpPr>
        <p:spPr bwMode="auto">
          <a:xfrm>
            <a:off x="731194" y="4560086"/>
            <a:ext cx="5852814" cy="4320317"/>
          </a:xfrm>
          <a:prstGeom prst="rect">
            <a:avLst/>
          </a:prstGeom>
          <a:noFill/>
          <a:ln w="9525">
            <a:noFill/>
            <a:miter lim="800000"/>
            <a:headEnd/>
            <a:tailEnd/>
          </a:ln>
          <a:effectLst/>
        </p:spPr>
        <p:txBody>
          <a:bodyPr vert="horz" wrap="square" lIns="96661" tIns="48331" rIns="96661" bIns="48331"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73062" name="Rectangle 6"/>
          <p:cNvSpPr>
            <a:spLocks noGrp="1" noChangeArrowheads="1"/>
          </p:cNvSpPr>
          <p:nvPr>
            <p:ph type="ftr" sz="quarter" idx="4"/>
          </p:nvPr>
        </p:nvSpPr>
        <p:spPr bwMode="auto">
          <a:xfrm>
            <a:off x="1" y="9120172"/>
            <a:ext cx="3170138" cy="479539"/>
          </a:xfrm>
          <a:prstGeom prst="rect">
            <a:avLst/>
          </a:prstGeom>
          <a:noFill/>
          <a:ln w="9525">
            <a:noFill/>
            <a:miter lim="800000"/>
            <a:headEnd/>
            <a:tailEnd/>
          </a:ln>
          <a:effectLst/>
        </p:spPr>
        <p:txBody>
          <a:bodyPr vert="horz" wrap="square" lIns="96661" tIns="48331" rIns="96661" bIns="48331" numCol="1" anchor="b" anchorCtr="0" compatLnSpc="1">
            <a:prstTxWarp prst="textNoShape">
              <a:avLst/>
            </a:prstTxWarp>
          </a:bodyPr>
          <a:lstStyle>
            <a:lvl1pPr defTabSz="966788">
              <a:defRPr sz="1300"/>
            </a:lvl1pPr>
          </a:lstStyle>
          <a:p>
            <a:pPr>
              <a:defRPr/>
            </a:pPr>
            <a:endParaRPr lang="en-US"/>
          </a:p>
        </p:txBody>
      </p:sp>
      <p:sp>
        <p:nvSpPr>
          <p:cNvPr id="173063" name="Rectangle 7"/>
          <p:cNvSpPr>
            <a:spLocks noGrp="1" noChangeArrowheads="1"/>
          </p:cNvSpPr>
          <p:nvPr>
            <p:ph type="sldNum" sz="quarter" idx="5"/>
          </p:nvPr>
        </p:nvSpPr>
        <p:spPr bwMode="auto">
          <a:xfrm>
            <a:off x="4143427" y="9120172"/>
            <a:ext cx="3170138" cy="479539"/>
          </a:xfrm>
          <a:prstGeom prst="rect">
            <a:avLst/>
          </a:prstGeom>
          <a:noFill/>
          <a:ln w="9525">
            <a:noFill/>
            <a:miter lim="800000"/>
            <a:headEnd/>
            <a:tailEnd/>
          </a:ln>
          <a:effectLst/>
        </p:spPr>
        <p:txBody>
          <a:bodyPr vert="horz" wrap="square" lIns="96661" tIns="48331" rIns="96661" bIns="48331" numCol="1" anchor="b" anchorCtr="0" compatLnSpc="1">
            <a:prstTxWarp prst="textNoShape">
              <a:avLst/>
            </a:prstTxWarp>
          </a:bodyPr>
          <a:lstStyle>
            <a:lvl1pPr algn="r" defTabSz="966788">
              <a:defRPr sz="1300"/>
            </a:lvl1pPr>
          </a:lstStyle>
          <a:p>
            <a:pPr>
              <a:defRPr/>
            </a:pPr>
            <a:fld id="{951F94F5-58D1-42ED-AB38-DD97D2E49478}" type="slidenum">
              <a:rPr lang="en-US"/>
              <a:pPr>
                <a:defRPr/>
              </a:pPr>
              <a:t>‹#›</a:t>
            </a:fld>
            <a:endParaRPr lang="en-US"/>
          </a:p>
        </p:txBody>
      </p:sp>
    </p:spTree>
    <p:extLst>
      <p:ext uri="{BB962C8B-B14F-4D97-AF65-F5344CB8AC3E}">
        <p14:creationId xmlns:p14="http://schemas.microsoft.com/office/powerpoint/2010/main" val="2222970753"/>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900" kern="1200">
        <a:solidFill>
          <a:schemeClr val="tx1"/>
        </a:solidFill>
        <a:latin typeface="Arial" charset="0"/>
        <a:ea typeface="+mn-ea"/>
        <a:cs typeface="+mn-cs"/>
      </a:defRPr>
    </a:lvl1pPr>
    <a:lvl2pPr marL="342892" algn="l" rtl="0" eaLnBrk="0" fontAlgn="base" hangingPunct="0">
      <a:spcBef>
        <a:spcPct val="30000"/>
      </a:spcBef>
      <a:spcAft>
        <a:spcPct val="0"/>
      </a:spcAft>
      <a:defRPr sz="900" kern="1200">
        <a:solidFill>
          <a:schemeClr val="tx1"/>
        </a:solidFill>
        <a:latin typeface="Arial" charset="0"/>
        <a:ea typeface="+mn-ea"/>
        <a:cs typeface="+mn-cs"/>
      </a:defRPr>
    </a:lvl2pPr>
    <a:lvl3pPr marL="685783" algn="l" rtl="0" eaLnBrk="0" fontAlgn="base" hangingPunct="0">
      <a:spcBef>
        <a:spcPct val="30000"/>
      </a:spcBef>
      <a:spcAft>
        <a:spcPct val="0"/>
      </a:spcAft>
      <a:defRPr sz="900" kern="1200">
        <a:solidFill>
          <a:schemeClr val="tx1"/>
        </a:solidFill>
        <a:latin typeface="Arial" charset="0"/>
        <a:ea typeface="+mn-ea"/>
        <a:cs typeface="+mn-cs"/>
      </a:defRPr>
    </a:lvl3pPr>
    <a:lvl4pPr marL="1028675" algn="l" rtl="0" eaLnBrk="0" fontAlgn="base" hangingPunct="0">
      <a:spcBef>
        <a:spcPct val="30000"/>
      </a:spcBef>
      <a:spcAft>
        <a:spcPct val="0"/>
      </a:spcAft>
      <a:defRPr sz="900" kern="1200">
        <a:solidFill>
          <a:schemeClr val="tx1"/>
        </a:solidFill>
        <a:latin typeface="Arial" charset="0"/>
        <a:ea typeface="+mn-ea"/>
        <a:cs typeface="+mn-cs"/>
      </a:defRPr>
    </a:lvl4pPr>
    <a:lvl5pPr marL="1371566" algn="l" rtl="0" eaLnBrk="0" fontAlgn="base" hangingPunct="0">
      <a:spcBef>
        <a:spcPct val="30000"/>
      </a:spcBef>
      <a:spcAft>
        <a:spcPct val="0"/>
      </a:spcAft>
      <a:defRPr sz="900" kern="1200">
        <a:solidFill>
          <a:schemeClr val="tx1"/>
        </a:solidFill>
        <a:latin typeface="Arial" charset="0"/>
        <a:ea typeface="+mn-ea"/>
        <a:cs typeface="+mn-cs"/>
      </a:defRPr>
    </a:lvl5pPr>
    <a:lvl6pPr marL="1714457" algn="l" defTabSz="685783" rtl="0" eaLnBrk="1" latinLnBrk="0" hangingPunct="1">
      <a:defRPr sz="900" kern="1200">
        <a:solidFill>
          <a:schemeClr val="tx1"/>
        </a:solidFill>
        <a:latin typeface="+mn-lt"/>
        <a:ea typeface="+mn-ea"/>
        <a:cs typeface="+mn-cs"/>
      </a:defRPr>
    </a:lvl6pPr>
    <a:lvl7pPr marL="2057348" algn="l" defTabSz="685783" rtl="0" eaLnBrk="1" latinLnBrk="0" hangingPunct="1">
      <a:defRPr sz="900" kern="1200">
        <a:solidFill>
          <a:schemeClr val="tx1"/>
        </a:solidFill>
        <a:latin typeface="+mn-lt"/>
        <a:ea typeface="+mn-ea"/>
        <a:cs typeface="+mn-cs"/>
      </a:defRPr>
    </a:lvl7pPr>
    <a:lvl8pPr marL="2400240" algn="l" defTabSz="685783" rtl="0" eaLnBrk="1" latinLnBrk="0" hangingPunct="1">
      <a:defRPr sz="900" kern="1200">
        <a:solidFill>
          <a:schemeClr val="tx1"/>
        </a:solidFill>
        <a:latin typeface="+mn-lt"/>
        <a:ea typeface="+mn-ea"/>
        <a:cs typeface="+mn-cs"/>
      </a:defRPr>
    </a:lvl8pPr>
    <a:lvl9pPr marL="2743132" algn="l" defTabSz="685783"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endParaRPr lang="en-US" sz="900" dirty="0">
              <a:latin typeface="Calibri"/>
              <a:cs typeface="Calibri"/>
            </a:endParaRPr>
          </a:p>
        </p:txBody>
      </p:sp>
      <p:sp>
        <p:nvSpPr>
          <p:cNvPr id="4" name="Slide Number Placeholder 3"/>
          <p:cNvSpPr>
            <a:spLocks noGrp="1"/>
          </p:cNvSpPr>
          <p:nvPr>
            <p:ph type="sldNum" sz="quarter" idx="10"/>
          </p:nvPr>
        </p:nvSpPr>
        <p:spPr/>
        <p:txBody>
          <a:bodyPr/>
          <a:lstStyle/>
          <a:p>
            <a:pPr>
              <a:defRPr/>
            </a:pPr>
            <a:fld id="{951F94F5-58D1-42ED-AB38-DD97D2E49478}" type="slidenum">
              <a:rPr lang="en-US" smtClean="0"/>
              <a:pPr>
                <a:defRPr/>
              </a:pPr>
              <a:t>1</a:t>
            </a:fld>
            <a:endParaRPr lang="en-US"/>
          </a:p>
        </p:txBody>
      </p:sp>
    </p:spTree>
    <p:extLst>
      <p:ext uri="{BB962C8B-B14F-4D97-AF65-F5344CB8AC3E}">
        <p14:creationId xmlns:p14="http://schemas.microsoft.com/office/powerpoint/2010/main" val="36229359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51F94F5-58D1-42ED-AB38-DD97D2E49478}" type="slidenum">
              <a:rPr lang="en-US" smtClean="0"/>
              <a:pPr>
                <a:defRPr/>
              </a:pPr>
              <a:t>2</a:t>
            </a:fld>
            <a:endParaRPr lang="en-US"/>
          </a:p>
        </p:txBody>
      </p:sp>
    </p:spTree>
    <p:extLst>
      <p:ext uri="{BB962C8B-B14F-4D97-AF65-F5344CB8AC3E}">
        <p14:creationId xmlns:p14="http://schemas.microsoft.com/office/powerpoint/2010/main" val="156575169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51F94F5-58D1-42ED-AB38-DD97D2E49478}" type="slidenum">
              <a:rPr lang="en-US" smtClean="0"/>
              <a:pPr>
                <a:defRPr/>
              </a:pPr>
              <a:t>3</a:t>
            </a:fld>
            <a:endParaRPr lang="en-US"/>
          </a:p>
        </p:txBody>
      </p:sp>
    </p:spTree>
    <p:extLst>
      <p:ext uri="{BB962C8B-B14F-4D97-AF65-F5344CB8AC3E}">
        <p14:creationId xmlns:p14="http://schemas.microsoft.com/office/powerpoint/2010/main" val="294077043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Who are these? C3PO,</a:t>
            </a:r>
            <a:r>
              <a:rPr lang="en-US" baseline="0" dirty="0"/>
              <a:t> what does he do?  Essentially </a:t>
            </a:r>
            <a:r>
              <a:rPr lang="en-US" baseline="0" dirty="0" err="1"/>
              <a:t>google</a:t>
            </a:r>
            <a:r>
              <a:rPr lang="en-US" baseline="0" dirty="0"/>
              <a:t> translate, (but with anxiety disorder!)</a:t>
            </a:r>
          </a:p>
          <a:p>
            <a:r>
              <a:rPr lang="en-US" baseline="0" dirty="0" err="1"/>
              <a:t>Smal</a:t>
            </a:r>
            <a:r>
              <a:rPr lang="en-US" baseline="0" dirty="0"/>
              <a:t> guy? R2D2 – what does he do, yeah, not so sure</a:t>
            </a:r>
          </a:p>
          <a:p>
            <a:endParaRPr lang="en-US" baseline="0" dirty="0"/>
          </a:p>
          <a:p>
            <a:r>
              <a:rPr lang="en-US" baseline="0" dirty="0"/>
              <a:t>Things got darker: machines come back from the future – to kill us!</a:t>
            </a:r>
          </a:p>
          <a:p>
            <a:endParaRPr lang="en-US" baseline="0" dirty="0"/>
          </a:p>
          <a:p>
            <a:r>
              <a:rPr lang="en-US" baseline="0" dirty="0"/>
              <a:t>90’s : software is scary</a:t>
            </a:r>
          </a:p>
          <a:p>
            <a:endParaRPr lang="en-US" baseline="0" dirty="0"/>
          </a:p>
          <a:p>
            <a:r>
              <a:rPr lang="en-US" baseline="0" dirty="0"/>
              <a:t>Basic fear about what technology might do ?</a:t>
            </a:r>
          </a:p>
          <a:p>
            <a:endParaRPr lang="en-US" baseline="0" dirty="0"/>
          </a:p>
          <a:p>
            <a:r>
              <a:rPr lang="en-US" baseline="0" dirty="0"/>
              <a:t>What if we can’t even tell technology apart from ourselves?</a:t>
            </a:r>
          </a:p>
          <a:p>
            <a:endParaRPr lang="en-US" baseline="0" dirty="0"/>
          </a:p>
          <a:p>
            <a:r>
              <a:rPr lang="en-US" baseline="0" dirty="0"/>
              <a:t>OR maybe it’ll look really different and snarky</a:t>
            </a:r>
          </a:p>
          <a:p>
            <a:endParaRPr lang="en-US" baseline="0" dirty="0"/>
          </a:p>
          <a:p>
            <a:r>
              <a:rPr lang="en-US" baseline="0" dirty="0"/>
              <a:t>Some exceptions like wall-E, positive view of technology (but maybe not of us humans!)</a:t>
            </a:r>
          </a:p>
          <a:p>
            <a:endParaRPr lang="en-US" baseline="0" dirty="0"/>
          </a:p>
          <a:p>
            <a:r>
              <a:rPr lang="en-US" baseline="0" dirty="0"/>
              <a:t>But mostly a worry</a:t>
            </a:r>
          </a:p>
          <a:p>
            <a:endParaRPr lang="en-US" baseline="0" dirty="0"/>
          </a:p>
          <a:p>
            <a:endParaRPr lang="en-US" baseline="0" dirty="0"/>
          </a:p>
          <a:p>
            <a:r>
              <a:rPr lang="en-US" baseline="0" dirty="0"/>
              <a:t>[not very worried myself, at least at present]</a:t>
            </a:r>
            <a:endParaRPr lang="en-US" dirty="0"/>
          </a:p>
        </p:txBody>
      </p:sp>
      <p:sp>
        <p:nvSpPr>
          <p:cNvPr id="4" name="Slide Number Placeholder 3"/>
          <p:cNvSpPr>
            <a:spLocks noGrp="1"/>
          </p:cNvSpPr>
          <p:nvPr>
            <p:ph type="sldNum" sz="quarter" idx="10"/>
          </p:nvPr>
        </p:nvSpPr>
        <p:spPr/>
        <p:txBody>
          <a:bodyPr/>
          <a:lstStyle/>
          <a:p>
            <a:pPr>
              <a:defRPr/>
            </a:pPr>
            <a:fld id="{951F94F5-58D1-42ED-AB38-DD97D2E49478}" type="slidenum">
              <a:rPr lang="en-US" smtClean="0"/>
              <a:pPr>
                <a:defRPr/>
              </a:pPr>
              <a:t>5</a:t>
            </a:fld>
            <a:endParaRPr lang="en-US"/>
          </a:p>
        </p:txBody>
      </p:sp>
    </p:spTree>
    <p:extLst>
      <p:ext uri="{BB962C8B-B14F-4D97-AF65-F5344CB8AC3E}">
        <p14:creationId xmlns:p14="http://schemas.microsoft.com/office/powerpoint/2010/main" val="277103303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951F94F5-58D1-42ED-AB38-DD97D2E49478}" type="slidenum">
              <a:rPr lang="en-US" smtClean="0"/>
              <a:pPr>
                <a:defRPr/>
              </a:pPr>
              <a:t>6</a:t>
            </a:fld>
            <a:endParaRPr lang="en-US"/>
          </a:p>
        </p:txBody>
      </p:sp>
    </p:spTree>
    <p:extLst>
      <p:ext uri="{BB962C8B-B14F-4D97-AF65-F5344CB8AC3E}">
        <p14:creationId xmlns:p14="http://schemas.microsoft.com/office/powerpoint/2010/main" val="240021592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951F94F5-58D1-42ED-AB38-DD97D2E49478}" type="slidenum">
              <a:rPr lang="en-US" smtClean="0"/>
              <a:pPr>
                <a:defRPr/>
              </a:pPr>
              <a:t>7</a:t>
            </a:fld>
            <a:endParaRPr lang="en-US"/>
          </a:p>
        </p:txBody>
      </p:sp>
    </p:spTree>
    <p:extLst>
      <p:ext uri="{BB962C8B-B14F-4D97-AF65-F5344CB8AC3E}">
        <p14:creationId xmlns:p14="http://schemas.microsoft.com/office/powerpoint/2010/main" val="240021592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 left: Think</a:t>
            </a:r>
            <a:r>
              <a:rPr lang="en-US" baseline="0" dirty="0"/>
              <a:t> like people --- cognitive science, neuroscience</a:t>
            </a:r>
          </a:p>
          <a:p>
            <a:endParaRPr lang="en-US" baseline="0" dirty="0"/>
          </a:p>
          <a:p>
            <a:r>
              <a:rPr lang="en-US" baseline="0" dirty="0"/>
              <a:t>Bottom left: act like people --- actually very early definition, dating back to Alan Turing --- Turing test;  problem to do really well you start focusing on things like don’t answer too quickly what the square root of 1412 is, don’t spell too well,  and make sure you have a favorite movie etc.  So it wasn’t really leading us to build intelligence</a:t>
            </a:r>
          </a:p>
          <a:p>
            <a:endParaRPr lang="en-US" baseline="0" dirty="0"/>
          </a:p>
          <a:p>
            <a:r>
              <a:rPr lang="en-US" baseline="0" dirty="0"/>
              <a:t>Think rationally – long tradition dating back to Aristotle --- but not a winner, because difficult to encode how to think, and in the end it’s not about how you think, it’s about how you end up acting</a:t>
            </a:r>
            <a:endParaRPr lang="en-US" dirty="0"/>
          </a:p>
        </p:txBody>
      </p:sp>
      <p:sp>
        <p:nvSpPr>
          <p:cNvPr id="4" name="Slide Number Placeholder 3"/>
          <p:cNvSpPr>
            <a:spLocks noGrp="1"/>
          </p:cNvSpPr>
          <p:nvPr>
            <p:ph type="sldNum" sz="quarter" idx="10"/>
          </p:nvPr>
        </p:nvSpPr>
        <p:spPr/>
        <p:txBody>
          <a:bodyPr/>
          <a:lstStyle/>
          <a:p>
            <a:pPr>
              <a:defRPr/>
            </a:pPr>
            <a:fld id="{951F94F5-58D1-42ED-AB38-DD97D2E49478}" type="slidenum">
              <a:rPr lang="en-US" smtClean="0"/>
              <a:pPr>
                <a:defRPr/>
              </a:pPr>
              <a:t>8</a:t>
            </a:fld>
            <a:endParaRPr lang="en-US"/>
          </a:p>
        </p:txBody>
      </p:sp>
    </p:spTree>
    <p:extLst>
      <p:ext uri="{BB962C8B-B14F-4D97-AF65-F5344CB8AC3E}">
        <p14:creationId xmlns:p14="http://schemas.microsoft.com/office/powerpoint/2010/main" val="240021592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1"/>
          <p:cNvSpPr>
            <a:spLocks noGrp="1" noRot="1" noChangeAspect="1" noChangeArrowheads="1" noTextEdit="1"/>
          </p:cNvSpPr>
          <p:nvPr>
            <p:ph type="sldImg"/>
          </p:nvPr>
        </p:nvSpPr>
        <p:spPr>
          <a:xfrm>
            <a:off x="457200" y="719138"/>
            <a:ext cx="6400800" cy="3600450"/>
          </a:xfrm>
          <a:solidFill>
            <a:srgbClr val="FFFFFF"/>
          </a:solidFill>
          <a:ln/>
        </p:spPr>
      </p:sp>
      <p:sp>
        <p:nvSpPr>
          <p:cNvPr id="40963" name="Rectangle 2"/>
          <p:cNvSpPr>
            <a:spLocks noGrp="1" noChangeArrowheads="1"/>
          </p:cNvSpPr>
          <p:nvPr>
            <p:ph type="body" idx="1"/>
          </p:nvPr>
        </p:nvSpPr>
        <p:spPr>
          <a:xfrm>
            <a:off x="731194" y="4560086"/>
            <a:ext cx="5852814" cy="4321806"/>
          </a:xfrm>
          <a:noFill/>
          <a:ln/>
        </p:spPr>
        <p:txBody>
          <a:bodyPr/>
          <a:lstStyle/>
          <a:p>
            <a:endParaRPr lang="en-US" sz="1700" dirty="0">
              <a:latin typeface="Lucida Grande" charset="0"/>
              <a:ea typeface="Lucida Grande" charset="0"/>
              <a:cs typeface="Lucida Grande" charset="0"/>
              <a:sym typeface="Lucida Grande"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951F94F5-58D1-42ED-AB38-DD97D2E49478}" type="slidenum">
              <a:rPr lang="en-US" smtClean="0"/>
              <a:pPr>
                <a:defRPr/>
              </a:pPr>
              <a:t>12</a:t>
            </a:fld>
            <a:endParaRPr lang="en-US"/>
          </a:p>
        </p:txBody>
      </p:sp>
    </p:spTree>
    <p:extLst>
      <p:ext uri="{BB962C8B-B14F-4D97-AF65-F5344CB8AC3E}">
        <p14:creationId xmlns:p14="http://schemas.microsoft.com/office/powerpoint/2010/main" val="300329255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951F94F5-58D1-42ED-AB38-DD97D2E49478}" type="slidenum">
              <a:rPr lang="en-US" smtClean="0"/>
              <a:pPr>
                <a:defRPr/>
              </a:pPr>
              <a:t>14</a:t>
            </a:fld>
            <a:endParaRPr lang="en-US"/>
          </a:p>
        </p:txBody>
      </p:sp>
    </p:spTree>
    <p:extLst>
      <p:ext uri="{BB962C8B-B14F-4D97-AF65-F5344CB8AC3E}">
        <p14:creationId xmlns:p14="http://schemas.microsoft.com/office/powerpoint/2010/main" val="376421231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Yeah, Kasparov</a:t>
            </a:r>
            <a:r>
              <a:rPr lang="en-US" baseline="0" dirty="0"/>
              <a:t> comment probably says more about humans than about computers</a:t>
            </a:r>
          </a:p>
          <a:p>
            <a:endParaRPr lang="en-US" dirty="0"/>
          </a:p>
        </p:txBody>
      </p:sp>
      <p:sp>
        <p:nvSpPr>
          <p:cNvPr id="4" name="Slide Number Placeholder 3"/>
          <p:cNvSpPr>
            <a:spLocks noGrp="1"/>
          </p:cNvSpPr>
          <p:nvPr>
            <p:ph type="sldNum" sz="quarter" idx="10"/>
          </p:nvPr>
        </p:nvSpPr>
        <p:spPr/>
        <p:txBody>
          <a:bodyPr/>
          <a:lstStyle/>
          <a:p>
            <a:pPr>
              <a:defRPr/>
            </a:pPr>
            <a:fld id="{951F94F5-58D1-42ED-AB38-DD97D2E49478}" type="slidenum">
              <a:rPr lang="en-US" smtClean="0"/>
              <a:pPr>
                <a:defRPr/>
              </a:pPr>
              <a:t>17</a:t>
            </a:fld>
            <a:endParaRPr lang="en-US"/>
          </a:p>
        </p:txBody>
      </p:sp>
    </p:spTree>
    <p:extLst>
      <p:ext uri="{BB962C8B-B14F-4D97-AF65-F5344CB8AC3E}">
        <p14:creationId xmlns:p14="http://schemas.microsoft.com/office/powerpoint/2010/main" val="270187679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951F94F5-58D1-42ED-AB38-DD97D2E49478}" type="slidenum">
              <a:rPr lang="en-US" smtClean="0"/>
              <a:pPr>
                <a:defRPr/>
              </a:pPr>
              <a:t>19</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dirty="0"/>
          </a:p>
        </p:txBody>
      </p:sp>
      <p:sp>
        <p:nvSpPr>
          <p:cNvPr id="4" name="Slide Number Placeholder 3"/>
          <p:cNvSpPr>
            <a:spLocks noGrp="1"/>
          </p:cNvSpPr>
          <p:nvPr>
            <p:ph type="sldNum" sz="quarter" idx="5"/>
          </p:nvPr>
        </p:nvSpPr>
        <p:spPr/>
        <p:txBody>
          <a:bodyPr/>
          <a:lstStyle/>
          <a:p>
            <a:pPr>
              <a:defRPr/>
            </a:pPr>
            <a:fld id="{951F94F5-58D1-42ED-AB38-DD97D2E49478}" type="slidenum">
              <a:rPr lang="en-US" smtClean="0"/>
              <a:pPr>
                <a:defRPr/>
              </a:pPr>
              <a:t>20</a:t>
            </a:fld>
            <a:endParaRPr lang="en-US"/>
          </a:p>
        </p:txBody>
      </p:sp>
    </p:spTree>
    <p:extLst>
      <p:ext uri="{BB962C8B-B14F-4D97-AF65-F5344CB8AC3E}">
        <p14:creationId xmlns:p14="http://schemas.microsoft.com/office/powerpoint/2010/main" val="339656706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1"/>
          <p:cNvSpPr>
            <a:spLocks noGrp="1" noRot="1" noChangeAspect="1" noChangeArrowheads="1" noTextEdit="1"/>
          </p:cNvSpPr>
          <p:nvPr>
            <p:ph type="sldImg"/>
          </p:nvPr>
        </p:nvSpPr>
        <p:spPr>
          <a:xfrm>
            <a:off x="457200" y="719138"/>
            <a:ext cx="6400800" cy="3600450"/>
          </a:xfrm>
          <a:solidFill>
            <a:srgbClr val="FFFFFF"/>
          </a:solidFill>
          <a:ln/>
        </p:spPr>
      </p:sp>
      <p:sp>
        <p:nvSpPr>
          <p:cNvPr id="41987" name="Rectangle 2"/>
          <p:cNvSpPr>
            <a:spLocks noGrp="1" noChangeArrowheads="1"/>
          </p:cNvSpPr>
          <p:nvPr>
            <p:ph type="body" idx="1"/>
          </p:nvPr>
        </p:nvSpPr>
        <p:spPr>
          <a:xfrm>
            <a:off x="731194" y="4560086"/>
            <a:ext cx="5852814" cy="4321806"/>
          </a:xfrm>
          <a:noFill/>
          <a:ln/>
        </p:spPr>
        <p:txBody>
          <a:bodyPr/>
          <a:lstStyle/>
          <a:p>
            <a:r>
              <a:rPr lang="en-US">
                <a:latin typeface="Helvetica" charset="0"/>
                <a:cs typeface="Helvetica" charset="0"/>
                <a:sym typeface="Helvetica" charset="0"/>
              </a:rPr>
              <a:t>All applications can be thought of as decision making or useful sub-components of decision making</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Wingdings" charset="0"/>
              <a:buNone/>
            </a:pPr>
            <a:endParaRPr lang="en-US" baseline="0" dirty="0">
              <a:sym typeface="Wingdings"/>
            </a:endParaRPr>
          </a:p>
          <a:p>
            <a:pPr marL="0" indent="0">
              <a:buFont typeface="Wingdings" charset="0"/>
              <a:buNone/>
            </a:pPr>
            <a:endParaRPr lang="en-US" dirty="0"/>
          </a:p>
        </p:txBody>
      </p:sp>
      <p:sp>
        <p:nvSpPr>
          <p:cNvPr id="4" name="Slide Number Placeholder 3"/>
          <p:cNvSpPr>
            <a:spLocks noGrp="1"/>
          </p:cNvSpPr>
          <p:nvPr>
            <p:ph type="sldNum" sz="quarter" idx="10"/>
          </p:nvPr>
        </p:nvSpPr>
        <p:spPr/>
        <p:txBody>
          <a:bodyPr/>
          <a:lstStyle/>
          <a:p>
            <a:pPr>
              <a:defRPr/>
            </a:pPr>
            <a:fld id="{951F94F5-58D1-42ED-AB38-DD97D2E49478}" type="slidenum">
              <a:rPr lang="en-US" smtClean="0"/>
              <a:pPr>
                <a:defRPr/>
              </a:pPr>
              <a:t>23</a:t>
            </a:fld>
            <a:endParaRPr lang="en-US"/>
          </a:p>
        </p:txBody>
      </p:sp>
    </p:spTree>
    <p:extLst>
      <p:ext uri="{BB962C8B-B14F-4D97-AF65-F5344CB8AC3E}">
        <p14:creationId xmlns:p14="http://schemas.microsoft.com/office/powerpoint/2010/main" val="266143220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1"/>
          <p:cNvSpPr>
            <a:spLocks noGrp="1" noRot="1" noChangeAspect="1" noChangeArrowheads="1" noTextEdit="1"/>
          </p:cNvSpPr>
          <p:nvPr>
            <p:ph type="sldImg"/>
          </p:nvPr>
        </p:nvSpPr>
        <p:spPr>
          <a:xfrm>
            <a:off x="457200" y="719138"/>
            <a:ext cx="6400800" cy="3600450"/>
          </a:xfrm>
          <a:solidFill>
            <a:srgbClr val="FFFFFF"/>
          </a:solidFill>
          <a:ln/>
        </p:spPr>
      </p:sp>
      <p:sp>
        <p:nvSpPr>
          <p:cNvPr id="41987" name="Rectangle 2"/>
          <p:cNvSpPr>
            <a:spLocks noGrp="1" noChangeArrowheads="1"/>
          </p:cNvSpPr>
          <p:nvPr>
            <p:ph type="body" idx="1"/>
          </p:nvPr>
        </p:nvSpPr>
        <p:spPr>
          <a:xfrm>
            <a:off x="731194" y="4560086"/>
            <a:ext cx="5852814" cy="4321806"/>
          </a:xfrm>
          <a:noFill/>
          <a:ln/>
        </p:spPr>
        <p:txBody>
          <a:bodyPr/>
          <a:lstStyle/>
          <a:p>
            <a:endParaRPr lang="en-US" dirty="0">
              <a:latin typeface="Helvetica" charset="0"/>
              <a:cs typeface="Helvetica" charset="0"/>
              <a:sym typeface="Helvetica" charset="0"/>
            </a:endParaRPr>
          </a:p>
        </p:txBody>
      </p:sp>
    </p:spTree>
    <p:extLst>
      <p:ext uri="{BB962C8B-B14F-4D97-AF65-F5344CB8AC3E}">
        <p14:creationId xmlns:p14="http://schemas.microsoft.com/office/powerpoint/2010/main" val="212848490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1"/>
          <p:cNvSpPr>
            <a:spLocks noGrp="1" noRot="1" noChangeAspect="1" noChangeArrowheads="1" noTextEdit="1"/>
          </p:cNvSpPr>
          <p:nvPr>
            <p:ph type="sldImg"/>
          </p:nvPr>
        </p:nvSpPr>
        <p:spPr>
          <a:xfrm>
            <a:off x="457200" y="719138"/>
            <a:ext cx="6400800" cy="3600450"/>
          </a:xfrm>
          <a:solidFill>
            <a:srgbClr val="FFFFFF"/>
          </a:solidFill>
          <a:ln/>
        </p:spPr>
      </p:sp>
      <p:sp>
        <p:nvSpPr>
          <p:cNvPr id="41987" name="Rectangle 2"/>
          <p:cNvSpPr>
            <a:spLocks noGrp="1" noChangeArrowheads="1"/>
          </p:cNvSpPr>
          <p:nvPr>
            <p:ph type="body" idx="1"/>
          </p:nvPr>
        </p:nvSpPr>
        <p:spPr>
          <a:xfrm>
            <a:off x="731194" y="4560086"/>
            <a:ext cx="5852814" cy="4321806"/>
          </a:xfrm>
          <a:noFill/>
          <a:ln/>
        </p:spPr>
        <p:txBody>
          <a:bodyPr/>
          <a:lstStyle/>
          <a:p>
            <a:endParaRPr lang="en-US" dirty="0">
              <a:latin typeface="Helvetica" charset="0"/>
              <a:cs typeface="Helvetica" charset="0"/>
              <a:sym typeface="Helvetica" charset="0"/>
            </a:endParaRPr>
          </a:p>
        </p:txBody>
      </p:sp>
    </p:spTree>
    <p:extLst>
      <p:ext uri="{BB962C8B-B14F-4D97-AF65-F5344CB8AC3E}">
        <p14:creationId xmlns:p14="http://schemas.microsoft.com/office/powerpoint/2010/main" val="70494663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1"/>
          <p:cNvSpPr>
            <a:spLocks noGrp="1" noRot="1" noChangeAspect="1" noChangeArrowheads="1" noTextEdit="1"/>
          </p:cNvSpPr>
          <p:nvPr>
            <p:ph type="sldImg"/>
          </p:nvPr>
        </p:nvSpPr>
        <p:spPr>
          <a:xfrm>
            <a:off x="457200" y="719138"/>
            <a:ext cx="6400800" cy="3600450"/>
          </a:xfrm>
          <a:solidFill>
            <a:srgbClr val="FFFFFF"/>
          </a:solidFill>
          <a:ln/>
        </p:spPr>
      </p:sp>
      <p:sp>
        <p:nvSpPr>
          <p:cNvPr id="41987" name="Rectangle 2"/>
          <p:cNvSpPr>
            <a:spLocks noGrp="1" noChangeArrowheads="1"/>
          </p:cNvSpPr>
          <p:nvPr>
            <p:ph type="body" idx="1"/>
          </p:nvPr>
        </p:nvSpPr>
        <p:spPr>
          <a:xfrm>
            <a:off x="731194" y="4560086"/>
            <a:ext cx="5852814" cy="4321806"/>
          </a:xfrm>
          <a:noFill/>
          <a:ln/>
        </p:spPr>
        <p:txBody>
          <a:bodyPr/>
          <a:lstStyle/>
          <a:p>
            <a:endParaRPr lang="en-US" dirty="0">
              <a:latin typeface="Helvetica" charset="0"/>
              <a:cs typeface="Helvetica" charset="0"/>
              <a:sym typeface="Helvetica" charset="0"/>
            </a:endParaRPr>
          </a:p>
        </p:txBody>
      </p:sp>
    </p:spTree>
    <p:extLst>
      <p:ext uri="{BB962C8B-B14F-4D97-AF65-F5344CB8AC3E}">
        <p14:creationId xmlns:p14="http://schemas.microsoft.com/office/powerpoint/2010/main" val="281920534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1"/>
          <p:cNvSpPr>
            <a:spLocks noGrp="1" noRot="1" noChangeAspect="1" noChangeArrowheads="1" noTextEdit="1"/>
          </p:cNvSpPr>
          <p:nvPr>
            <p:ph type="sldImg"/>
          </p:nvPr>
        </p:nvSpPr>
        <p:spPr>
          <a:xfrm>
            <a:off x="457200" y="719138"/>
            <a:ext cx="6400800" cy="3600450"/>
          </a:xfrm>
          <a:solidFill>
            <a:srgbClr val="FFFFFF"/>
          </a:solidFill>
          <a:ln/>
        </p:spPr>
      </p:sp>
      <p:sp>
        <p:nvSpPr>
          <p:cNvPr id="41987" name="Rectangle 2"/>
          <p:cNvSpPr>
            <a:spLocks noGrp="1" noChangeArrowheads="1"/>
          </p:cNvSpPr>
          <p:nvPr>
            <p:ph type="body" idx="1"/>
          </p:nvPr>
        </p:nvSpPr>
        <p:spPr>
          <a:xfrm>
            <a:off x="731194" y="4560086"/>
            <a:ext cx="5852814" cy="4321806"/>
          </a:xfrm>
          <a:noFill/>
          <a:ln/>
        </p:spPr>
        <p:txBody>
          <a:bodyPr/>
          <a:lstStyle/>
          <a:p>
            <a:endParaRPr lang="en-US" dirty="0">
              <a:latin typeface="Helvetica" charset="0"/>
              <a:cs typeface="Helvetica" charset="0"/>
              <a:sym typeface="Helvetica" charset="0"/>
            </a:endParaRPr>
          </a:p>
        </p:txBody>
      </p:sp>
    </p:spTree>
    <p:extLst>
      <p:ext uri="{BB962C8B-B14F-4D97-AF65-F5344CB8AC3E}">
        <p14:creationId xmlns:p14="http://schemas.microsoft.com/office/powerpoint/2010/main" val="367656453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1"/>
          <p:cNvSpPr>
            <a:spLocks noGrp="1" noRot="1" noChangeAspect="1" noChangeArrowheads="1" noTextEdit="1"/>
          </p:cNvSpPr>
          <p:nvPr>
            <p:ph type="sldImg"/>
          </p:nvPr>
        </p:nvSpPr>
        <p:spPr>
          <a:xfrm>
            <a:off x="457200" y="719138"/>
            <a:ext cx="6400800" cy="3600450"/>
          </a:xfrm>
          <a:solidFill>
            <a:srgbClr val="FFFFFF"/>
          </a:solidFill>
          <a:ln/>
        </p:spPr>
      </p:sp>
      <p:sp>
        <p:nvSpPr>
          <p:cNvPr id="41987" name="Rectangle 2"/>
          <p:cNvSpPr>
            <a:spLocks noGrp="1" noChangeArrowheads="1"/>
          </p:cNvSpPr>
          <p:nvPr>
            <p:ph type="body" idx="1"/>
          </p:nvPr>
        </p:nvSpPr>
        <p:spPr>
          <a:xfrm>
            <a:off x="731194" y="4560086"/>
            <a:ext cx="5852814" cy="4321806"/>
          </a:xfrm>
          <a:noFill/>
          <a:ln/>
        </p:spPr>
        <p:txBody>
          <a:bodyPr/>
          <a:lstStyle/>
          <a:p>
            <a:endParaRPr lang="en-US" dirty="0">
              <a:latin typeface="Helvetica" charset="0"/>
              <a:cs typeface="Helvetica" charset="0"/>
              <a:sym typeface="Helvetica" charset="0"/>
            </a:endParaRPr>
          </a:p>
        </p:txBody>
      </p:sp>
    </p:spTree>
    <p:extLst>
      <p:ext uri="{BB962C8B-B14F-4D97-AF65-F5344CB8AC3E}">
        <p14:creationId xmlns:p14="http://schemas.microsoft.com/office/powerpoint/2010/main" val="129673212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1"/>
          <p:cNvSpPr>
            <a:spLocks noGrp="1" noRot="1" noChangeAspect="1" noChangeArrowheads="1" noTextEdit="1"/>
          </p:cNvSpPr>
          <p:nvPr>
            <p:ph type="sldImg"/>
          </p:nvPr>
        </p:nvSpPr>
        <p:spPr>
          <a:xfrm>
            <a:off x="457200" y="719138"/>
            <a:ext cx="6400800" cy="3600450"/>
          </a:xfrm>
          <a:solidFill>
            <a:srgbClr val="FFFFFF"/>
          </a:solidFill>
          <a:ln/>
        </p:spPr>
      </p:sp>
      <p:sp>
        <p:nvSpPr>
          <p:cNvPr id="41987" name="Rectangle 2"/>
          <p:cNvSpPr>
            <a:spLocks noGrp="1" noChangeArrowheads="1"/>
          </p:cNvSpPr>
          <p:nvPr>
            <p:ph type="body" idx="1"/>
          </p:nvPr>
        </p:nvSpPr>
        <p:spPr>
          <a:xfrm>
            <a:off x="731194" y="4560086"/>
            <a:ext cx="5852814" cy="4321806"/>
          </a:xfrm>
          <a:noFill/>
          <a:ln/>
        </p:spPr>
        <p:txBody>
          <a:bodyPr/>
          <a:lstStyle/>
          <a:p>
            <a:endParaRPr lang="en-US" dirty="0">
              <a:latin typeface="Helvetica" charset="0"/>
              <a:cs typeface="Helvetica" charset="0"/>
              <a:sym typeface="Helvetica" charset="0"/>
            </a:endParaRPr>
          </a:p>
        </p:txBody>
      </p:sp>
    </p:spTree>
    <p:extLst>
      <p:ext uri="{BB962C8B-B14F-4D97-AF65-F5344CB8AC3E}">
        <p14:creationId xmlns:p14="http://schemas.microsoft.com/office/powerpoint/2010/main" val="272177490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5122" name="Rectangle 2"/>
          <p:cNvSpPr>
            <a:spLocks noGrp="1" noChangeArrowheads="1"/>
          </p:cNvSpPr>
          <p:nvPr>
            <p:ph type="ctrTitle"/>
          </p:nvPr>
        </p:nvSpPr>
        <p:spPr>
          <a:xfrm>
            <a:off x="0" y="783433"/>
            <a:ext cx="9144000" cy="1102519"/>
          </a:xfrm>
        </p:spPr>
        <p:txBody>
          <a:bodyPr/>
          <a:lstStyle>
            <a:lvl1pPr>
              <a:defRPr>
                <a:solidFill>
                  <a:schemeClr val="accent2"/>
                </a:solidFill>
              </a:defRPr>
            </a:lvl1pPr>
          </a:lstStyle>
          <a:p>
            <a:r>
              <a:rPr lang="en-US"/>
              <a:t>Click to edit Master title style</a:t>
            </a:r>
          </a:p>
        </p:txBody>
      </p:sp>
      <p:sp>
        <p:nvSpPr>
          <p:cNvPr id="5123" name="Rectangle 3"/>
          <p:cNvSpPr>
            <a:spLocks noGrp="1" noChangeArrowheads="1"/>
          </p:cNvSpPr>
          <p:nvPr>
            <p:ph type="subTitle" idx="1"/>
          </p:nvPr>
        </p:nvSpPr>
        <p:spPr>
          <a:xfrm>
            <a:off x="0" y="2743200"/>
            <a:ext cx="9144000" cy="1143000"/>
          </a:xfrm>
        </p:spPr>
        <p:txBody>
          <a:bodyPr/>
          <a:lstStyle>
            <a:lvl1pPr marL="0" indent="0" algn="ctr">
              <a:buFont typeface="Wingdings" pitchFamily="2" charset="2"/>
              <a:buNone/>
              <a:defRPr>
                <a:solidFill>
                  <a:schemeClr val="tx1"/>
                </a:solidFill>
              </a:defRPr>
            </a:lvl1pPr>
          </a:lstStyle>
          <a:p>
            <a:r>
              <a:rPr lang="en-US" dirty="0"/>
              <a:t>Click to edit Master subtitle style</a:t>
            </a:r>
          </a:p>
        </p:txBody>
      </p:sp>
      <p:sp>
        <p:nvSpPr>
          <p:cNvPr id="4" name="Rectangle 4"/>
          <p:cNvSpPr>
            <a:spLocks noGrp="1" noChangeArrowheads="1"/>
          </p:cNvSpPr>
          <p:nvPr>
            <p:ph type="dt" sz="half" idx="10"/>
          </p:nvPr>
        </p:nvSpPr>
        <p:spPr/>
        <p:txBody>
          <a:bodyPr/>
          <a:lstStyle>
            <a:lvl1pPr>
              <a:defRPr/>
            </a:lvl1pPr>
          </a:lstStyle>
          <a:p>
            <a:pPr>
              <a:defRPr/>
            </a:pPr>
            <a:endParaRPr lang="en-US"/>
          </a:p>
        </p:txBody>
      </p:sp>
      <p:sp>
        <p:nvSpPr>
          <p:cNvPr id="5" name="Rectangle 5"/>
          <p:cNvSpPr>
            <a:spLocks noGrp="1" noChangeArrowheads="1"/>
          </p:cNvSpPr>
          <p:nvPr>
            <p:ph type="ftr" sz="quarter" idx="11"/>
          </p:nvPr>
        </p:nvSpPr>
        <p:spPr/>
        <p:txBody>
          <a:bodyPr/>
          <a:lstStyle>
            <a:lvl1pPr>
              <a:defRPr/>
            </a:lvl1pPr>
          </a:lstStyle>
          <a:p>
            <a:pPr>
              <a:defRPr/>
            </a:pPr>
            <a:endParaRPr lang="en-US"/>
          </a:p>
        </p:txBody>
      </p:sp>
      <p:sp>
        <p:nvSpPr>
          <p:cNvPr id="6" name="Rectangle 6"/>
          <p:cNvSpPr>
            <a:spLocks noGrp="1" noChangeArrowheads="1"/>
          </p:cNvSpPr>
          <p:nvPr>
            <p:ph type="sldNum" sz="quarter" idx="12"/>
          </p:nvPr>
        </p:nvSpPr>
        <p:spPr/>
        <p:txBody>
          <a:bodyPr/>
          <a:lstStyle>
            <a:lvl1pPr>
              <a:defRPr/>
            </a:lvl1pPr>
          </a:lstStyle>
          <a:p>
            <a:pPr>
              <a:defRPr/>
            </a:pPr>
            <a:fld id="{92E62938-84EC-488D-9CA4-E38E8D42E52F}" type="slidenum">
              <a:rPr lang="en-US"/>
              <a:pPr>
                <a:defRPr/>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noProof="0"/>
              <a:t>Click to edit Master title style</a:t>
            </a:r>
          </a:p>
        </p:txBody>
      </p:sp>
      <p:sp>
        <p:nvSpPr>
          <p:cNvPr id="3" name="Content Placeholder 2"/>
          <p:cNvSpPr>
            <a:spLocks noGrp="1"/>
          </p:cNvSpPr>
          <p:nvPr>
            <p:ph idx="1"/>
          </p:nvPr>
        </p:nvSpPr>
        <p:spPr/>
        <p:txBody>
          <a:bodyPr/>
          <a:lstStyle/>
          <a:p>
            <a:pPr lvl="0"/>
            <a:r>
              <a:rPr lang="vi-VN" noProof="0"/>
              <a:t>Click to edit Master text styles</a:t>
            </a:r>
          </a:p>
          <a:p>
            <a:pPr lvl="1"/>
            <a:r>
              <a:rPr lang="vi-VN" noProof="0"/>
              <a:t>Second level</a:t>
            </a:r>
          </a:p>
          <a:p>
            <a:pPr lvl="2"/>
            <a:r>
              <a:rPr lang="vi-VN" noProof="0"/>
              <a:t>Third level</a:t>
            </a:r>
          </a:p>
          <a:p>
            <a:pPr lvl="3"/>
            <a:r>
              <a:rPr lang="vi-VN" noProof="0"/>
              <a:t>Fourth level</a:t>
            </a:r>
          </a:p>
          <a:p>
            <a:pPr lvl="4"/>
            <a:r>
              <a:rPr lang="vi-VN" noProof="0"/>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A91A05A8-D087-49F8-A68B-53BB47A7E6BF}" type="slidenum">
              <a:rPr lang="en-US"/>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541735" y="3305176"/>
            <a:ext cx="58293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541735" y="2180035"/>
            <a:ext cx="5829300" cy="1125140"/>
          </a:xfrm>
        </p:spPr>
        <p:txBody>
          <a:bodyPr anchor="b"/>
          <a:lstStyle>
            <a:lvl1pPr marL="0" indent="0">
              <a:buNone/>
              <a:defRPr sz="1500"/>
            </a:lvl1pPr>
            <a:lvl2pPr marL="342892" indent="0">
              <a:buNone/>
              <a:defRPr sz="1400"/>
            </a:lvl2pPr>
            <a:lvl3pPr marL="685783" indent="0">
              <a:buNone/>
              <a:defRPr sz="1200"/>
            </a:lvl3pPr>
            <a:lvl4pPr marL="1028675" indent="0">
              <a:buNone/>
              <a:defRPr sz="1100"/>
            </a:lvl4pPr>
            <a:lvl5pPr marL="1371566" indent="0">
              <a:buNone/>
              <a:defRPr sz="1100"/>
            </a:lvl5pPr>
            <a:lvl6pPr marL="1714457" indent="0">
              <a:buNone/>
              <a:defRPr sz="1100"/>
            </a:lvl6pPr>
            <a:lvl7pPr marL="2057348" indent="0">
              <a:buNone/>
              <a:defRPr sz="1100"/>
            </a:lvl7pPr>
            <a:lvl8pPr marL="2400240" indent="0">
              <a:buNone/>
              <a:defRPr sz="1100"/>
            </a:lvl8pPr>
            <a:lvl9pPr marL="2743132" indent="0">
              <a:buNone/>
              <a:defRPr sz="1100"/>
            </a:lvl9pPr>
          </a:lstStyle>
          <a:p>
            <a:pPr lvl="0"/>
            <a:r>
              <a:rPr lang="en-US"/>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36BBC673-9CA8-4194-8E34-D666622A555E}" type="slidenum">
              <a:rPr lang="en-US"/>
              <a:pPr>
                <a:defRPr/>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noProof="0"/>
              <a:t>Click to edit Master title style</a:t>
            </a:r>
          </a:p>
        </p:txBody>
      </p:sp>
      <p:sp>
        <p:nvSpPr>
          <p:cNvPr id="3" name="Content Placeholder 2"/>
          <p:cNvSpPr>
            <a:spLocks noGrp="1"/>
          </p:cNvSpPr>
          <p:nvPr>
            <p:ph sz="half" idx="1"/>
          </p:nvPr>
        </p:nvSpPr>
        <p:spPr>
          <a:xfrm>
            <a:off x="342900" y="1200151"/>
            <a:ext cx="3028950" cy="3394472"/>
          </a:xfrm>
        </p:spPr>
        <p:txBody>
          <a:bodyPr/>
          <a:lstStyle>
            <a:lvl1pPr>
              <a:defRPr sz="2100"/>
            </a:lvl1pPr>
            <a:lvl2pPr>
              <a:defRPr sz="1800"/>
            </a:lvl2pPr>
            <a:lvl3pPr>
              <a:defRPr sz="1500"/>
            </a:lvl3pPr>
            <a:lvl4pPr>
              <a:defRPr sz="1400"/>
            </a:lvl4pPr>
            <a:lvl5pPr>
              <a:defRPr sz="1400"/>
            </a:lvl5pPr>
            <a:lvl6pPr>
              <a:defRPr sz="1400"/>
            </a:lvl6pPr>
            <a:lvl7pPr>
              <a:defRPr sz="1400"/>
            </a:lvl7pPr>
            <a:lvl8pPr>
              <a:defRPr sz="1400"/>
            </a:lvl8pPr>
            <a:lvl9pPr>
              <a:defRPr sz="1400"/>
            </a:lvl9pPr>
          </a:lstStyle>
          <a:p>
            <a:pPr lvl="0"/>
            <a:r>
              <a:rPr lang="vi-VN" noProof="0"/>
              <a:t>Click to edit Master text styles</a:t>
            </a:r>
          </a:p>
          <a:p>
            <a:pPr lvl="1"/>
            <a:r>
              <a:rPr lang="vi-VN" noProof="0"/>
              <a:t>Second level</a:t>
            </a:r>
          </a:p>
          <a:p>
            <a:pPr lvl="2"/>
            <a:r>
              <a:rPr lang="vi-VN" noProof="0"/>
              <a:t>Third level</a:t>
            </a:r>
          </a:p>
          <a:p>
            <a:pPr lvl="3"/>
            <a:r>
              <a:rPr lang="vi-VN" noProof="0"/>
              <a:t>Fourth level</a:t>
            </a:r>
          </a:p>
          <a:p>
            <a:pPr lvl="4"/>
            <a:r>
              <a:rPr lang="vi-VN" noProof="0"/>
              <a:t>Fifth level</a:t>
            </a:r>
          </a:p>
        </p:txBody>
      </p:sp>
      <p:sp>
        <p:nvSpPr>
          <p:cNvPr id="4" name="Content Placeholder 3"/>
          <p:cNvSpPr>
            <a:spLocks noGrp="1"/>
          </p:cNvSpPr>
          <p:nvPr>
            <p:ph sz="half" idx="2"/>
          </p:nvPr>
        </p:nvSpPr>
        <p:spPr>
          <a:xfrm>
            <a:off x="3486150" y="1200151"/>
            <a:ext cx="3028950" cy="3394472"/>
          </a:xfrm>
        </p:spPr>
        <p:txBody>
          <a:bodyPr/>
          <a:lstStyle>
            <a:lvl1pPr>
              <a:defRPr sz="2100"/>
            </a:lvl1pPr>
            <a:lvl2pPr>
              <a:defRPr sz="1800"/>
            </a:lvl2pPr>
            <a:lvl3pPr>
              <a:defRPr sz="1500"/>
            </a:lvl3pPr>
            <a:lvl4pPr>
              <a:defRPr sz="1400"/>
            </a:lvl4pPr>
            <a:lvl5pPr>
              <a:defRPr sz="1400"/>
            </a:lvl5pPr>
            <a:lvl6pPr>
              <a:defRPr sz="1400"/>
            </a:lvl6pPr>
            <a:lvl7pPr>
              <a:defRPr sz="1400"/>
            </a:lvl7pPr>
            <a:lvl8pPr>
              <a:defRPr sz="1400"/>
            </a:lvl8pPr>
            <a:lvl9pPr>
              <a:defRPr sz="1400"/>
            </a:lvl9pPr>
          </a:lstStyle>
          <a:p>
            <a:pPr lvl="0"/>
            <a:r>
              <a:rPr lang="vi-VN" noProof="0"/>
              <a:t>Click to edit Master text styles</a:t>
            </a:r>
          </a:p>
          <a:p>
            <a:pPr lvl="1"/>
            <a:r>
              <a:rPr lang="vi-VN" noProof="0"/>
              <a:t>Second level</a:t>
            </a:r>
          </a:p>
          <a:p>
            <a:pPr lvl="2"/>
            <a:r>
              <a:rPr lang="vi-VN" noProof="0"/>
              <a:t>Third level</a:t>
            </a:r>
          </a:p>
          <a:p>
            <a:pPr lvl="3"/>
            <a:r>
              <a:rPr lang="vi-VN" noProof="0"/>
              <a:t>Fourth level</a:t>
            </a:r>
          </a:p>
          <a:p>
            <a:pPr lvl="4"/>
            <a:r>
              <a:rPr lang="vi-VN" noProof="0"/>
              <a:t>Fifth level</a:t>
            </a:r>
          </a:p>
        </p:txBody>
      </p:sp>
      <p:sp>
        <p:nvSpPr>
          <p:cNvPr id="5" name="Rectangle 4"/>
          <p:cNvSpPr>
            <a:spLocks noGrp="1" noChangeArrowheads="1"/>
          </p:cNvSpPr>
          <p:nvPr>
            <p:ph type="dt" sz="half" idx="10"/>
          </p:nvPr>
        </p:nvSpPr>
        <p:spPr>
          <a:ln/>
        </p:spPr>
        <p:txBody>
          <a:bodyPr/>
          <a:lstStyle>
            <a:lvl1pPr>
              <a:defRPr/>
            </a:lvl1pPr>
          </a:lstStyle>
          <a:p>
            <a:pPr>
              <a:defRPr/>
            </a:pPr>
            <a:endParaRPr lang="vi-VN" noProof="0"/>
          </a:p>
        </p:txBody>
      </p:sp>
      <p:sp>
        <p:nvSpPr>
          <p:cNvPr id="6" name="Rectangle 5"/>
          <p:cNvSpPr>
            <a:spLocks noGrp="1" noChangeArrowheads="1"/>
          </p:cNvSpPr>
          <p:nvPr>
            <p:ph type="ftr" sz="quarter" idx="11"/>
          </p:nvPr>
        </p:nvSpPr>
        <p:spPr>
          <a:ln/>
        </p:spPr>
        <p:txBody>
          <a:bodyPr/>
          <a:lstStyle>
            <a:lvl1pPr>
              <a:defRPr/>
            </a:lvl1pPr>
          </a:lstStyle>
          <a:p>
            <a:pPr>
              <a:defRPr/>
            </a:pPr>
            <a:endParaRPr lang="vi-VN" noProof="0"/>
          </a:p>
        </p:txBody>
      </p:sp>
      <p:sp>
        <p:nvSpPr>
          <p:cNvPr id="7" name="Rectangle 6"/>
          <p:cNvSpPr>
            <a:spLocks noGrp="1" noChangeArrowheads="1"/>
          </p:cNvSpPr>
          <p:nvPr>
            <p:ph type="sldNum" sz="quarter" idx="12"/>
          </p:nvPr>
        </p:nvSpPr>
        <p:spPr>
          <a:ln/>
        </p:spPr>
        <p:txBody>
          <a:bodyPr/>
          <a:lstStyle>
            <a:lvl1pPr>
              <a:defRPr/>
            </a:lvl1pPr>
          </a:lstStyle>
          <a:p>
            <a:pPr>
              <a:defRPr/>
            </a:pPr>
            <a:fld id="{2D0394BE-C7C4-4CA6-9240-6CDB29B2C93E}" type="slidenum">
              <a:rPr lang="vi-VN" noProof="0" smtClean="0"/>
              <a:pPr>
                <a:defRPr/>
              </a:pPr>
              <a:t>‹#›</a:t>
            </a:fld>
            <a:endParaRPr lang="vi-VN" noProof="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vi-VN" noProof="0"/>
              <a:t>Click to edit Master title style</a:t>
            </a:r>
          </a:p>
        </p:txBody>
      </p:sp>
      <p:sp>
        <p:nvSpPr>
          <p:cNvPr id="3" name="Text Placeholder 2"/>
          <p:cNvSpPr>
            <a:spLocks noGrp="1"/>
          </p:cNvSpPr>
          <p:nvPr>
            <p:ph type="body" idx="1"/>
          </p:nvPr>
        </p:nvSpPr>
        <p:spPr>
          <a:xfrm>
            <a:off x="342901" y="1151335"/>
            <a:ext cx="3030141" cy="479822"/>
          </a:xfrm>
        </p:spPr>
        <p:txBody>
          <a:bodyPr anchor="b"/>
          <a:lstStyle>
            <a:lvl1pPr marL="0" indent="0">
              <a:buNone/>
              <a:defRPr sz="1800" b="1"/>
            </a:lvl1pPr>
            <a:lvl2pPr marL="342892" indent="0">
              <a:buNone/>
              <a:defRPr sz="1500" b="1"/>
            </a:lvl2pPr>
            <a:lvl3pPr marL="685783" indent="0">
              <a:buNone/>
              <a:defRPr sz="1400" b="1"/>
            </a:lvl3pPr>
            <a:lvl4pPr marL="1028675" indent="0">
              <a:buNone/>
              <a:defRPr sz="1200" b="1"/>
            </a:lvl4pPr>
            <a:lvl5pPr marL="1371566" indent="0">
              <a:buNone/>
              <a:defRPr sz="1200" b="1"/>
            </a:lvl5pPr>
            <a:lvl6pPr marL="1714457" indent="0">
              <a:buNone/>
              <a:defRPr sz="1200" b="1"/>
            </a:lvl6pPr>
            <a:lvl7pPr marL="2057348" indent="0">
              <a:buNone/>
              <a:defRPr sz="1200" b="1"/>
            </a:lvl7pPr>
            <a:lvl8pPr marL="2400240" indent="0">
              <a:buNone/>
              <a:defRPr sz="1200" b="1"/>
            </a:lvl8pPr>
            <a:lvl9pPr marL="2743132" indent="0">
              <a:buNone/>
              <a:defRPr sz="1200" b="1"/>
            </a:lvl9pPr>
          </a:lstStyle>
          <a:p>
            <a:pPr lvl="0"/>
            <a:r>
              <a:rPr lang="vi-VN" noProof="0"/>
              <a:t>Click to edit Master text styles</a:t>
            </a:r>
          </a:p>
        </p:txBody>
      </p:sp>
      <p:sp>
        <p:nvSpPr>
          <p:cNvPr id="4" name="Content Placeholder 3"/>
          <p:cNvSpPr>
            <a:spLocks noGrp="1"/>
          </p:cNvSpPr>
          <p:nvPr>
            <p:ph sz="half" idx="2"/>
          </p:nvPr>
        </p:nvSpPr>
        <p:spPr>
          <a:xfrm>
            <a:off x="342901" y="1631156"/>
            <a:ext cx="3030141" cy="2963466"/>
          </a:xfrm>
        </p:spPr>
        <p:txBody>
          <a:bodyPr/>
          <a:lstStyle>
            <a:lvl1pPr>
              <a:defRPr sz="1800"/>
            </a:lvl1pPr>
            <a:lvl2pPr>
              <a:defRPr sz="1500"/>
            </a:lvl2pPr>
            <a:lvl3pPr>
              <a:defRPr sz="1400"/>
            </a:lvl3pPr>
            <a:lvl4pPr>
              <a:defRPr sz="1200"/>
            </a:lvl4pPr>
            <a:lvl5pPr>
              <a:defRPr sz="1200"/>
            </a:lvl5pPr>
            <a:lvl6pPr>
              <a:defRPr sz="1200"/>
            </a:lvl6pPr>
            <a:lvl7pPr>
              <a:defRPr sz="1200"/>
            </a:lvl7pPr>
            <a:lvl8pPr>
              <a:defRPr sz="1200"/>
            </a:lvl8pPr>
            <a:lvl9pPr>
              <a:defRPr sz="1200"/>
            </a:lvl9pPr>
          </a:lstStyle>
          <a:p>
            <a:pPr lvl="0"/>
            <a:r>
              <a:rPr lang="vi-VN" noProof="0"/>
              <a:t>Click to edit Master text styles</a:t>
            </a:r>
          </a:p>
          <a:p>
            <a:pPr lvl="1"/>
            <a:r>
              <a:rPr lang="vi-VN" noProof="0"/>
              <a:t>Second level</a:t>
            </a:r>
          </a:p>
          <a:p>
            <a:pPr lvl="2"/>
            <a:r>
              <a:rPr lang="vi-VN" noProof="0"/>
              <a:t>Third level</a:t>
            </a:r>
          </a:p>
          <a:p>
            <a:pPr lvl="3"/>
            <a:r>
              <a:rPr lang="vi-VN" noProof="0"/>
              <a:t>Fourth level</a:t>
            </a:r>
          </a:p>
          <a:p>
            <a:pPr lvl="4"/>
            <a:r>
              <a:rPr lang="vi-VN" noProof="0"/>
              <a:t>Fifth level</a:t>
            </a:r>
          </a:p>
        </p:txBody>
      </p:sp>
      <p:sp>
        <p:nvSpPr>
          <p:cNvPr id="5" name="Text Placeholder 4"/>
          <p:cNvSpPr>
            <a:spLocks noGrp="1"/>
          </p:cNvSpPr>
          <p:nvPr>
            <p:ph type="body" sz="quarter" idx="3"/>
          </p:nvPr>
        </p:nvSpPr>
        <p:spPr>
          <a:xfrm>
            <a:off x="3483770" y="1151335"/>
            <a:ext cx="3031331" cy="479822"/>
          </a:xfrm>
        </p:spPr>
        <p:txBody>
          <a:bodyPr anchor="b"/>
          <a:lstStyle>
            <a:lvl1pPr marL="0" indent="0">
              <a:buNone/>
              <a:defRPr sz="1800" b="1"/>
            </a:lvl1pPr>
            <a:lvl2pPr marL="342892" indent="0">
              <a:buNone/>
              <a:defRPr sz="1500" b="1"/>
            </a:lvl2pPr>
            <a:lvl3pPr marL="685783" indent="0">
              <a:buNone/>
              <a:defRPr sz="1400" b="1"/>
            </a:lvl3pPr>
            <a:lvl4pPr marL="1028675" indent="0">
              <a:buNone/>
              <a:defRPr sz="1200" b="1"/>
            </a:lvl4pPr>
            <a:lvl5pPr marL="1371566" indent="0">
              <a:buNone/>
              <a:defRPr sz="1200" b="1"/>
            </a:lvl5pPr>
            <a:lvl6pPr marL="1714457" indent="0">
              <a:buNone/>
              <a:defRPr sz="1200" b="1"/>
            </a:lvl6pPr>
            <a:lvl7pPr marL="2057348" indent="0">
              <a:buNone/>
              <a:defRPr sz="1200" b="1"/>
            </a:lvl7pPr>
            <a:lvl8pPr marL="2400240" indent="0">
              <a:buNone/>
              <a:defRPr sz="1200" b="1"/>
            </a:lvl8pPr>
            <a:lvl9pPr marL="2743132" indent="0">
              <a:buNone/>
              <a:defRPr sz="1200" b="1"/>
            </a:lvl9pPr>
          </a:lstStyle>
          <a:p>
            <a:pPr lvl="0"/>
            <a:r>
              <a:rPr lang="vi-VN" noProof="0"/>
              <a:t>Click to edit Master text styles</a:t>
            </a:r>
          </a:p>
        </p:txBody>
      </p:sp>
      <p:sp>
        <p:nvSpPr>
          <p:cNvPr id="6" name="Content Placeholder 5"/>
          <p:cNvSpPr>
            <a:spLocks noGrp="1"/>
          </p:cNvSpPr>
          <p:nvPr>
            <p:ph sz="quarter" idx="4"/>
          </p:nvPr>
        </p:nvSpPr>
        <p:spPr>
          <a:xfrm>
            <a:off x="3483770" y="1631156"/>
            <a:ext cx="3031331" cy="2963466"/>
          </a:xfrm>
        </p:spPr>
        <p:txBody>
          <a:bodyPr/>
          <a:lstStyle>
            <a:lvl1pPr>
              <a:defRPr sz="1800"/>
            </a:lvl1pPr>
            <a:lvl2pPr>
              <a:defRPr sz="1500"/>
            </a:lvl2pPr>
            <a:lvl3pPr>
              <a:defRPr sz="1400"/>
            </a:lvl3pPr>
            <a:lvl4pPr>
              <a:defRPr sz="1200"/>
            </a:lvl4pPr>
            <a:lvl5pPr>
              <a:defRPr sz="1200"/>
            </a:lvl5pPr>
            <a:lvl6pPr>
              <a:defRPr sz="1200"/>
            </a:lvl6pPr>
            <a:lvl7pPr>
              <a:defRPr sz="1200"/>
            </a:lvl7pPr>
            <a:lvl8pPr>
              <a:defRPr sz="1200"/>
            </a:lvl8pPr>
            <a:lvl9pPr>
              <a:defRPr sz="1200"/>
            </a:lvl9pPr>
          </a:lstStyle>
          <a:p>
            <a:pPr lvl="0"/>
            <a:r>
              <a:rPr lang="vi-VN" noProof="0"/>
              <a:t>Click to edit Master text styles</a:t>
            </a:r>
          </a:p>
          <a:p>
            <a:pPr lvl="1"/>
            <a:r>
              <a:rPr lang="vi-VN" noProof="0"/>
              <a:t>Second level</a:t>
            </a:r>
          </a:p>
          <a:p>
            <a:pPr lvl="2"/>
            <a:r>
              <a:rPr lang="vi-VN" noProof="0"/>
              <a:t>Third level</a:t>
            </a:r>
          </a:p>
          <a:p>
            <a:pPr lvl="3"/>
            <a:r>
              <a:rPr lang="vi-VN" noProof="0"/>
              <a:t>Fourth level</a:t>
            </a:r>
          </a:p>
          <a:p>
            <a:pPr lvl="4"/>
            <a:r>
              <a:rPr lang="vi-VN" noProof="0"/>
              <a:t>Fifth level</a:t>
            </a:r>
          </a:p>
        </p:txBody>
      </p:sp>
      <p:sp>
        <p:nvSpPr>
          <p:cNvPr id="7" name="Rectangle 4"/>
          <p:cNvSpPr>
            <a:spLocks noGrp="1" noChangeArrowheads="1"/>
          </p:cNvSpPr>
          <p:nvPr>
            <p:ph type="dt" sz="half" idx="10"/>
          </p:nvPr>
        </p:nvSpPr>
        <p:spPr>
          <a:ln/>
        </p:spPr>
        <p:txBody>
          <a:bodyPr/>
          <a:lstStyle>
            <a:lvl1pPr>
              <a:defRPr/>
            </a:lvl1pPr>
          </a:lstStyle>
          <a:p>
            <a:pPr>
              <a:defRPr/>
            </a:pPr>
            <a:endParaRPr lang="vi-VN" noProof="0"/>
          </a:p>
        </p:txBody>
      </p:sp>
      <p:sp>
        <p:nvSpPr>
          <p:cNvPr id="8" name="Rectangle 5"/>
          <p:cNvSpPr>
            <a:spLocks noGrp="1" noChangeArrowheads="1"/>
          </p:cNvSpPr>
          <p:nvPr>
            <p:ph type="ftr" sz="quarter" idx="11"/>
          </p:nvPr>
        </p:nvSpPr>
        <p:spPr>
          <a:ln/>
        </p:spPr>
        <p:txBody>
          <a:bodyPr/>
          <a:lstStyle>
            <a:lvl1pPr>
              <a:defRPr/>
            </a:lvl1pPr>
          </a:lstStyle>
          <a:p>
            <a:pPr>
              <a:defRPr/>
            </a:pPr>
            <a:endParaRPr lang="vi-VN" noProof="0"/>
          </a:p>
        </p:txBody>
      </p:sp>
      <p:sp>
        <p:nvSpPr>
          <p:cNvPr id="9" name="Rectangle 6"/>
          <p:cNvSpPr>
            <a:spLocks noGrp="1" noChangeArrowheads="1"/>
          </p:cNvSpPr>
          <p:nvPr>
            <p:ph type="sldNum" sz="quarter" idx="12"/>
          </p:nvPr>
        </p:nvSpPr>
        <p:spPr>
          <a:ln/>
        </p:spPr>
        <p:txBody>
          <a:bodyPr/>
          <a:lstStyle>
            <a:lvl1pPr>
              <a:defRPr/>
            </a:lvl1pPr>
          </a:lstStyle>
          <a:p>
            <a:pPr>
              <a:defRPr/>
            </a:pPr>
            <a:fld id="{7F5894F7-D2D8-4142-8878-126BF2DBE9F6}" type="slidenum">
              <a:rPr lang="vi-VN" noProof="0" smtClean="0"/>
              <a:pPr>
                <a:defRPr/>
              </a:pPr>
              <a:t>‹#›</a:t>
            </a:fld>
            <a:endParaRPr lang="vi-VN" noProof="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p:cNvSpPr>
            <a:spLocks noGrp="1" noChangeArrowheads="1"/>
          </p:cNvSpPr>
          <p:nvPr>
            <p:ph type="dt" sz="half" idx="10"/>
          </p:nvPr>
        </p:nvSpPr>
        <p:spPr>
          <a:ln/>
        </p:spPr>
        <p:txBody>
          <a:bodyPr/>
          <a:lstStyle>
            <a:lvl1pPr>
              <a:defRPr/>
            </a:lvl1pPr>
          </a:lstStyle>
          <a:p>
            <a:pPr>
              <a:defRPr/>
            </a:pPr>
            <a:endParaRPr lang="en-US"/>
          </a:p>
        </p:txBody>
      </p:sp>
      <p:sp>
        <p:nvSpPr>
          <p:cNvPr id="4" name="Rectangle 5"/>
          <p:cNvSpPr>
            <a:spLocks noGrp="1" noChangeArrowheads="1"/>
          </p:cNvSpPr>
          <p:nvPr>
            <p:ph type="ftr" sz="quarter" idx="11"/>
          </p:nvPr>
        </p:nvSpPr>
        <p:spPr>
          <a:ln/>
        </p:spPr>
        <p:txBody>
          <a:bodyPr/>
          <a:lstStyle>
            <a:lvl1pPr>
              <a:defRPr/>
            </a:lvl1pPr>
          </a:lstStyle>
          <a:p>
            <a:pPr>
              <a:defRPr/>
            </a:pPr>
            <a:endParaRPr lang="en-US"/>
          </a:p>
        </p:txBody>
      </p:sp>
      <p:sp>
        <p:nvSpPr>
          <p:cNvPr id="5" name="Rectangle 6"/>
          <p:cNvSpPr>
            <a:spLocks noGrp="1" noChangeArrowheads="1"/>
          </p:cNvSpPr>
          <p:nvPr>
            <p:ph type="sldNum" sz="quarter" idx="12"/>
          </p:nvPr>
        </p:nvSpPr>
        <p:spPr>
          <a:ln/>
        </p:spPr>
        <p:txBody>
          <a:bodyPr/>
          <a:lstStyle>
            <a:lvl1pPr>
              <a:defRPr/>
            </a:lvl1pPr>
          </a:lstStyle>
          <a:p>
            <a:pPr>
              <a:defRPr/>
            </a:pPr>
            <a:fld id="{3E00470E-5877-48CB-82CD-3CCAD5E83536}" type="slidenum">
              <a:rPr lang="en-US"/>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p>
        </p:txBody>
      </p:sp>
      <p:sp>
        <p:nvSpPr>
          <p:cNvPr id="3" name="Rectangle 5"/>
          <p:cNvSpPr>
            <a:spLocks noGrp="1" noChangeArrowheads="1"/>
          </p:cNvSpPr>
          <p:nvPr>
            <p:ph type="ftr" sz="quarter" idx="11"/>
          </p:nvPr>
        </p:nvSpPr>
        <p:spPr>
          <a:ln/>
        </p:spPr>
        <p:txBody>
          <a:bodyPr/>
          <a:lstStyle>
            <a:lvl1pPr>
              <a:defRPr/>
            </a:lvl1pPr>
          </a:lstStyle>
          <a:p>
            <a:pPr>
              <a:defRPr/>
            </a:pPr>
            <a:endParaRPr lang="en-US"/>
          </a:p>
        </p:txBody>
      </p:sp>
      <p:sp>
        <p:nvSpPr>
          <p:cNvPr id="4" name="Rectangle 6"/>
          <p:cNvSpPr>
            <a:spLocks noGrp="1" noChangeArrowheads="1"/>
          </p:cNvSpPr>
          <p:nvPr>
            <p:ph type="sldNum" sz="quarter" idx="12"/>
          </p:nvPr>
        </p:nvSpPr>
        <p:spPr>
          <a:ln/>
        </p:spPr>
        <p:txBody>
          <a:bodyPr/>
          <a:lstStyle>
            <a:lvl1pPr>
              <a:defRPr/>
            </a:lvl1pPr>
          </a:lstStyle>
          <a:p>
            <a:pPr>
              <a:defRPr/>
            </a:pPr>
            <a:fld id="{21D85F8C-9C5D-49E8-8BBF-F28B73097F10}" type="slidenum">
              <a:rPr lang="en-US"/>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42901" y="204787"/>
            <a:ext cx="2256235"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2681288" y="204789"/>
            <a:ext cx="3833813"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342901" y="1076327"/>
            <a:ext cx="2256235" cy="3518297"/>
          </a:xfrm>
        </p:spPr>
        <p:txBody>
          <a:bodyPr/>
          <a:lstStyle>
            <a:lvl1pPr marL="0" indent="0">
              <a:buNone/>
              <a:defRPr sz="1100"/>
            </a:lvl1pPr>
            <a:lvl2pPr marL="342892" indent="0">
              <a:buNone/>
              <a:defRPr sz="900"/>
            </a:lvl2pPr>
            <a:lvl3pPr marL="685783" indent="0">
              <a:buNone/>
              <a:defRPr sz="800"/>
            </a:lvl3pPr>
            <a:lvl4pPr marL="1028675" indent="0">
              <a:buNone/>
              <a:defRPr sz="700"/>
            </a:lvl4pPr>
            <a:lvl5pPr marL="1371566" indent="0">
              <a:buNone/>
              <a:defRPr sz="700"/>
            </a:lvl5pPr>
            <a:lvl6pPr marL="1714457" indent="0">
              <a:buNone/>
              <a:defRPr sz="700"/>
            </a:lvl6pPr>
            <a:lvl7pPr marL="2057348" indent="0">
              <a:buNone/>
              <a:defRPr sz="700"/>
            </a:lvl7pPr>
            <a:lvl8pPr marL="2400240" indent="0">
              <a:buNone/>
              <a:defRPr sz="700"/>
            </a:lvl8pPr>
            <a:lvl9pPr marL="2743132" indent="0">
              <a:buNone/>
              <a:defRPr sz="7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19415B49-E272-4523-8166-1B1831C4B715}" type="slidenum">
              <a:rPr lang="en-US"/>
              <a:pPr>
                <a:defRPr/>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344216" y="3600451"/>
            <a:ext cx="41148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344216" y="459581"/>
            <a:ext cx="4114800" cy="3086100"/>
          </a:xfrm>
        </p:spPr>
        <p:txBody>
          <a:bodyPr/>
          <a:lstStyle>
            <a:lvl1pPr marL="0" indent="0">
              <a:buNone/>
              <a:defRPr sz="2400"/>
            </a:lvl1pPr>
            <a:lvl2pPr marL="342892" indent="0">
              <a:buNone/>
              <a:defRPr sz="2100"/>
            </a:lvl2pPr>
            <a:lvl3pPr marL="685783" indent="0">
              <a:buNone/>
              <a:defRPr sz="1800"/>
            </a:lvl3pPr>
            <a:lvl4pPr marL="1028675" indent="0">
              <a:buNone/>
              <a:defRPr sz="1500"/>
            </a:lvl4pPr>
            <a:lvl5pPr marL="1371566" indent="0">
              <a:buNone/>
              <a:defRPr sz="1500"/>
            </a:lvl5pPr>
            <a:lvl6pPr marL="1714457" indent="0">
              <a:buNone/>
              <a:defRPr sz="1500"/>
            </a:lvl6pPr>
            <a:lvl7pPr marL="2057348" indent="0">
              <a:buNone/>
              <a:defRPr sz="1500"/>
            </a:lvl7pPr>
            <a:lvl8pPr marL="2400240" indent="0">
              <a:buNone/>
              <a:defRPr sz="1500"/>
            </a:lvl8pPr>
            <a:lvl9pPr marL="2743132" indent="0">
              <a:buNone/>
              <a:defRPr sz="1500"/>
            </a:lvl9pPr>
          </a:lstStyle>
          <a:p>
            <a:pPr lvl="0"/>
            <a:endParaRPr lang="en-US" noProof="0"/>
          </a:p>
        </p:txBody>
      </p:sp>
      <p:sp>
        <p:nvSpPr>
          <p:cNvPr id="4" name="Text Placeholder 3"/>
          <p:cNvSpPr>
            <a:spLocks noGrp="1"/>
          </p:cNvSpPr>
          <p:nvPr>
            <p:ph type="body" sz="half" idx="2"/>
          </p:nvPr>
        </p:nvSpPr>
        <p:spPr>
          <a:xfrm>
            <a:off x="1344216" y="4025504"/>
            <a:ext cx="4114800" cy="603647"/>
          </a:xfrm>
        </p:spPr>
        <p:txBody>
          <a:bodyPr/>
          <a:lstStyle>
            <a:lvl1pPr marL="0" indent="0">
              <a:buNone/>
              <a:defRPr sz="1100"/>
            </a:lvl1pPr>
            <a:lvl2pPr marL="342892" indent="0">
              <a:buNone/>
              <a:defRPr sz="900"/>
            </a:lvl2pPr>
            <a:lvl3pPr marL="685783" indent="0">
              <a:buNone/>
              <a:defRPr sz="800"/>
            </a:lvl3pPr>
            <a:lvl4pPr marL="1028675" indent="0">
              <a:buNone/>
              <a:defRPr sz="700"/>
            </a:lvl4pPr>
            <a:lvl5pPr marL="1371566" indent="0">
              <a:buNone/>
              <a:defRPr sz="700"/>
            </a:lvl5pPr>
            <a:lvl6pPr marL="1714457" indent="0">
              <a:buNone/>
              <a:defRPr sz="700"/>
            </a:lvl6pPr>
            <a:lvl7pPr marL="2057348" indent="0">
              <a:buNone/>
              <a:defRPr sz="700"/>
            </a:lvl7pPr>
            <a:lvl8pPr marL="2400240" indent="0">
              <a:buNone/>
              <a:defRPr sz="700"/>
            </a:lvl8pPr>
            <a:lvl9pPr marL="2743132" indent="0">
              <a:buNone/>
              <a:defRPr sz="7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1F87A090-BAD4-4341-AC7F-A731585BC0A0}" type="slidenum">
              <a:rPr lang="en-US"/>
              <a:pPr>
                <a:defRPr/>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6699B4F5-F495-445A-AD57-B1A0CC0AEFE3}" type="slidenum">
              <a:rPr lang="en-US"/>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72050" y="205980"/>
            <a:ext cx="154305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342900" y="205980"/>
            <a:ext cx="451485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08113C1C-2065-443A-845F-EE82C0FEFE92}" type="slidenum">
              <a:rPr lang="en-US"/>
              <a:pPr>
                <a:defRPr/>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20"/>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lvl1pPr>
            <a:lvl2pPr marL="342900" indent="0" algn="ctr">
              <a:buNone/>
              <a:defRPr/>
            </a:lvl2pPr>
            <a:lvl3pPr marL="685800" indent="0" algn="ctr">
              <a:buNone/>
              <a:defRPr/>
            </a:lvl3pPr>
            <a:lvl4pPr marL="1028700" indent="0" algn="ctr">
              <a:buNone/>
              <a:defRPr/>
            </a:lvl4pPr>
            <a:lvl5pPr marL="1371600" indent="0" algn="ctr">
              <a:buNone/>
              <a:defRPr/>
            </a:lvl5pPr>
            <a:lvl6pPr marL="1714500" indent="0" algn="ctr">
              <a:buNone/>
              <a:defRPr/>
            </a:lvl6pPr>
            <a:lvl7pPr marL="2057400" indent="0" algn="ctr">
              <a:buNone/>
              <a:defRPr/>
            </a:lvl7pPr>
            <a:lvl8pPr marL="2400300" indent="0" algn="ctr">
              <a:buNone/>
              <a:defRPr/>
            </a:lvl8pPr>
            <a:lvl9pPr marL="2743200" indent="0" algn="ctr">
              <a:buNone/>
              <a:defRPr/>
            </a:lvl9pPr>
          </a:lstStyle>
          <a:p>
            <a:r>
              <a:rPr lang="en-US"/>
              <a:t>Click to edit Master subtitle style</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4C4552DE-7E62-4AA7-886C-D38D47A3CE2E}" type="slidenum">
              <a:rPr lang="en-US"/>
              <a:pPr>
                <a:defRPr/>
              </a:pPr>
              <a:t>‹#›</a:t>
            </a:fld>
            <a:endParaRPr lang="en-US"/>
          </a:p>
        </p:txBody>
      </p:sp>
    </p:spTree>
    <p:extLst>
      <p:ext uri="{BB962C8B-B14F-4D97-AF65-F5344CB8AC3E}">
        <p14:creationId xmlns:p14="http://schemas.microsoft.com/office/powerpoint/2010/main" val="285228920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1422F04A-322B-43F6-BEAB-CD35C79274F2}" type="slidenum">
              <a:rPr lang="en-US"/>
              <a:pPr>
                <a:defRPr/>
              </a:pPr>
              <a:t>‹#›</a:t>
            </a:fld>
            <a:endParaRPr lang="en-US"/>
          </a:p>
        </p:txBody>
      </p:sp>
    </p:spTree>
    <p:extLst>
      <p:ext uri="{BB962C8B-B14F-4D97-AF65-F5344CB8AC3E}">
        <p14:creationId xmlns:p14="http://schemas.microsoft.com/office/powerpoint/2010/main" val="170993852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en-US"/>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BCF21EF5-35FC-4AD5-A322-9C505146AC75}" type="slidenum">
              <a:rPr lang="en-US"/>
              <a:pPr>
                <a:defRPr/>
              </a:pPr>
              <a:t>‹#›</a:t>
            </a:fld>
            <a:endParaRPr lang="en-US"/>
          </a:p>
        </p:txBody>
      </p:sp>
    </p:spTree>
    <p:extLst>
      <p:ext uri="{BB962C8B-B14F-4D97-AF65-F5344CB8AC3E}">
        <p14:creationId xmlns:p14="http://schemas.microsoft.com/office/powerpoint/2010/main" val="24833935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5800" y="685800"/>
            <a:ext cx="3810000" cy="394335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685800"/>
            <a:ext cx="3810000" cy="394335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19938C2C-7141-4F6A-983F-3A5B120D6867}" type="slidenum">
              <a:rPr lang="en-US"/>
              <a:pPr>
                <a:defRPr/>
              </a:pPr>
              <a:t>‹#›</a:t>
            </a:fld>
            <a:endParaRPr lang="en-US"/>
          </a:p>
        </p:txBody>
      </p:sp>
    </p:spTree>
    <p:extLst>
      <p:ext uri="{BB962C8B-B14F-4D97-AF65-F5344CB8AC3E}">
        <p14:creationId xmlns:p14="http://schemas.microsoft.com/office/powerpoint/2010/main" val="21121562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a:ln/>
        </p:spPr>
        <p:txBody>
          <a:bodyPr/>
          <a:lstStyle>
            <a:lvl1pPr>
              <a:defRPr/>
            </a:lvl1pPr>
          </a:lstStyle>
          <a:p>
            <a:pPr>
              <a:defRPr/>
            </a:pPr>
            <a:endParaRPr lang="en-US"/>
          </a:p>
        </p:txBody>
      </p:sp>
      <p:sp>
        <p:nvSpPr>
          <p:cNvPr id="8" name="Rectangle 5"/>
          <p:cNvSpPr>
            <a:spLocks noGrp="1" noChangeArrowheads="1"/>
          </p:cNvSpPr>
          <p:nvPr>
            <p:ph type="ftr" sz="quarter" idx="11"/>
          </p:nvPr>
        </p:nvSpPr>
        <p:spPr>
          <a:ln/>
        </p:spPr>
        <p:txBody>
          <a:bodyPr/>
          <a:lstStyle>
            <a:lvl1pPr>
              <a:defRPr/>
            </a:lvl1pPr>
          </a:lstStyle>
          <a:p>
            <a:pPr>
              <a:defRPr/>
            </a:pPr>
            <a:endParaRPr lang="en-US"/>
          </a:p>
        </p:txBody>
      </p:sp>
      <p:sp>
        <p:nvSpPr>
          <p:cNvPr id="9" name="Rectangle 6"/>
          <p:cNvSpPr>
            <a:spLocks noGrp="1" noChangeArrowheads="1"/>
          </p:cNvSpPr>
          <p:nvPr>
            <p:ph type="sldNum" sz="quarter" idx="12"/>
          </p:nvPr>
        </p:nvSpPr>
        <p:spPr>
          <a:ln/>
        </p:spPr>
        <p:txBody>
          <a:bodyPr/>
          <a:lstStyle>
            <a:lvl1pPr>
              <a:defRPr/>
            </a:lvl1pPr>
          </a:lstStyle>
          <a:p>
            <a:pPr>
              <a:defRPr/>
            </a:pPr>
            <a:fld id="{AEDC7BCB-6A3F-4389-B2C9-E2A9ABD5F1F0}" type="slidenum">
              <a:rPr lang="en-US"/>
              <a:pPr>
                <a:defRPr/>
              </a:pPr>
              <a:t>‹#›</a:t>
            </a:fld>
            <a:endParaRPr lang="en-US"/>
          </a:p>
        </p:txBody>
      </p:sp>
    </p:spTree>
    <p:extLst>
      <p:ext uri="{BB962C8B-B14F-4D97-AF65-F5344CB8AC3E}">
        <p14:creationId xmlns:p14="http://schemas.microsoft.com/office/powerpoint/2010/main" val="413220575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p:cNvSpPr>
            <a:spLocks noGrp="1" noChangeArrowheads="1"/>
          </p:cNvSpPr>
          <p:nvPr>
            <p:ph type="dt" sz="half" idx="10"/>
          </p:nvPr>
        </p:nvSpPr>
        <p:spPr>
          <a:ln/>
        </p:spPr>
        <p:txBody>
          <a:bodyPr/>
          <a:lstStyle>
            <a:lvl1pPr>
              <a:defRPr/>
            </a:lvl1pPr>
          </a:lstStyle>
          <a:p>
            <a:pPr>
              <a:defRPr/>
            </a:pPr>
            <a:endParaRPr lang="en-US"/>
          </a:p>
        </p:txBody>
      </p:sp>
      <p:sp>
        <p:nvSpPr>
          <p:cNvPr id="4" name="Rectangle 5"/>
          <p:cNvSpPr>
            <a:spLocks noGrp="1" noChangeArrowheads="1"/>
          </p:cNvSpPr>
          <p:nvPr>
            <p:ph type="ftr" sz="quarter" idx="11"/>
          </p:nvPr>
        </p:nvSpPr>
        <p:spPr>
          <a:ln/>
        </p:spPr>
        <p:txBody>
          <a:bodyPr/>
          <a:lstStyle>
            <a:lvl1pPr>
              <a:defRPr/>
            </a:lvl1pPr>
          </a:lstStyle>
          <a:p>
            <a:pPr>
              <a:defRPr/>
            </a:pPr>
            <a:endParaRPr lang="en-US"/>
          </a:p>
        </p:txBody>
      </p:sp>
      <p:sp>
        <p:nvSpPr>
          <p:cNvPr id="5" name="Rectangle 6"/>
          <p:cNvSpPr>
            <a:spLocks noGrp="1" noChangeArrowheads="1"/>
          </p:cNvSpPr>
          <p:nvPr>
            <p:ph type="sldNum" sz="quarter" idx="12"/>
          </p:nvPr>
        </p:nvSpPr>
        <p:spPr>
          <a:ln/>
        </p:spPr>
        <p:txBody>
          <a:bodyPr/>
          <a:lstStyle>
            <a:lvl1pPr>
              <a:defRPr/>
            </a:lvl1pPr>
          </a:lstStyle>
          <a:p>
            <a:pPr>
              <a:defRPr/>
            </a:pPr>
            <a:fld id="{3893EF84-E8F8-4E6E-8C7D-C95FEE3327ED}" type="slidenum">
              <a:rPr lang="en-US"/>
              <a:pPr>
                <a:defRPr/>
              </a:pPr>
              <a:t>‹#›</a:t>
            </a:fld>
            <a:endParaRPr lang="en-US"/>
          </a:p>
        </p:txBody>
      </p:sp>
    </p:spTree>
    <p:extLst>
      <p:ext uri="{BB962C8B-B14F-4D97-AF65-F5344CB8AC3E}">
        <p14:creationId xmlns:p14="http://schemas.microsoft.com/office/powerpoint/2010/main" val="310140681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p>
        </p:txBody>
      </p:sp>
      <p:sp>
        <p:nvSpPr>
          <p:cNvPr id="3" name="Rectangle 5"/>
          <p:cNvSpPr>
            <a:spLocks noGrp="1" noChangeArrowheads="1"/>
          </p:cNvSpPr>
          <p:nvPr>
            <p:ph type="ftr" sz="quarter" idx="11"/>
          </p:nvPr>
        </p:nvSpPr>
        <p:spPr>
          <a:ln/>
        </p:spPr>
        <p:txBody>
          <a:bodyPr/>
          <a:lstStyle>
            <a:lvl1pPr>
              <a:defRPr/>
            </a:lvl1pPr>
          </a:lstStyle>
          <a:p>
            <a:pPr>
              <a:defRPr/>
            </a:pPr>
            <a:endParaRPr lang="en-US"/>
          </a:p>
        </p:txBody>
      </p:sp>
      <p:sp>
        <p:nvSpPr>
          <p:cNvPr id="4" name="Rectangle 6"/>
          <p:cNvSpPr>
            <a:spLocks noGrp="1" noChangeArrowheads="1"/>
          </p:cNvSpPr>
          <p:nvPr>
            <p:ph type="sldNum" sz="quarter" idx="12"/>
          </p:nvPr>
        </p:nvSpPr>
        <p:spPr>
          <a:ln/>
        </p:spPr>
        <p:txBody>
          <a:bodyPr/>
          <a:lstStyle>
            <a:lvl1pPr>
              <a:defRPr/>
            </a:lvl1pPr>
          </a:lstStyle>
          <a:p>
            <a:pPr>
              <a:defRPr/>
            </a:pPr>
            <a:fld id="{D6D31735-E4C8-4802-BFC4-204C801C9C0C}" type="slidenum">
              <a:rPr lang="en-US"/>
              <a:pPr>
                <a:defRPr/>
              </a:pPr>
              <a:t>‹#›</a:t>
            </a:fld>
            <a:endParaRPr lang="en-US"/>
          </a:p>
        </p:txBody>
      </p:sp>
    </p:spTree>
    <p:extLst>
      <p:ext uri="{BB962C8B-B14F-4D97-AF65-F5344CB8AC3E}">
        <p14:creationId xmlns:p14="http://schemas.microsoft.com/office/powerpoint/2010/main" val="305079363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9"/>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AEB8A071-154C-44B9-81F5-223F896F3F17}" type="slidenum">
              <a:rPr lang="en-US"/>
              <a:pPr>
                <a:defRPr/>
              </a:pPr>
              <a:t>‹#›</a:t>
            </a:fld>
            <a:endParaRPr lang="en-US"/>
          </a:p>
        </p:txBody>
      </p:sp>
    </p:spTree>
    <p:extLst>
      <p:ext uri="{BB962C8B-B14F-4D97-AF65-F5344CB8AC3E}">
        <p14:creationId xmlns:p14="http://schemas.microsoft.com/office/powerpoint/2010/main" val="69130099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endParaRPr lang="en-US" noProof="0"/>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7655106C-FE66-4FA0-A483-7BE5A6B84153}" type="slidenum">
              <a:rPr lang="en-US"/>
              <a:pPr>
                <a:defRPr/>
              </a:pPr>
              <a:t>‹#›</a:t>
            </a:fld>
            <a:endParaRPr lang="en-US"/>
          </a:p>
        </p:txBody>
      </p:sp>
    </p:spTree>
    <p:extLst>
      <p:ext uri="{BB962C8B-B14F-4D97-AF65-F5344CB8AC3E}">
        <p14:creationId xmlns:p14="http://schemas.microsoft.com/office/powerpoint/2010/main" val="172366613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B5AD4638-B38E-47AD-B028-713EF16D0147}" type="slidenum">
              <a:rPr lang="en-US"/>
              <a:pPr>
                <a:defRPr/>
              </a:pPr>
              <a:t>‹#›</a:t>
            </a:fld>
            <a:endParaRPr lang="en-US"/>
          </a:p>
        </p:txBody>
      </p:sp>
    </p:spTree>
    <p:extLst>
      <p:ext uri="{BB962C8B-B14F-4D97-AF65-F5344CB8AC3E}">
        <p14:creationId xmlns:p14="http://schemas.microsoft.com/office/powerpoint/2010/main" val="129658311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57150"/>
            <a:ext cx="1943100" cy="45720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85800" y="57150"/>
            <a:ext cx="5676900" cy="45720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632816B5-331E-4884-940F-8B017E5C234C}" type="slidenum">
              <a:rPr lang="en-US"/>
              <a:pPr>
                <a:defRPr/>
              </a:pPr>
              <a:t>‹#›</a:t>
            </a:fld>
            <a:endParaRPr lang="en-US"/>
          </a:p>
        </p:txBody>
      </p:sp>
    </p:spTree>
    <p:extLst>
      <p:ext uri="{BB962C8B-B14F-4D97-AF65-F5344CB8AC3E}">
        <p14:creationId xmlns:p14="http://schemas.microsoft.com/office/powerpoint/2010/main" val="195764957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772260-BF15-CF44-AF5F-8151AD0DF459}"/>
              </a:ext>
            </a:extLst>
          </p:cNvPr>
          <p:cNvSpPr>
            <a:spLocks noGrp="1"/>
          </p:cNvSpPr>
          <p:nvPr>
            <p:ph type="ctrTitle"/>
          </p:nvPr>
        </p:nvSpPr>
        <p:spPr>
          <a:xfrm>
            <a:off x="1143000" y="841772"/>
            <a:ext cx="6858000" cy="1790700"/>
          </a:xfrm>
        </p:spPr>
        <p:txBody>
          <a:bodyPr anchor="b"/>
          <a:lstStyle>
            <a:lvl1pPr algn="ctr">
              <a:defRPr sz="4500"/>
            </a:lvl1pPr>
          </a:lstStyle>
          <a:p>
            <a:r>
              <a:rPr lang="en-US"/>
              <a:t>Click to edit Master title style</a:t>
            </a:r>
          </a:p>
        </p:txBody>
      </p:sp>
      <p:sp>
        <p:nvSpPr>
          <p:cNvPr id="3" name="Subtitle 2">
            <a:extLst>
              <a:ext uri="{FF2B5EF4-FFF2-40B4-BE49-F238E27FC236}">
                <a16:creationId xmlns:a16="http://schemas.microsoft.com/office/drawing/2014/main" id="{89C8AA0A-A639-4345-817E-1D8B86EF41D3}"/>
              </a:ext>
            </a:extLst>
          </p:cNvPr>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a:extLst>
              <a:ext uri="{FF2B5EF4-FFF2-40B4-BE49-F238E27FC236}">
                <a16:creationId xmlns:a16="http://schemas.microsoft.com/office/drawing/2014/main" id="{C59B0D0E-9E61-1D42-8C67-AB4D7727C199}"/>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EA74DD1E-DC45-3C45-B4B3-D8998BA78CC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F5C55A9-0768-AB45-97A3-169B74529A17}"/>
              </a:ext>
            </a:extLst>
          </p:cNvPr>
          <p:cNvSpPr>
            <a:spLocks noGrp="1"/>
          </p:cNvSpPr>
          <p:nvPr>
            <p:ph type="sldNum" sz="quarter" idx="12"/>
          </p:nvPr>
        </p:nvSpPr>
        <p:spPr/>
        <p:txBody>
          <a:bodyPr/>
          <a:lstStyle/>
          <a:p>
            <a:fld id="{A776F8BA-A1C8-6141-85CC-2C228B4E9B59}" type="slidenum">
              <a:t>‹#›</a:t>
            </a:fld>
            <a:endParaRPr lang="en-US"/>
          </a:p>
        </p:txBody>
      </p:sp>
      <p:pic>
        <p:nvPicPr>
          <p:cNvPr id="7" name="Google Shape;30;p48">
            <a:extLst>
              <a:ext uri="{FF2B5EF4-FFF2-40B4-BE49-F238E27FC236}">
                <a16:creationId xmlns:a16="http://schemas.microsoft.com/office/drawing/2014/main" id="{4B5FAA3F-2D75-914C-8371-80D3437F1A1E}"/>
              </a:ext>
            </a:extLst>
          </p:cNvPr>
          <p:cNvPicPr preferRelativeResize="0"/>
          <p:nvPr userDrawn="1"/>
        </p:nvPicPr>
        <p:blipFill rotWithShape="1">
          <a:blip r:embed="rId2">
            <a:alphaModFix/>
          </a:blip>
          <a:srcRect/>
          <a:stretch/>
        </p:blipFill>
        <p:spPr>
          <a:xfrm>
            <a:off x="7329397" y="0"/>
            <a:ext cx="1814603" cy="326572"/>
          </a:xfrm>
          <a:prstGeom prst="rect">
            <a:avLst/>
          </a:prstGeom>
          <a:noFill/>
          <a:ln>
            <a:noFill/>
          </a:ln>
        </p:spPr>
      </p:pic>
    </p:spTree>
    <p:extLst>
      <p:ext uri="{BB962C8B-B14F-4D97-AF65-F5344CB8AC3E}">
        <p14:creationId xmlns:p14="http://schemas.microsoft.com/office/powerpoint/2010/main" val="310336047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723EBB-89B4-4544-9E2F-3401BA468D7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D802657-D3CD-8B45-8698-4B48952AF87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8CE1E38-4701-B240-B5CF-E5906C5DC1A6}"/>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27EFC10C-3A1C-494C-BCD3-0B83F3A12B3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498536A-D22E-EE42-91DB-C91D9D8810BD}"/>
              </a:ext>
            </a:extLst>
          </p:cNvPr>
          <p:cNvSpPr>
            <a:spLocks noGrp="1"/>
          </p:cNvSpPr>
          <p:nvPr>
            <p:ph type="sldNum" sz="quarter" idx="12"/>
          </p:nvPr>
        </p:nvSpPr>
        <p:spPr/>
        <p:txBody>
          <a:bodyPr/>
          <a:lstStyle/>
          <a:p>
            <a:fld id="{A776F8BA-A1C8-6141-85CC-2C228B4E9B59}" type="slidenum">
              <a:t>‹#›</a:t>
            </a:fld>
            <a:endParaRPr lang="en-US"/>
          </a:p>
        </p:txBody>
      </p:sp>
    </p:spTree>
    <p:extLst>
      <p:ext uri="{BB962C8B-B14F-4D97-AF65-F5344CB8AC3E}">
        <p14:creationId xmlns:p14="http://schemas.microsoft.com/office/powerpoint/2010/main" val="349957910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7E0045-E051-FD48-8D6A-4D434B8A3C90}"/>
              </a:ext>
            </a:extLst>
          </p:cNvPr>
          <p:cNvSpPr>
            <a:spLocks noGrp="1"/>
          </p:cNvSpPr>
          <p:nvPr>
            <p:ph type="title"/>
          </p:nvPr>
        </p:nvSpPr>
        <p:spPr>
          <a:xfrm>
            <a:off x="623888" y="1282304"/>
            <a:ext cx="7886700" cy="2139553"/>
          </a:xfrm>
        </p:spPr>
        <p:txBody>
          <a:bodyPr anchor="b"/>
          <a:lstStyle>
            <a:lvl1pPr>
              <a:defRPr sz="4500"/>
            </a:lvl1pPr>
          </a:lstStyle>
          <a:p>
            <a:r>
              <a:rPr lang="en-US"/>
              <a:t>Click to edit Master title style</a:t>
            </a:r>
          </a:p>
        </p:txBody>
      </p:sp>
      <p:sp>
        <p:nvSpPr>
          <p:cNvPr id="3" name="Text Placeholder 2">
            <a:extLst>
              <a:ext uri="{FF2B5EF4-FFF2-40B4-BE49-F238E27FC236}">
                <a16:creationId xmlns:a16="http://schemas.microsoft.com/office/drawing/2014/main" id="{AB286591-CECE-8843-987A-BA3D55544A9E}"/>
              </a:ext>
            </a:extLst>
          </p:cNvPr>
          <p:cNvSpPr>
            <a:spLocks noGrp="1"/>
          </p:cNvSpPr>
          <p:nvPr>
            <p:ph type="body" idx="1"/>
          </p:nvPr>
        </p:nvSpPr>
        <p:spPr>
          <a:xfrm>
            <a:off x="623888" y="3442098"/>
            <a:ext cx="7886700" cy="1125140"/>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F539C9D-E226-5F48-BB1A-C009329B9BE7}"/>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EA3A4C65-7F87-764F-BA48-A985DEE3599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B536D10-123C-5D41-AC69-D6F827A7711B}"/>
              </a:ext>
            </a:extLst>
          </p:cNvPr>
          <p:cNvSpPr>
            <a:spLocks noGrp="1"/>
          </p:cNvSpPr>
          <p:nvPr>
            <p:ph type="sldNum" sz="quarter" idx="12"/>
          </p:nvPr>
        </p:nvSpPr>
        <p:spPr/>
        <p:txBody>
          <a:bodyPr/>
          <a:lstStyle/>
          <a:p>
            <a:fld id="{A776F8BA-A1C8-6141-85CC-2C228B4E9B59}" type="slidenum">
              <a:t>‹#›</a:t>
            </a:fld>
            <a:endParaRPr lang="en-US"/>
          </a:p>
        </p:txBody>
      </p:sp>
    </p:spTree>
    <p:extLst>
      <p:ext uri="{BB962C8B-B14F-4D97-AF65-F5344CB8AC3E}">
        <p14:creationId xmlns:p14="http://schemas.microsoft.com/office/powerpoint/2010/main" val="395245060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A2FE73-1587-3B43-B2A7-87DA0AC4408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01E26F6-0AC1-E74B-92A6-3E06A93FDF85}"/>
              </a:ext>
            </a:extLst>
          </p:cNvPr>
          <p:cNvSpPr>
            <a:spLocks noGrp="1"/>
          </p:cNvSpPr>
          <p:nvPr>
            <p:ph sz="half" idx="1"/>
          </p:nvPr>
        </p:nvSpPr>
        <p:spPr>
          <a:xfrm>
            <a:off x="6286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7529743-34B2-9942-A5F7-B952E04103B4}"/>
              </a:ext>
            </a:extLst>
          </p:cNvPr>
          <p:cNvSpPr>
            <a:spLocks noGrp="1"/>
          </p:cNvSpPr>
          <p:nvPr>
            <p:ph sz="half" idx="2"/>
          </p:nvPr>
        </p:nvSpPr>
        <p:spPr>
          <a:xfrm>
            <a:off x="46291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5DBEB0B-1F61-D440-87EC-F4B9F529A2C0}"/>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7F05E033-508D-7748-8120-F51D2CB8941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867F037-D14D-C34B-A945-E0F51F82609E}"/>
              </a:ext>
            </a:extLst>
          </p:cNvPr>
          <p:cNvSpPr>
            <a:spLocks noGrp="1"/>
          </p:cNvSpPr>
          <p:nvPr>
            <p:ph type="sldNum" sz="quarter" idx="12"/>
          </p:nvPr>
        </p:nvSpPr>
        <p:spPr/>
        <p:txBody>
          <a:bodyPr/>
          <a:lstStyle/>
          <a:p>
            <a:fld id="{A776F8BA-A1C8-6141-85CC-2C228B4E9B59}" type="slidenum">
              <a:t>‹#›</a:t>
            </a:fld>
            <a:endParaRPr lang="en-US"/>
          </a:p>
        </p:txBody>
      </p:sp>
    </p:spTree>
    <p:extLst>
      <p:ext uri="{BB962C8B-B14F-4D97-AF65-F5344CB8AC3E}">
        <p14:creationId xmlns:p14="http://schemas.microsoft.com/office/powerpoint/2010/main" val="388709080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5736DA-199B-8143-8143-FAAEF61F291B}"/>
              </a:ext>
            </a:extLst>
          </p:cNvPr>
          <p:cNvSpPr>
            <a:spLocks noGrp="1"/>
          </p:cNvSpPr>
          <p:nvPr>
            <p:ph type="title"/>
          </p:nvPr>
        </p:nvSpPr>
        <p:spPr>
          <a:xfrm>
            <a:off x="629841" y="273844"/>
            <a:ext cx="7886700" cy="994172"/>
          </a:xfrm>
        </p:spPr>
        <p:txBody>
          <a:bodyPr/>
          <a:lstStyle/>
          <a:p>
            <a:r>
              <a:rPr lang="en-US"/>
              <a:t>Click to edit Master title style</a:t>
            </a:r>
          </a:p>
        </p:txBody>
      </p:sp>
      <p:sp>
        <p:nvSpPr>
          <p:cNvPr id="3" name="Text Placeholder 2">
            <a:extLst>
              <a:ext uri="{FF2B5EF4-FFF2-40B4-BE49-F238E27FC236}">
                <a16:creationId xmlns:a16="http://schemas.microsoft.com/office/drawing/2014/main" id="{06643838-2B5F-C540-9BF0-820FC12B8700}"/>
              </a:ext>
            </a:extLst>
          </p:cNvPr>
          <p:cNvSpPr>
            <a:spLocks noGrp="1"/>
          </p:cNvSpPr>
          <p:nvPr>
            <p:ph type="body" idx="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428B74FD-78A4-4942-AEFB-3DBB0BCBF748}"/>
              </a:ext>
            </a:extLst>
          </p:cNvPr>
          <p:cNvSpPr>
            <a:spLocks noGrp="1"/>
          </p:cNvSpPr>
          <p:nvPr>
            <p:ph sz="half" idx="2"/>
          </p:nvPr>
        </p:nvSpPr>
        <p:spPr>
          <a:xfrm>
            <a:off x="629842" y="1878806"/>
            <a:ext cx="3868340"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B014E28-A628-5247-BBAA-84EA5FEEDD7A}"/>
              </a:ext>
            </a:extLst>
          </p:cNvPr>
          <p:cNvSpPr>
            <a:spLocks noGrp="1"/>
          </p:cNvSpPr>
          <p:nvPr>
            <p:ph type="body" sz="quarter" idx="3"/>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35CE70F3-726F-2249-B800-5AD1006728BC}"/>
              </a:ext>
            </a:extLst>
          </p:cNvPr>
          <p:cNvSpPr>
            <a:spLocks noGrp="1"/>
          </p:cNvSpPr>
          <p:nvPr>
            <p:ph sz="quarter" idx="4"/>
          </p:nvPr>
        </p:nvSpPr>
        <p:spPr>
          <a:xfrm>
            <a:off x="4629150" y="1878806"/>
            <a:ext cx="3887391"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53BCFB4-63C2-8C4E-ADF9-D346B00A757C}"/>
              </a:ext>
            </a:extLst>
          </p:cNvPr>
          <p:cNvSpPr>
            <a:spLocks noGrp="1"/>
          </p:cNvSpPr>
          <p:nvPr>
            <p:ph type="dt" sz="half" idx="10"/>
          </p:nvPr>
        </p:nvSpPr>
        <p:spPr/>
        <p:txBody>
          <a:bodyPr/>
          <a:lstStyle/>
          <a:p>
            <a:endParaRPr lang="en-US"/>
          </a:p>
        </p:txBody>
      </p:sp>
      <p:sp>
        <p:nvSpPr>
          <p:cNvPr id="8" name="Footer Placeholder 7">
            <a:extLst>
              <a:ext uri="{FF2B5EF4-FFF2-40B4-BE49-F238E27FC236}">
                <a16:creationId xmlns:a16="http://schemas.microsoft.com/office/drawing/2014/main" id="{E843DDA8-3E26-FB4A-82E5-66BB87DEEC5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82A225F-2AFD-7D4A-B735-B81B15BCC30C}"/>
              </a:ext>
            </a:extLst>
          </p:cNvPr>
          <p:cNvSpPr>
            <a:spLocks noGrp="1"/>
          </p:cNvSpPr>
          <p:nvPr>
            <p:ph type="sldNum" sz="quarter" idx="12"/>
          </p:nvPr>
        </p:nvSpPr>
        <p:spPr/>
        <p:txBody>
          <a:bodyPr/>
          <a:lstStyle/>
          <a:p>
            <a:fld id="{A776F8BA-A1C8-6141-85CC-2C228B4E9B59}" type="slidenum">
              <a:t>‹#›</a:t>
            </a:fld>
            <a:endParaRPr lang="en-US"/>
          </a:p>
        </p:txBody>
      </p:sp>
    </p:spTree>
    <p:extLst>
      <p:ext uri="{BB962C8B-B14F-4D97-AF65-F5344CB8AC3E}">
        <p14:creationId xmlns:p14="http://schemas.microsoft.com/office/powerpoint/2010/main" val="265229330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145DD2-C909-604C-9583-B07C86F4B72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4C48F5B-9B4C-5C47-A201-2280DC0481F8}"/>
              </a:ext>
            </a:extLst>
          </p:cNvPr>
          <p:cNvSpPr>
            <a:spLocks noGrp="1"/>
          </p:cNvSpPr>
          <p:nvPr>
            <p:ph type="dt" sz="half" idx="10"/>
          </p:nvPr>
        </p:nvSpPr>
        <p:spPr/>
        <p:txBody>
          <a:bodyPr/>
          <a:lstStyle/>
          <a:p>
            <a:endParaRPr lang="en-US"/>
          </a:p>
        </p:txBody>
      </p:sp>
      <p:sp>
        <p:nvSpPr>
          <p:cNvPr id="4" name="Footer Placeholder 3">
            <a:extLst>
              <a:ext uri="{FF2B5EF4-FFF2-40B4-BE49-F238E27FC236}">
                <a16:creationId xmlns:a16="http://schemas.microsoft.com/office/drawing/2014/main" id="{E2C20B6E-1617-9B41-93E7-ECD7794E1F2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46C15F7-6C34-BF4F-80E7-722FF104EA12}"/>
              </a:ext>
            </a:extLst>
          </p:cNvPr>
          <p:cNvSpPr>
            <a:spLocks noGrp="1"/>
          </p:cNvSpPr>
          <p:nvPr>
            <p:ph type="sldNum" sz="quarter" idx="12"/>
          </p:nvPr>
        </p:nvSpPr>
        <p:spPr/>
        <p:txBody>
          <a:bodyPr/>
          <a:lstStyle/>
          <a:p>
            <a:fld id="{A776F8BA-A1C8-6141-85CC-2C228B4E9B59}" type="slidenum">
              <a:t>‹#›</a:t>
            </a:fld>
            <a:endParaRPr lang="en-US"/>
          </a:p>
        </p:txBody>
      </p:sp>
    </p:spTree>
    <p:extLst>
      <p:ext uri="{BB962C8B-B14F-4D97-AF65-F5344CB8AC3E}">
        <p14:creationId xmlns:p14="http://schemas.microsoft.com/office/powerpoint/2010/main" val="176094538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397305B-63AC-C248-AE07-68EEA5464740}"/>
              </a:ext>
            </a:extLst>
          </p:cNvPr>
          <p:cNvSpPr>
            <a:spLocks noGrp="1"/>
          </p:cNvSpPr>
          <p:nvPr>
            <p:ph type="dt" sz="half" idx="10"/>
          </p:nvPr>
        </p:nvSpPr>
        <p:spPr/>
        <p:txBody>
          <a:bodyPr/>
          <a:lstStyle/>
          <a:p>
            <a:endParaRPr lang="en-US"/>
          </a:p>
        </p:txBody>
      </p:sp>
      <p:sp>
        <p:nvSpPr>
          <p:cNvPr id="3" name="Footer Placeholder 2">
            <a:extLst>
              <a:ext uri="{FF2B5EF4-FFF2-40B4-BE49-F238E27FC236}">
                <a16:creationId xmlns:a16="http://schemas.microsoft.com/office/drawing/2014/main" id="{1D2E99F3-DB5A-B848-8E9D-0D77DF644CA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AB6CF59-6764-5C40-955D-1E5A2FCA8E6B}"/>
              </a:ext>
            </a:extLst>
          </p:cNvPr>
          <p:cNvSpPr>
            <a:spLocks noGrp="1"/>
          </p:cNvSpPr>
          <p:nvPr>
            <p:ph type="sldNum" sz="quarter" idx="12"/>
          </p:nvPr>
        </p:nvSpPr>
        <p:spPr/>
        <p:txBody>
          <a:bodyPr/>
          <a:lstStyle/>
          <a:p>
            <a:fld id="{A776F8BA-A1C8-6141-85CC-2C228B4E9B59}" type="slidenum">
              <a:t>‹#›</a:t>
            </a:fld>
            <a:endParaRPr lang="en-US"/>
          </a:p>
        </p:txBody>
      </p:sp>
    </p:spTree>
    <p:extLst>
      <p:ext uri="{BB962C8B-B14F-4D97-AF65-F5344CB8AC3E}">
        <p14:creationId xmlns:p14="http://schemas.microsoft.com/office/powerpoint/2010/main" val="188762836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6E8FF6-9194-F745-A06A-1F81FAF48BE2}"/>
              </a:ext>
            </a:extLst>
          </p:cNvPr>
          <p:cNvSpPr>
            <a:spLocks noGrp="1"/>
          </p:cNvSpPr>
          <p:nvPr>
            <p:ph type="title"/>
          </p:nvPr>
        </p:nvSpPr>
        <p:spPr>
          <a:xfrm>
            <a:off x="629841" y="342900"/>
            <a:ext cx="2949178" cy="1200150"/>
          </a:xfrm>
        </p:spPr>
        <p:txBody>
          <a:bodyPr anchor="b"/>
          <a:lstStyle>
            <a:lvl1pPr>
              <a:defRPr sz="2400"/>
            </a:lvl1pPr>
          </a:lstStyle>
          <a:p>
            <a:r>
              <a:rPr lang="en-US"/>
              <a:t>Click to edit Master title style</a:t>
            </a:r>
          </a:p>
        </p:txBody>
      </p:sp>
      <p:sp>
        <p:nvSpPr>
          <p:cNvPr id="3" name="Content Placeholder 2">
            <a:extLst>
              <a:ext uri="{FF2B5EF4-FFF2-40B4-BE49-F238E27FC236}">
                <a16:creationId xmlns:a16="http://schemas.microsoft.com/office/drawing/2014/main" id="{FA3D4E86-5857-1745-B080-27C92ACAD834}"/>
              </a:ext>
            </a:extLst>
          </p:cNvPr>
          <p:cNvSpPr>
            <a:spLocks noGrp="1"/>
          </p:cNvSpPr>
          <p:nvPr>
            <p:ph idx="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36962CD-D6D7-4640-9FA8-1EE471F5A0D0}"/>
              </a:ext>
            </a:extLst>
          </p:cNvPr>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DD150095-F275-D343-A509-30546FD5A2DB}"/>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CAEB4F37-6C5F-B540-85DD-EA2BC83EEDA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F519029-F8FC-704D-B367-720E056C4F28}"/>
              </a:ext>
            </a:extLst>
          </p:cNvPr>
          <p:cNvSpPr>
            <a:spLocks noGrp="1"/>
          </p:cNvSpPr>
          <p:nvPr>
            <p:ph type="sldNum" sz="quarter" idx="12"/>
          </p:nvPr>
        </p:nvSpPr>
        <p:spPr/>
        <p:txBody>
          <a:bodyPr/>
          <a:lstStyle/>
          <a:p>
            <a:fld id="{A776F8BA-A1C8-6141-85CC-2C228B4E9B59}" type="slidenum">
              <a:t>‹#›</a:t>
            </a:fld>
            <a:endParaRPr lang="en-US"/>
          </a:p>
        </p:txBody>
      </p:sp>
    </p:spTree>
    <p:extLst>
      <p:ext uri="{BB962C8B-B14F-4D97-AF65-F5344CB8AC3E}">
        <p14:creationId xmlns:p14="http://schemas.microsoft.com/office/powerpoint/2010/main" val="304130660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72B6BF-2F89-3B4B-83F5-386105420719}"/>
              </a:ext>
            </a:extLst>
          </p:cNvPr>
          <p:cNvSpPr>
            <a:spLocks noGrp="1"/>
          </p:cNvSpPr>
          <p:nvPr>
            <p:ph type="title"/>
          </p:nvPr>
        </p:nvSpPr>
        <p:spPr>
          <a:xfrm>
            <a:off x="629841" y="342900"/>
            <a:ext cx="2949178" cy="1200150"/>
          </a:xfrm>
        </p:spPr>
        <p:txBody>
          <a:bodyPr anchor="b"/>
          <a:lstStyle>
            <a:lvl1pPr>
              <a:defRPr sz="2400"/>
            </a:lvl1pPr>
          </a:lstStyle>
          <a:p>
            <a:r>
              <a:rPr lang="en-US"/>
              <a:t>Click to edit Master title style</a:t>
            </a:r>
          </a:p>
        </p:txBody>
      </p:sp>
      <p:sp>
        <p:nvSpPr>
          <p:cNvPr id="3" name="Picture Placeholder 2">
            <a:extLst>
              <a:ext uri="{FF2B5EF4-FFF2-40B4-BE49-F238E27FC236}">
                <a16:creationId xmlns:a16="http://schemas.microsoft.com/office/drawing/2014/main" id="{0344EF88-A611-7847-B4C8-32C99E4932E5}"/>
              </a:ext>
            </a:extLst>
          </p:cNvPr>
          <p:cNvSpPr>
            <a:spLocks noGrp="1"/>
          </p:cNvSpPr>
          <p:nvPr>
            <p:ph type="pic" idx="1"/>
          </p:nvPr>
        </p:nvSpPr>
        <p:spPr>
          <a:xfrm>
            <a:off x="3887391" y="740569"/>
            <a:ext cx="4629150" cy="3655219"/>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a:extLst>
              <a:ext uri="{FF2B5EF4-FFF2-40B4-BE49-F238E27FC236}">
                <a16:creationId xmlns:a16="http://schemas.microsoft.com/office/drawing/2014/main" id="{C8270382-B7AD-F043-9B9A-89B997F388D2}"/>
              </a:ext>
            </a:extLst>
          </p:cNvPr>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BD3613EC-562B-BA47-9D23-D8BD7C1E40BB}"/>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87B7F790-B046-B74C-BA19-F2D1B868D38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5ABC918-397B-1449-AB8B-FA889B348595}"/>
              </a:ext>
            </a:extLst>
          </p:cNvPr>
          <p:cNvSpPr>
            <a:spLocks noGrp="1"/>
          </p:cNvSpPr>
          <p:nvPr>
            <p:ph type="sldNum" sz="quarter" idx="12"/>
          </p:nvPr>
        </p:nvSpPr>
        <p:spPr/>
        <p:txBody>
          <a:bodyPr/>
          <a:lstStyle/>
          <a:p>
            <a:fld id="{A776F8BA-A1C8-6141-85CC-2C228B4E9B59}" type="slidenum">
              <a:t>‹#›</a:t>
            </a:fld>
            <a:endParaRPr lang="en-US"/>
          </a:p>
        </p:txBody>
      </p:sp>
    </p:spTree>
    <p:extLst>
      <p:ext uri="{BB962C8B-B14F-4D97-AF65-F5344CB8AC3E}">
        <p14:creationId xmlns:p14="http://schemas.microsoft.com/office/powerpoint/2010/main" val="27093387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3E2913-B25E-8646-BF9D-6B4F30CC43D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4B00E5F-3243-594F-AD78-F8F46A3C60D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22A8781-2E0A-4848-AF5B-EF08A28F96BB}"/>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1B9E2933-D927-E443-A4AB-01CDAF59AF5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B493A63-393F-CC44-A3A5-505FCF3DBF9D}"/>
              </a:ext>
            </a:extLst>
          </p:cNvPr>
          <p:cNvSpPr>
            <a:spLocks noGrp="1"/>
          </p:cNvSpPr>
          <p:nvPr>
            <p:ph type="sldNum" sz="quarter" idx="12"/>
          </p:nvPr>
        </p:nvSpPr>
        <p:spPr/>
        <p:txBody>
          <a:bodyPr/>
          <a:lstStyle/>
          <a:p>
            <a:fld id="{A776F8BA-A1C8-6141-85CC-2C228B4E9B59}" type="slidenum">
              <a:t>‹#›</a:t>
            </a:fld>
            <a:endParaRPr lang="en-US"/>
          </a:p>
        </p:txBody>
      </p:sp>
    </p:spTree>
    <p:extLst>
      <p:ext uri="{BB962C8B-B14F-4D97-AF65-F5344CB8AC3E}">
        <p14:creationId xmlns:p14="http://schemas.microsoft.com/office/powerpoint/2010/main" val="352115705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1CE7DA1-2CAB-3742-8686-836250FFC829}"/>
              </a:ext>
            </a:extLst>
          </p:cNvPr>
          <p:cNvSpPr>
            <a:spLocks noGrp="1"/>
          </p:cNvSpPr>
          <p:nvPr>
            <p:ph type="title" orient="vert"/>
          </p:nvPr>
        </p:nvSpPr>
        <p:spPr>
          <a:xfrm>
            <a:off x="6543675" y="273844"/>
            <a:ext cx="1971675" cy="4358879"/>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404A3F9-622A-EC4B-8EB5-5363FF5EFA78}"/>
              </a:ext>
            </a:extLst>
          </p:cNvPr>
          <p:cNvSpPr>
            <a:spLocks noGrp="1"/>
          </p:cNvSpPr>
          <p:nvPr>
            <p:ph type="body" orient="vert" idx="1"/>
          </p:nvPr>
        </p:nvSpPr>
        <p:spPr>
          <a:xfrm>
            <a:off x="628650" y="273844"/>
            <a:ext cx="5800725" cy="435887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8C74EE8-C51C-9241-A48D-EAAF4102C932}"/>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1F9F5E0D-B6E7-674E-924E-B9EF2156928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07A0EFD-7C6E-1247-A580-EB27285B8E47}"/>
              </a:ext>
            </a:extLst>
          </p:cNvPr>
          <p:cNvSpPr>
            <a:spLocks noGrp="1"/>
          </p:cNvSpPr>
          <p:nvPr>
            <p:ph type="sldNum" sz="quarter" idx="12"/>
          </p:nvPr>
        </p:nvSpPr>
        <p:spPr/>
        <p:txBody>
          <a:bodyPr/>
          <a:lstStyle/>
          <a:p>
            <a:fld id="{A776F8BA-A1C8-6141-85CC-2C228B4E9B59}" type="slidenum">
              <a:t>‹#›</a:t>
            </a:fld>
            <a:endParaRPr lang="en-US"/>
          </a:p>
        </p:txBody>
      </p:sp>
    </p:spTree>
    <p:extLst>
      <p:ext uri="{BB962C8B-B14F-4D97-AF65-F5344CB8AC3E}">
        <p14:creationId xmlns:p14="http://schemas.microsoft.com/office/powerpoint/2010/main" val="147638866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Title and Content">
  <p:cSld name="1_Title and Content">
    <p:spTree>
      <p:nvGrpSpPr>
        <p:cNvPr id="1" name="Shape 24"/>
        <p:cNvGrpSpPr/>
        <p:nvPr/>
      </p:nvGrpSpPr>
      <p:grpSpPr>
        <a:xfrm>
          <a:off x="0" y="0"/>
          <a:ext cx="0" cy="0"/>
          <a:chOff x="0" y="0"/>
          <a:chExt cx="0" cy="0"/>
        </a:xfrm>
      </p:grpSpPr>
      <p:sp>
        <p:nvSpPr>
          <p:cNvPr id="25" name="Google Shape;25;p48"/>
          <p:cNvSpPr txBox="1">
            <a:spLocks noGrp="1"/>
          </p:cNvSpPr>
          <p:nvPr>
            <p:ph type="body" idx="1"/>
          </p:nvPr>
        </p:nvSpPr>
        <p:spPr>
          <a:xfrm>
            <a:off x="292685" y="639724"/>
            <a:ext cx="8502972" cy="4094882"/>
          </a:xfrm>
          <a:prstGeom prst="rect">
            <a:avLst/>
          </a:prstGeom>
          <a:noFill/>
          <a:ln>
            <a:noFill/>
          </a:ln>
        </p:spPr>
        <p:txBody>
          <a:bodyPr spcFirstLastPara="1" wrap="square" lIns="91425" tIns="45700" rIns="91425" bIns="45700" anchor="t" anchorCtr="0">
            <a:normAutofit/>
          </a:bodyPr>
          <a:lstStyle>
            <a:lvl1pPr marL="342900" lvl="0" indent="-304800" algn="l">
              <a:lnSpc>
                <a:spcPct val="90000"/>
              </a:lnSpc>
              <a:spcBef>
                <a:spcPts val="750"/>
              </a:spcBef>
              <a:spcAft>
                <a:spcPts val="0"/>
              </a:spcAft>
              <a:buClr>
                <a:srgbClr val="C55A11"/>
              </a:buClr>
              <a:buSzPts val="2800"/>
              <a:buChar char="•"/>
              <a:defRPr>
                <a:latin typeface="#9Slide03 Penumbra" panose="02040603050506020204" pitchFamily="18" charset="0"/>
              </a:defRPr>
            </a:lvl1pPr>
            <a:lvl2pPr marL="685800" lvl="1" indent="-285750" algn="l">
              <a:lnSpc>
                <a:spcPct val="90000"/>
              </a:lnSpc>
              <a:spcBef>
                <a:spcPts val="375"/>
              </a:spcBef>
              <a:spcAft>
                <a:spcPts val="0"/>
              </a:spcAft>
              <a:buClr>
                <a:srgbClr val="C55A11"/>
              </a:buClr>
              <a:buSzPts val="2400"/>
              <a:buFont typeface="Noto Sans Symbols"/>
              <a:buChar char="▪"/>
              <a:defRPr>
                <a:solidFill>
                  <a:srgbClr val="757070"/>
                </a:solidFill>
              </a:defRPr>
            </a:lvl2pPr>
            <a:lvl3pPr marL="1028700" lvl="2" indent="-266700" algn="l">
              <a:lnSpc>
                <a:spcPct val="90000"/>
              </a:lnSpc>
              <a:spcBef>
                <a:spcPts val="375"/>
              </a:spcBef>
              <a:spcAft>
                <a:spcPts val="0"/>
              </a:spcAft>
              <a:buClr>
                <a:srgbClr val="7B7B7B"/>
              </a:buClr>
              <a:buSzPts val="2000"/>
              <a:buFont typeface="Arial"/>
              <a:buChar char="-"/>
              <a:defRPr>
                <a:solidFill>
                  <a:srgbClr val="757070"/>
                </a:solidFill>
              </a:defRPr>
            </a:lvl3pPr>
            <a:lvl4pPr marL="1371600" lvl="3" indent="-257175" algn="l">
              <a:lnSpc>
                <a:spcPct val="90000"/>
              </a:lnSpc>
              <a:spcBef>
                <a:spcPts val="375"/>
              </a:spcBef>
              <a:spcAft>
                <a:spcPts val="0"/>
              </a:spcAft>
              <a:buClr>
                <a:srgbClr val="757070"/>
              </a:buClr>
              <a:buSzPts val="1800"/>
              <a:buChar char="•"/>
              <a:defRPr>
                <a:solidFill>
                  <a:srgbClr val="757070"/>
                </a:solidFill>
              </a:defRPr>
            </a:lvl4pPr>
            <a:lvl5pPr marL="1714500" lvl="4" indent="-257175" algn="l">
              <a:lnSpc>
                <a:spcPct val="90000"/>
              </a:lnSpc>
              <a:spcBef>
                <a:spcPts val="375"/>
              </a:spcBef>
              <a:spcAft>
                <a:spcPts val="0"/>
              </a:spcAft>
              <a:buClr>
                <a:srgbClr val="757070"/>
              </a:buClr>
              <a:buSzPts val="1800"/>
              <a:buChar char="•"/>
              <a:defRPr>
                <a:solidFill>
                  <a:srgbClr val="757070"/>
                </a:solidFill>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endParaRPr/>
          </a:p>
        </p:txBody>
      </p:sp>
      <p:sp>
        <p:nvSpPr>
          <p:cNvPr id="26" name="Google Shape;26;p48"/>
          <p:cNvSpPr txBox="1">
            <a:spLocks noGrp="1"/>
          </p:cNvSpPr>
          <p:nvPr>
            <p:ph type="ftr" idx="11"/>
          </p:nvPr>
        </p:nvSpPr>
        <p:spPr>
          <a:xfrm>
            <a:off x="3028950" y="4821690"/>
            <a:ext cx="3086100" cy="273844"/>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lang="en-US"/>
          </a:p>
        </p:txBody>
      </p:sp>
      <p:sp>
        <p:nvSpPr>
          <p:cNvPr id="27" name="Google Shape;27;p48"/>
          <p:cNvSpPr txBox="1">
            <a:spLocks noGrp="1"/>
          </p:cNvSpPr>
          <p:nvPr>
            <p:ph type="sldNum" idx="12"/>
          </p:nvPr>
        </p:nvSpPr>
        <p:spPr>
          <a:xfrm>
            <a:off x="8273143" y="4821690"/>
            <a:ext cx="522514" cy="27384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900" b="0" i="0" u="none" strike="noStrike" cap="none">
                <a:solidFill>
                  <a:srgbClr val="888888"/>
                </a:solidFill>
                <a:latin typeface="#9Slide03 Penumbra" panose="02040603050506020204" pitchFamily="18" charset="0"/>
                <a:ea typeface="#9Slide03 Penumbra" panose="02040603050506020204" pitchFamily="18" charset="0"/>
                <a:cs typeface="Arial"/>
                <a:sym typeface="Arial"/>
              </a:defRPr>
            </a:lvl1pPr>
            <a:lvl2pPr marL="0" marR="0" lvl="1" indent="0" algn="r">
              <a:lnSpc>
                <a:spcPct val="100000"/>
              </a:lnSpc>
              <a:spcBef>
                <a:spcPts val="0"/>
              </a:spcBef>
              <a:spcAft>
                <a:spcPts val="0"/>
              </a:spcAft>
              <a:buClr>
                <a:srgbClr val="000000"/>
              </a:buClr>
              <a:buSzPts val="1200"/>
              <a:buFont typeface="Arial"/>
              <a:buNone/>
              <a:defRPr sz="9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9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9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9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9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9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9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900" b="0" i="0" u="none" strike="noStrike" cap="none">
                <a:solidFill>
                  <a:srgbClr val="888888"/>
                </a:solidFill>
                <a:latin typeface="Arial"/>
                <a:ea typeface="Arial"/>
                <a:cs typeface="Arial"/>
                <a:sym typeface="Arial"/>
              </a:defRPr>
            </a:lvl9pPr>
          </a:lstStyle>
          <a:p>
            <a:fld id="{00000000-1234-1234-1234-123412341234}" type="slidenum">
              <a:rPr lang="en-US" smtClean="0"/>
              <a:pPr/>
              <a:t>‹#›</a:t>
            </a:fld>
            <a:endParaRPr lang="en-US"/>
          </a:p>
        </p:txBody>
      </p:sp>
      <p:sp>
        <p:nvSpPr>
          <p:cNvPr id="28" name="Google Shape;28;p48"/>
          <p:cNvSpPr txBox="1">
            <a:spLocks noGrp="1"/>
          </p:cNvSpPr>
          <p:nvPr>
            <p:ph type="title"/>
          </p:nvPr>
        </p:nvSpPr>
        <p:spPr>
          <a:xfrm>
            <a:off x="292685" y="166734"/>
            <a:ext cx="8502973" cy="384374"/>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chemeClr val="dk1"/>
              </a:buClr>
              <a:buSzPts val="3200"/>
              <a:buFont typeface="Arial"/>
              <a:buNone/>
              <a:defRPr sz="2400" b="1">
                <a:latin typeface="#9Slide03 Penumbra" panose="02040603050506020204" pitchFamily="18" charset="0"/>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pic>
        <p:nvPicPr>
          <p:cNvPr id="30" name="Google Shape;30;p48"/>
          <p:cNvPicPr preferRelativeResize="0"/>
          <p:nvPr/>
        </p:nvPicPr>
        <p:blipFill rotWithShape="1">
          <a:blip r:embed="rId2">
            <a:alphaModFix/>
          </a:blip>
          <a:srcRect/>
          <a:stretch/>
        </p:blipFill>
        <p:spPr>
          <a:xfrm>
            <a:off x="7329397" y="0"/>
            <a:ext cx="1814603" cy="326572"/>
          </a:xfrm>
          <a:prstGeom prst="rect">
            <a:avLst/>
          </a:prstGeom>
          <a:noFill/>
          <a:ln>
            <a:noFill/>
          </a:ln>
        </p:spPr>
      </p:pic>
    </p:spTree>
    <p:extLst>
      <p:ext uri="{BB962C8B-B14F-4D97-AF65-F5344CB8AC3E}">
        <p14:creationId xmlns:p14="http://schemas.microsoft.com/office/powerpoint/2010/main" val="206645896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20"/>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lvl1pPr>
            <a:lvl2pPr marL="342900" indent="0" algn="ctr">
              <a:buNone/>
              <a:defRPr/>
            </a:lvl2pPr>
            <a:lvl3pPr marL="685800" indent="0" algn="ctr">
              <a:buNone/>
              <a:defRPr/>
            </a:lvl3pPr>
            <a:lvl4pPr marL="1028700" indent="0" algn="ctr">
              <a:buNone/>
              <a:defRPr/>
            </a:lvl4pPr>
            <a:lvl5pPr marL="1371600" indent="0" algn="ctr">
              <a:buNone/>
              <a:defRPr/>
            </a:lvl5pPr>
            <a:lvl6pPr marL="1714500" indent="0" algn="ctr">
              <a:buNone/>
              <a:defRPr/>
            </a:lvl6pPr>
            <a:lvl7pPr marL="2057400" indent="0" algn="ctr">
              <a:buNone/>
              <a:defRPr/>
            </a:lvl7pPr>
            <a:lvl8pPr marL="2400300" indent="0" algn="ctr">
              <a:buNone/>
              <a:defRPr/>
            </a:lvl8pPr>
            <a:lvl9pPr marL="2743200" indent="0" algn="ctr">
              <a:buNone/>
              <a:defRPr/>
            </a:lvl9pPr>
          </a:lstStyle>
          <a:p>
            <a:r>
              <a:rPr lang="en-US"/>
              <a:t>Click to edit Master subtitle style</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52BB9BE1-CC02-4630-A187-1FA3D78B1A24}" type="slidenum">
              <a:rPr lang="en-US"/>
              <a:pPr>
                <a:defRPr/>
              </a:pPr>
              <a:t>‹#›</a:t>
            </a:fld>
            <a:endParaRPr lang="en-US"/>
          </a:p>
        </p:txBody>
      </p:sp>
    </p:spTree>
    <p:extLst>
      <p:ext uri="{BB962C8B-B14F-4D97-AF65-F5344CB8AC3E}">
        <p14:creationId xmlns:p14="http://schemas.microsoft.com/office/powerpoint/2010/main" val="3036696824"/>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774C1639-4E2F-4550-BAEE-C5BDC1CB80DD}" type="slidenum">
              <a:rPr lang="en-US"/>
              <a:pPr>
                <a:defRPr/>
              </a:pPr>
              <a:t>‹#›</a:t>
            </a:fld>
            <a:endParaRPr lang="en-US"/>
          </a:p>
        </p:txBody>
      </p:sp>
    </p:spTree>
    <p:extLst>
      <p:ext uri="{BB962C8B-B14F-4D97-AF65-F5344CB8AC3E}">
        <p14:creationId xmlns:p14="http://schemas.microsoft.com/office/powerpoint/2010/main" val="3652055102"/>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en-US"/>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6CB1FF34-FEDA-430E-8462-E7A209AF306F}" type="slidenum">
              <a:rPr lang="en-US"/>
              <a:pPr>
                <a:defRPr/>
              </a:pPr>
              <a:t>‹#›</a:t>
            </a:fld>
            <a:endParaRPr lang="en-US"/>
          </a:p>
        </p:txBody>
      </p:sp>
    </p:spTree>
    <p:extLst>
      <p:ext uri="{BB962C8B-B14F-4D97-AF65-F5344CB8AC3E}">
        <p14:creationId xmlns:p14="http://schemas.microsoft.com/office/powerpoint/2010/main" val="93483448"/>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5800" y="685800"/>
            <a:ext cx="3810000" cy="394335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685800"/>
            <a:ext cx="3810000" cy="394335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4219BF50-AC92-44AF-92A4-620F182E35C2}" type="slidenum">
              <a:rPr lang="en-US"/>
              <a:pPr>
                <a:defRPr/>
              </a:pPr>
              <a:t>‹#›</a:t>
            </a:fld>
            <a:endParaRPr lang="en-US"/>
          </a:p>
        </p:txBody>
      </p:sp>
    </p:spTree>
    <p:extLst>
      <p:ext uri="{BB962C8B-B14F-4D97-AF65-F5344CB8AC3E}">
        <p14:creationId xmlns:p14="http://schemas.microsoft.com/office/powerpoint/2010/main" val="3185345545"/>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a:ln/>
        </p:spPr>
        <p:txBody>
          <a:bodyPr/>
          <a:lstStyle>
            <a:lvl1pPr>
              <a:defRPr/>
            </a:lvl1pPr>
          </a:lstStyle>
          <a:p>
            <a:pPr>
              <a:defRPr/>
            </a:pPr>
            <a:endParaRPr lang="en-US"/>
          </a:p>
        </p:txBody>
      </p:sp>
      <p:sp>
        <p:nvSpPr>
          <p:cNvPr id="8" name="Rectangle 5"/>
          <p:cNvSpPr>
            <a:spLocks noGrp="1" noChangeArrowheads="1"/>
          </p:cNvSpPr>
          <p:nvPr>
            <p:ph type="ftr" sz="quarter" idx="11"/>
          </p:nvPr>
        </p:nvSpPr>
        <p:spPr>
          <a:ln/>
        </p:spPr>
        <p:txBody>
          <a:bodyPr/>
          <a:lstStyle>
            <a:lvl1pPr>
              <a:defRPr/>
            </a:lvl1pPr>
          </a:lstStyle>
          <a:p>
            <a:pPr>
              <a:defRPr/>
            </a:pPr>
            <a:endParaRPr lang="en-US"/>
          </a:p>
        </p:txBody>
      </p:sp>
      <p:sp>
        <p:nvSpPr>
          <p:cNvPr id="9" name="Rectangle 6"/>
          <p:cNvSpPr>
            <a:spLocks noGrp="1" noChangeArrowheads="1"/>
          </p:cNvSpPr>
          <p:nvPr>
            <p:ph type="sldNum" sz="quarter" idx="12"/>
          </p:nvPr>
        </p:nvSpPr>
        <p:spPr>
          <a:ln/>
        </p:spPr>
        <p:txBody>
          <a:bodyPr/>
          <a:lstStyle>
            <a:lvl1pPr>
              <a:defRPr/>
            </a:lvl1pPr>
          </a:lstStyle>
          <a:p>
            <a:pPr>
              <a:defRPr/>
            </a:pPr>
            <a:fld id="{C5E26E91-021D-4B32-926D-DC16A89D51CC}" type="slidenum">
              <a:rPr lang="en-US"/>
              <a:pPr>
                <a:defRPr/>
              </a:pPr>
              <a:t>‹#›</a:t>
            </a:fld>
            <a:endParaRPr lang="en-US"/>
          </a:p>
        </p:txBody>
      </p:sp>
    </p:spTree>
    <p:extLst>
      <p:ext uri="{BB962C8B-B14F-4D97-AF65-F5344CB8AC3E}">
        <p14:creationId xmlns:p14="http://schemas.microsoft.com/office/powerpoint/2010/main" val="1965388533"/>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p:cNvSpPr>
            <a:spLocks noGrp="1" noChangeArrowheads="1"/>
          </p:cNvSpPr>
          <p:nvPr>
            <p:ph type="dt" sz="half" idx="10"/>
          </p:nvPr>
        </p:nvSpPr>
        <p:spPr>
          <a:ln/>
        </p:spPr>
        <p:txBody>
          <a:bodyPr/>
          <a:lstStyle>
            <a:lvl1pPr>
              <a:defRPr/>
            </a:lvl1pPr>
          </a:lstStyle>
          <a:p>
            <a:pPr>
              <a:defRPr/>
            </a:pPr>
            <a:endParaRPr lang="en-US"/>
          </a:p>
        </p:txBody>
      </p:sp>
      <p:sp>
        <p:nvSpPr>
          <p:cNvPr id="4" name="Rectangle 5"/>
          <p:cNvSpPr>
            <a:spLocks noGrp="1" noChangeArrowheads="1"/>
          </p:cNvSpPr>
          <p:nvPr>
            <p:ph type="ftr" sz="quarter" idx="11"/>
          </p:nvPr>
        </p:nvSpPr>
        <p:spPr>
          <a:ln/>
        </p:spPr>
        <p:txBody>
          <a:bodyPr/>
          <a:lstStyle>
            <a:lvl1pPr>
              <a:defRPr/>
            </a:lvl1pPr>
          </a:lstStyle>
          <a:p>
            <a:pPr>
              <a:defRPr/>
            </a:pPr>
            <a:endParaRPr lang="en-US"/>
          </a:p>
        </p:txBody>
      </p:sp>
      <p:sp>
        <p:nvSpPr>
          <p:cNvPr id="5" name="Rectangle 6"/>
          <p:cNvSpPr>
            <a:spLocks noGrp="1" noChangeArrowheads="1"/>
          </p:cNvSpPr>
          <p:nvPr>
            <p:ph type="sldNum" sz="quarter" idx="12"/>
          </p:nvPr>
        </p:nvSpPr>
        <p:spPr>
          <a:ln/>
        </p:spPr>
        <p:txBody>
          <a:bodyPr/>
          <a:lstStyle>
            <a:lvl1pPr>
              <a:defRPr/>
            </a:lvl1pPr>
          </a:lstStyle>
          <a:p>
            <a:pPr>
              <a:defRPr/>
            </a:pPr>
            <a:fld id="{11756749-8CA8-49DA-A68F-85171B0F5274}" type="slidenum">
              <a:rPr lang="en-US"/>
              <a:pPr>
                <a:defRPr/>
              </a:pPr>
              <a:t>‹#›</a:t>
            </a:fld>
            <a:endParaRPr lang="en-US"/>
          </a:p>
        </p:txBody>
      </p:sp>
    </p:spTree>
    <p:extLst>
      <p:ext uri="{BB962C8B-B14F-4D97-AF65-F5344CB8AC3E}">
        <p14:creationId xmlns:p14="http://schemas.microsoft.com/office/powerpoint/2010/main" val="3923739632"/>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p>
        </p:txBody>
      </p:sp>
      <p:sp>
        <p:nvSpPr>
          <p:cNvPr id="3" name="Rectangle 5"/>
          <p:cNvSpPr>
            <a:spLocks noGrp="1" noChangeArrowheads="1"/>
          </p:cNvSpPr>
          <p:nvPr>
            <p:ph type="ftr" sz="quarter" idx="11"/>
          </p:nvPr>
        </p:nvSpPr>
        <p:spPr>
          <a:ln/>
        </p:spPr>
        <p:txBody>
          <a:bodyPr/>
          <a:lstStyle>
            <a:lvl1pPr>
              <a:defRPr/>
            </a:lvl1pPr>
          </a:lstStyle>
          <a:p>
            <a:pPr>
              <a:defRPr/>
            </a:pPr>
            <a:endParaRPr lang="en-US"/>
          </a:p>
        </p:txBody>
      </p:sp>
      <p:sp>
        <p:nvSpPr>
          <p:cNvPr id="4" name="Rectangle 6"/>
          <p:cNvSpPr>
            <a:spLocks noGrp="1" noChangeArrowheads="1"/>
          </p:cNvSpPr>
          <p:nvPr>
            <p:ph type="sldNum" sz="quarter" idx="12"/>
          </p:nvPr>
        </p:nvSpPr>
        <p:spPr>
          <a:ln/>
        </p:spPr>
        <p:txBody>
          <a:bodyPr/>
          <a:lstStyle>
            <a:lvl1pPr>
              <a:defRPr/>
            </a:lvl1pPr>
          </a:lstStyle>
          <a:p>
            <a:pPr>
              <a:defRPr/>
            </a:pPr>
            <a:fld id="{8136D7BB-2806-4694-9201-C1DF6EA7CF15}" type="slidenum">
              <a:rPr lang="en-US"/>
              <a:pPr>
                <a:defRPr/>
              </a:pPr>
              <a:t>‹#›</a:t>
            </a:fld>
            <a:endParaRPr lang="en-US"/>
          </a:p>
        </p:txBody>
      </p:sp>
    </p:spTree>
    <p:extLst>
      <p:ext uri="{BB962C8B-B14F-4D97-AF65-F5344CB8AC3E}">
        <p14:creationId xmlns:p14="http://schemas.microsoft.com/office/powerpoint/2010/main" val="2875365781"/>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9"/>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A8AD4D2A-A0A1-4AB1-BF3F-4E3C9BF55984}" type="slidenum">
              <a:rPr lang="en-US"/>
              <a:pPr>
                <a:defRPr/>
              </a:pPr>
              <a:t>‹#›</a:t>
            </a:fld>
            <a:endParaRPr lang="en-US"/>
          </a:p>
        </p:txBody>
      </p:sp>
    </p:spTree>
    <p:extLst>
      <p:ext uri="{BB962C8B-B14F-4D97-AF65-F5344CB8AC3E}">
        <p14:creationId xmlns:p14="http://schemas.microsoft.com/office/powerpoint/2010/main" val="1738206924"/>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endParaRPr lang="en-US" noProof="0"/>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8F8DC858-3513-47BE-8939-E01A91F098A2}" type="slidenum">
              <a:rPr lang="en-US"/>
              <a:pPr>
                <a:defRPr/>
              </a:pPr>
              <a:t>‹#›</a:t>
            </a:fld>
            <a:endParaRPr lang="en-US"/>
          </a:p>
        </p:txBody>
      </p:sp>
    </p:spTree>
    <p:extLst>
      <p:ext uri="{BB962C8B-B14F-4D97-AF65-F5344CB8AC3E}">
        <p14:creationId xmlns:p14="http://schemas.microsoft.com/office/powerpoint/2010/main" val="1319762511"/>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67DD7741-022D-4361-BD74-799334698C23}" type="slidenum">
              <a:rPr lang="en-US"/>
              <a:pPr>
                <a:defRPr/>
              </a:pPr>
              <a:t>‹#›</a:t>
            </a:fld>
            <a:endParaRPr lang="en-US"/>
          </a:p>
        </p:txBody>
      </p:sp>
    </p:spTree>
    <p:extLst>
      <p:ext uri="{BB962C8B-B14F-4D97-AF65-F5344CB8AC3E}">
        <p14:creationId xmlns:p14="http://schemas.microsoft.com/office/powerpoint/2010/main" val="1684360556"/>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57150"/>
            <a:ext cx="1943100" cy="45720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85800" y="57150"/>
            <a:ext cx="5676900" cy="45720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AA8C337E-79AB-43D3-B7D5-9A8EDE49DF79}" type="slidenum">
              <a:rPr lang="en-US"/>
              <a:pPr>
                <a:defRPr/>
              </a:pPr>
              <a:t>‹#›</a:t>
            </a:fld>
            <a:endParaRPr lang="en-US"/>
          </a:p>
        </p:txBody>
      </p:sp>
    </p:spTree>
    <p:extLst>
      <p:ext uri="{BB962C8B-B14F-4D97-AF65-F5344CB8AC3E}">
        <p14:creationId xmlns:p14="http://schemas.microsoft.com/office/powerpoint/2010/main" val="2939938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13" Type="http://schemas.openxmlformats.org/officeDocument/2006/relationships/theme" Target="../theme/theme3.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slideLayout" Target="../slideLayouts/slideLayout34.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2.xml"/><Relationship Id="rId3" Type="http://schemas.openxmlformats.org/officeDocument/2006/relationships/slideLayout" Target="../slideLayouts/slideLayout37.xml"/><Relationship Id="rId7" Type="http://schemas.openxmlformats.org/officeDocument/2006/relationships/slideLayout" Target="../slideLayouts/slideLayout41.xml"/><Relationship Id="rId12" Type="http://schemas.openxmlformats.org/officeDocument/2006/relationships/theme" Target="../theme/theme4.xml"/><Relationship Id="rId2" Type="http://schemas.openxmlformats.org/officeDocument/2006/relationships/slideLayout" Target="../slideLayouts/slideLayout36.xml"/><Relationship Id="rId1" Type="http://schemas.openxmlformats.org/officeDocument/2006/relationships/slideLayout" Target="../slideLayouts/slideLayout35.xml"/><Relationship Id="rId6" Type="http://schemas.openxmlformats.org/officeDocument/2006/relationships/slideLayout" Target="../slideLayouts/slideLayout40.xml"/><Relationship Id="rId11" Type="http://schemas.openxmlformats.org/officeDocument/2006/relationships/slideLayout" Target="../slideLayouts/slideLayout45.xml"/><Relationship Id="rId5" Type="http://schemas.openxmlformats.org/officeDocument/2006/relationships/slideLayout" Target="../slideLayouts/slideLayout39.xml"/><Relationship Id="rId10" Type="http://schemas.openxmlformats.org/officeDocument/2006/relationships/slideLayout" Target="../slideLayouts/slideLayout44.xml"/><Relationship Id="rId4" Type="http://schemas.openxmlformats.org/officeDocument/2006/relationships/slideLayout" Target="../slideLayouts/slideLayout38.xml"/><Relationship Id="rId9" Type="http://schemas.openxmlformats.org/officeDocument/2006/relationships/slideLayout" Target="../slideLayouts/slideLayout4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bwMode="auto">
          <a:xfrm>
            <a:off x="0" y="-19050"/>
            <a:ext cx="9144000" cy="857250"/>
          </a:xfrm>
          <a:prstGeom prst="rect">
            <a:avLst/>
          </a:prstGeom>
          <a:noFill/>
          <a:ln w="9525">
            <a:noFill/>
            <a:miter lim="800000"/>
            <a:headEnd/>
            <a:tailEnd/>
          </a:ln>
        </p:spPr>
        <p:txBody>
          <a:bodyPr vert="horz" wrap="square" lIns="68579" tIns="34289" rIns="68579" bIns="34289" numCol="1" anchor="ctr" anchorCtr="0" compatLnSpc="1">
            <a:prstTxWarp prst="textNoShape">
              <a:avLst/>
            </a:prstTxWarp>
          </a:bodyPr>
          <a:lstStyle/>
          <a:p>
            <a:pPr lvl="0"/>
            <a:r>
              <a:rPr lang="vi-VN" noProof="0"/>
              <a:t>Click to edit Master title style</a:t>
            </a:r>
          </a:p>
        </p:txBody>
      </p:sp>
      <p:sp>
        <p:nvSpPr>
          <p:cNvPr id="3075" name="Rectangle 3"/>
          <p:cNvSpPr>
            <a:spLocks noGrp="1" noChangeArrowheads="1"/>
          </p:cNvSpPr>
          <p:nvPr>
            <p:ph type="body" idx="1"/>
          </p:nvPr>
        </p:nvSpPr>
        <p:spPr bwMode="auto">
          <a:xfrm>
            <a:off x="304800" y="1047750"/>
            <a:ext cx="8534400" cy="3546873"/>
          </a:xfrm>
          <a:prstGeom prst="rect">
            <a:avLst/>
          </a:prstGeom>
          <a:noFill/>
          <a:ln w="9525">
            <a:noFill/>
            <a:miter lim="800000"/>
            <a:headEnd/>
            <a:tailEnd/>
          </a:ln>
        </p:spPr>
        <p:txBody>
          <a:bodyPr vert="horz" wrap="square" lIns="68579" tIns="34289" rIns="68579" bIns="34289" numCol="1" anchor="t" anchorCtr="0" compatLnSpc="1">
            <a:prstTxWarp prst="textNoShape">
              <a:avLst/>
            </a:prstTxWarp>
          </a:bodyPr>
          <a:lstStyle/>
          <a:p>
            <a:pPr lvl="0"/>
            <a:r>
              <a:rPr lang="vi-VN" noProof="0"/>
              <a:t>Click to edit Master text styles</a:t>
            </a:r>
          </a:p>
          <a:p>
            <a:pPr lvl="1"/>
            <a:r>
              <a:rPr lang="vi-VN" noProof="0"/>
              <a:t>Second level</a:t>
            </a:r>
          </a:p>
          <a:p>
            <a:pPr lvl="2"/>
            <a:r>
              <a:rPr lang="vi-VN" noProof="0"/>
              <a:t>Third level</a:t>
            </a:r>
          </a:p>
          <a:p>
            <a:pPr lvl="3"/>
            <a:r>
              <a:rPr lang="vi-VN" noProof="0"/>
              <a:t>Fourth level</a:t>
            </a:r>
          </a:p>
          <a:p>
            <a:pPr lvl="4"/>
            <a:r>
              <a:rPr lang="vi-VN" noProof="0"/>
              <a:t>Fifth level</a:t>
            </a:r>
          </a:p>
        </p:txBody>
      </p:sp>
      <p:sp>
        <p:nvSpPr>
          <p:cNvPr id="4100" name="Rectangle 4"/>
          <p:cNvSpPr>
            <a:spLocks noGrp="1" noChangeArrowheads="1"/>
          </p:cNvSpPr>
          <p:nvPr>
            <p:ph type="dt" sz="half" idx="2"/>
          </p:nvPr>
        </p:nvSpPr>
        <p:spPr bwMode="auto">
          <a:xfrm>
            <a:off x="342900" y="4683919"/>
            <a:ext cx="1600200" cy="357188"/>
          </a:xfrm>
          <a:prstGeom prst="rect">
            <a:avLst/>
          </a:prstGeom>
          <a:noFill/>
          <a:ln w="9525">
            <a:noFill/>
            <a:miter lim="800000"/>
            <a:headEnd/>
            <a:tailEnd/>
          </a:ln>
          <a:effectLst/>
        </p:spPr>
        <p:txBody>
          <a:bodyPr vert="horz" wrap="square" lIns="68579" tIns="34289" rIns="68579" bIns="34289" numCol="1" anchor="t" anchorCtr="0" compatLnSpc="1">
            <a:prstTxWarp prst="textNoShape">
              <a:avLst/>
            </a:prstTxWarp>
          </a:bodyPr>
          <a:lstStyle>
            <a:lvl1pPr>
              <a:defRPr sz="1100"/>
            </a:lvl1pPr>
          </a:lstStyle>
          <a:p>
            <a:pPr>
              <a:defRPr/>
            </a:pPr>
            <a:endParaRPr lang="vi-VN" noProof="0"/>
          </a:p>
        </p:txBody>
      </p:sp>
      <p:sp>
        <p:nvSpPr>
          <p:cNvPr id="4101" name="Rectangle 5"/>
          <p:cNvSpPr>
            <a:spLocks noGrp="1" noChangeArrowheads="1"/>
          </p:cNvSpPr>
          <p:nvPr>
            <p:ph type="ftr" sz="quarter" idx="3"/>
          </p:nvPr>
        </p:nvSpPr>
        <p:spPr bwMode="auto">
          <a:xfrm>
            <a:off x="2343150" y="4683919"/>
            <a:ext cx="2171700" cy="357188"/>
          </a:xfrm>
          <a:prstGeom prst="rect">
            <a:avLst/>
          </a:prstGeom>
          <a:noFill/>
          <a:ln w="9525">
            <a:noFill/>
            <a:miter lim="800000"/>
            <a:headEnd/>
            <a:tailEnd/>
          </a:ln>
          <a:effectLst/>
        </p:spPr>
        <p:txBody>
          <a:bodyPr vert="horz" wrap="square" lIns="68579" tIns="34289" rIns="68579" bIns="34289" numCol="1" anchor="t" anchorCtr="0" compatLnSpc="1">
            <a:prstTxWarp prst="textNoShape">
              <a:avLst/>
            </a:prstTxWarp>
          </a:bodyPr>
          <a:lstStyle>
            <a:lvl1pPr algn="ctr">
              <a:defRPr sz="1100"/>
            </a:lvl1pPr>
          </a:lstStyle>
          <a:p>
            <a:pPr>
              <a:defRPr/>
            </a:pPr>
            <a:endParaRPr lang="vi-VN" noProof="0"/>
          </a:p>
        </p:txBody>
      </p:sp>
      <p:sp>
        <p:nvSpPr>
          <p:cNvPr id="4102" name="Rectangle 6"/>
          <p:cNvSpPr>
            <a:spLocks noGrp="1" noChangeArrowheads="1"/>
          </p:cNvSpPr>
          <p:nvPr>
            <p:ph type="sldNum" sz="quarter" idx="4"/>
          </p:nvPr>
        </p:nvSpPr>
        <p:spPr bwMode="auto">
          <a:xfrm>
            <a:off x="4914900" y="4683919"/>
            <a:ext cx="1600200" cy="357188"/>
          </a:xfrm>
          <a:prstGeom prst="rect">
            <a:avLst/>
          </a:prstGeom>
          <a:noFill/>
          <a:ln w="9525">
            <a:noFill/>
            <a:miter lim="800000"/>
            <a:headEnd/>
            <a:tailEnd/>
          </a:ln>
          <a:effectLst/>
        </p:spPr>
        <p:txBody>
          <a:bodyPr vert="horz" wrap="square" lIns="68579" tIns="34289" rIns="68579" bIns="34289" numCol="1" anchor="t" anchorCtr="0" compatLnSpc="1">
            <a:prstTxWarp prst="textNoShape">
              <a:avLst/>
            </a:prstTxWarp>
          </a:bodyPr>
          <a:lstStyle>
            <a:lvl1pPr algn="r">
              <a:defRPr sz="1100"/>
            </a:lvl1pPr>
          </a:lstStyle>
          <a:p>
            <a:pPr>
              <a:defRPr/>
            </a:pPr>
            <a:fld id="{529FA7E6-6E6F-4B77-AE36-D459A899DDD1}" type="slidenum">
              <a:rPr lang="vi-VN" noProof="0" smtClean="0"/>
              <a:pPr>
                <a:defRPr/>
              </a:pPr>
              <a:t>‹#›</a:t>
            </a:fld>
            <a:endParaRPr lang="vi-VN" noProof="0"/>
          </a:p>
        </p:txBody>
      </p:sp>
      <p:sp>
        <p:nvSpPr>
          <p:cNvPr id="4103" name="Rectangle 7"/>
          <p:cNvSpPr>
            <a:spLocks noChangeArrowheads="1"/>
          </p:cNvSpPr>
          <p:nvPr/>
        </p:nvSpPr>
        <p:spPr bwMode="auto">
          <a:xfrm>
            <a:off x="0" y="773431"/>
            <a:ext cx="9144000" cy="45719"/>
          </a:xfrm>
          <a:prstGeom prst="rect">
            <a:avLst/>
          </a:prstGeom>
          <a:gradFill rotWithShape="1">
            <a:gsLst>
              <a:gs pos="0">
                <a:srgbClr val="0000CC"/>
              </a:gs>
              <a:gs pos="100000">
                <a:schemeClr val="tx1"/>
              </a:gs>
            </a:gsLst>
            <a:lin ang="0" scaled="1"/>
          </a:gradFill>
          <a:ln w="9525">
            <a:solidFill>
              <a:schemeClr val="tx1"/>
            </a:solidFill>
            <a:miter lim="800000"/>
            <a:headEnd/>
            <a:tailEnd/>
          </a:ln>
          <a:effectLst/>
        </p:spPr>
        <p:txBody>
          <a:bodyPr wrap="none" lIns="68579" tIns="34289" rIns="68579" bIns="34289" anchor="ctr"/>
          <a:lstStyle/>
          <a:p>
            <a:pPr>
              <a:defRPr/>
            </a:pPr>
            <a:endParaRPr lang="vi-VN" noProof="0"/>
          </a:p>
        </p:txBody>
      </p:sp>
    </p:spTree>
  </p:cSld>
  <p:clrMap bg1="lt1" tx1="dk1" bg2="lt2" tx2="dk2" accent1="accent1" accent2="accent2" accent3="accent3" accent4="accent4" accent5="accent5" accent6="accent6" hlink="hlink" folHlink="folHlink"/>
  <p:sldLayoutIdLst>
    <p:sldLayoutId id="2147483792" r:id="rId1"/>
    <p:sldLayoutId id="2147483782" r:id="rId2"/>
    <p:sldLayoutId id="2147483783" r:id="rId3"/>
    <p:sldLayoutId id="2147483784" r:id="rId4"/>
    <p:sldLayoutId id="2147483785" r:id="rId5"/>
    <p:sldLayoutId id="2147483786" r:id="rId6"/>
    <p:sldLayoutId id="2147483787" r:id="rId7"/>
    <p:sldLayoutId id="2147483788" r:id="rId8"/>
    <p:sldLayoutId id="2147483789" r:id="rId9"/>
    <p:sldLayoutId id="2147483790" r:id="rId10"/>
    <p:sldLayoutId id="2147483791" r:id="rId11"/>
  </p:sldLayoutIdLst>
  <p:txStyles>
    <p:titleStyle>
      <a:lvl1pPr algn="ctr" rtl="0" eaLnBrk="0" fontAlgn="base" hangingPunct="0">
        <a:spcBef>
          <a:spcPct val="0"/>
        </a:spcBef>
        <a:spcAft>
          <a:spcPct val="0"/>
        </a:spcAft>
        <a:defRPr sz="3300">
          <a:solidFill>
            <a:schemeClr val="tx2"/>
          </a:solidFill>
          <a:latin typeface="Calibri" pitchFamily="34" charset="0"/>
          <a:ea typeface="+mj-ea"/>
          <a:cs typeface="+mj-cs"/>
        </a:defRPr>
      </a:lvl1pPr>
      <a:lvl2pPr algn="ctr" rtl="0" eaLnBrk="0" fontAlgn="base" hangingPunct="0">
        <a:spcBef>
          <a:spcPct val="0"/>
        </a:spcBef>
        <a:spcAft>
          <a:spcPct val="0"/>
        </a:spcAft>
        <a:defRPr sz="3300">
          <a:solidFill>
            <a:schemeClr val="tx2"/>
          </a:solidFill>
          <a:latin typeface="Arial" charset="0"/>
        </a:defRPr>
      </a:lvl2pPr>
      <a:lvl3pPr algn="ctr" rtl="0" eaLnBrk="0" fontAlgn="base" hangingPunct="0">
        <a:spcBef>
          <a:spcPct val="0"/>
        </a:spcBef>
        <a:spcAft>
          <a:spcPct val="0"/>
        </a:spcAft>
        <a:defRPr sz="3300">
          <a:solidFill>
            <a:schemeClr val="tx2"/>
          </a:solidFill>
          <a:latin typeface="Arial" charset="0"/>
        </a:defRPr>
      </a:lvl3pPr>
      <a:lvl4pPr algn="ctr" rtl="0" eaLnBrk="0" fontAlgn="base" hangingPunct="0">
        <a:spcBef>
          <a:spcPct val="0"/>
        </a:spcBef>
        <a:spcAft>
          <a:spcPct val="0"/>
        </a:spcAft>
        <a:defRPr sz="3300">
          <a:solidFill>
            <a:schemeClr val="tx2"/>
          </a:solidFill>
          <a:latin typeface="Arial" charset="0"/>
        </a:defRPr>
      </a:lvl4pPr>
      <a:lvl5pPr algn="ctr" rtl="0" eaLnBrk="0" fontAlgn="base" hangingPunct="0">
        <a:spcBef>
          <a:spcPct val="0"/>
        </a:spcBef>
        <a:spcAft>
          <a:spcPct val="0"/>
        </a:spcAft>
        <a:defRPr sz="3300">
          <a:solidFill>
            <a:schemeClr val="tx2"/>
          </a:solidFill>
          <a:latin typeface="Arial" charset="0"/>
        </a:defRPr>
      </a:lvl5pPr>
      <a:lvl6pPr marL="342892" algn="ctr" rtl="0" fontAlgn="base">
        <a:spcBef>
          <a:spcPct val="0"/>
        </a:spcBef>
        <a:spcAft>
          <a:spcPct val="0"/>
        </a:spcAft>
        <a:defRPr sz="3300">
          <a:solidFill>
            <a:schemeClr val="tx2"/>
          </a:solidFill>
          <a:latin typeface="Arial" charset="0"/>
        </a:defRPr>
      </a:lvl6pPr>
      <a:lvl7pPr marL="685783" algn="ctr" rtl="0" fontAlgn="base">
        <a:spcBef>
          <a:spcPct val="0"/>
        </a:spcBef>
        <a:spcAft>
          <a:spcPct val="0"/>
        </a:spcAft>
        <a:defRPr sz="3300">
          <a:solidFill>
            <a:schemeClr val="tx2"/>
          </a:solidFill>
          <a:latin typeface="Arial" charset="0"/>
        </a:defRPr>
      </a:lvl7pPr>
      <a:lvl8pPr marL="1028675" algn="ctr" rtl="0" fontAlgn="base">
        <a:spcBef>
          <a:spcPct val="0"/>
        </a:spcBef>
        <a:spcAft>
          <a:spcPct val="0"/>
        </a:spcAft>
        <a:defRPr sz="3300">
          <a:solidFill>
            <a:schemeClr val="tx2"/>
          </a:solidFill>
          <a:latin typeface="Arial" charset="0"/>
        </a:defRPr>
      </a:lvl8pPr>
      <a:lvl9pPr marL="1371566" algn="ctr" rtl="0" fontAlgn="base">
        <a:spcBef>
          <a:spcPct val="0"/>
        </a:spcBef>
        <a:spcAft>
          <a:spcPct val="0"/>
        </a:spcAft>
        <a:defRPr sz="3300">
          <a:solidFill>
            <a:schemeClr val="tx2"/>
          </a:solidFill>
          <a:latin typeface="Arial" charset="0"/>
        </a:defRPr>
      </a:lvl9pPr>
    </p:titleStyle>
    <p:bodyStyle>
      <a:lvl1pPr marL="257168" indent="-257168" algn="l" rtl="0" eaLnBrk="0" fontAlgn="base" hangingPunct="0">
        <a:spcBef>
          <a:spcPct val="20000"/>
        </a:spcBef>
        <a:spcAft>
          <a:spcPct val="0"/>
        </a:spcAft>
        <a:buClr>
          <a:schemeClr val="accent2"/>
        </a:buClr>
        <a:buFont typeface="Wingdings" pitchFamily="2" charset="2"/>
        <a:buChar char="§"/>
        <a:defRPr sz="2400">
          <a:solidFill>
            <a:schemeClr val="accent2"/>
          </a:solidFill>
          <a:latin typeface="Calibri" pitchFamily="34" charset="0"/>
          <a:ea typeface="+mn-ea"/>
          <a:cs typeface="+mn-cs"/>
        </a:defRPr>
      </a:lvl1pPr>
      <a:lvl2pPr marL="557199" indent="-214308" algn="l" rtl="0" eaLnBrk="0" fontAlgn="base" hangingPunct="0">
        <a:spcBef>
          <a:spcPct val="20000"/>
        </a:spcBef>
        <a:spcAft>
          <a:spcPct val="0"/>
        </a:spcAft>
        <a:buClr>
          <a:schemeClr val="tx1"/>
        </a:buClr>
        <a:buFont typeface="Wingdings" pitchFamily="2" charset="2"/>
        <a:buChar char="§"/>
        <a:defRPr sz="2100">
          <a:solidFill>
            <a:schemeClr val="tx1"/>
          </a:solidFill>
          <a:latin typeface="Calibri" pitchFamily="34" charset="0"/>
        </a:defRPr>
      </a:lvl2pPr>
      <a:lvl3pPr marL="857228" indent="-171446" algn="l" rtl="0" eaLnBrk="0" fontAlgn="base" hangingPunct="0">
        <a:spcBef>
          <a:spcPct val="20000"/>
        </a:spcBef>
        <a:spcAft>
          <a:spcPct val="0"/>
        </a:spcAft>
        <a:buClr>
          <a:schemeClr val="accent2"/>
        </a:buClr>
        <a:buFont typeface="Wingdings" pitchFamily="2" charset="2"/>
        <a:buChar char="§"/>
        <a:defRPr sz="1800">
          <a:solidFill>
            <a:schemeClr val="tx1"/>
          </a:solidFill>
          <a:latin typeface="Calibri" pitchFamily="34" charset="0"/>
        </a:defRPr>
      </a:lvl3pPr>
      <a:lvl4pPr marL="1200120" indent="-171446" algn="l" rtl="0" eaLnBrk="0" fontAlgn="base" hangingPunct="0">
        <a:spcBef>
          <a:spcPct val="20000"/>
        </a:spcBef>
        <a:spcAft>
          <a:spcPct val="0"/>
        </a:spcAft>
        <a:buClr>
          <a:schemeClr val="tx1"/>
        </a:buClr>
        <a:buFont typeface="Wingdings" pitchFamily="2" charset="2"/>
        <a:buChar char="§"/>
        <a:defRPr sz="1500">
          <a:solidFill>
            <a:schemeClr val="tx1"/>
          </a:solidFill>
          <a:latin typeface="Calibri" pitchFamily="34" charset="0"/>
        </a:defRPr>
      </a:lvl4pPr>
      <a:lvl5pPr marL="1543012" indent="-171446" algn="l" rtl="0" eaLnBrk="0" fontAlgn="base" hangingPunct="0">
        <a:spcBef>
          <a:spcPct val="20000"/>
        </a:spcBef>
        <a:spcAft>
          <a:spcPct val="0"/>
        </a:spcAft>
        <a:buClr>
          <a:schemeClr val="accent2"/>
        </a:buClr>
        <a:buFont typeface="Wingdings" pitchFamily="2" charset="2"/>
        <a:buChar char="§"/>
        <a:defRPr sz="1500">
          <a:solidFill>
            <a:schemeClr val="tx1"/>
          </a:solidFill>
          <a:latin typeface="Calibri" pitchFamily="34" charset="0"/>
        </a:defRPr>
      </a:lvl5pPr>
      <a:lvl6pPr marL="1885903" indent="-171446" algn="l" rtl="0" fontAlgn="base">
        <a:spcBef>
          <a:spcPct val="20000"/>
        </a:spcBef>
        <a:spcAft>
          <a:spcPct val="0"/>
        </a:spcAft>
        <a:buClr>
          <a:schemeClr val="accent2"/>
        </a:buClr>
        <a:buFont typeface="Wingdings" pitchFamily="2" charset="2"/>
        <a:buChar char="§"/>
        <a:defRPr sz="1500">
          <a:solidFill>
            <a:schemeClr val="tx1"/>
          </a:solidFill>
          <a:latin typeface="+mn-lt"/>
        </a:defRPr>
      </a:lvl6pPr>
      <a:lvl7pPr marL="2228795" indent="-171446" algn="l" rtl="0" fontAlgn="base">
        <a:spcBef>
          <a:spcPct val="20000"/>
        </a:spcBef>
        <a:spcAft>
          <a:spcPct val="0"/>
        </a:spcAft>
        <a:buClr>
          <a:schemeClr val="accent2"/>
        </a:buClr>
        <a:buFont typeface="Wingdings" pitchFamily="2" charset="2"/>
        <a:buChar char="§"/>
        <a:defRPr sz="1500">
          <a:solidFill>
            <a:schemeClr val="tx1"/>
          </a:solidFill>
          <a:latin typeface="+mn-lt"/>
        </a:defRPr>
      </a:lvl7pPr>
      <a:lvl8pPr marL="2571686" indent="-171446" algn="l" rtl="0" fontAlgn="base">
        <a:spcBef>
          <a:spcPct val="20000"/>
        </a:spcBef>
        <a:spcAft>
          <a:spcPct val="0"/>
        </a:spcAft>
        <a:buClr>
          <a:schemeClr val="accent2"/>
        </a:buClr>
        <a:buFont typeface="Wingdings" pitchFamily="2" charset="2"/>
        <a:buChar char="§"/>
        <a:defRPr sz="1500">
          <a:solidFill>
            <a:schemeClr val="tx1"/>
          </a:solidFill>
          <a:latin typeface="+mn-lt"/>
        </a:defRPr>
      </a:lvl8pPr>
      <a:lvl9pPr marL="2914577" indent="-171446" algn="l" rtl="0" fontAlgn="base">
        <a:spcBef>
          <a:spcPct val="20000"/>
        </a:spcBef>
        <a:spcAft>
          <a:spcPct val="0"/>
        </a:spcAft>
        <a:buClr>
          <a:schemeClr val="accent2"/>
        </a:buClr>
        <a:buFont typeface="Wingdings" pitchFamily="2" charset="2"/>
        <a:buChar char="§"/>
        <a:defRPr sz="1500">
          <a:solidFill>
            <a:schemeClr val="tx1"/>
          </a:solidFill>
          <a:latin typeface="+mn-lt"/>
        </a:defRPr>
      </a:lvl9pPr>
    </p:bodyStyle>
    <p:otherStyle>
      <a:defPPr>
        <a:defRPr lang="en-US"/>
      </a:defPPr>
      <a:lvl1pPr marL="0" algn="l" defTabSz="685783" rtl="0" eaLnBrk="1" latinLnBrk="0" hangingPunct="1">
        <a:defRPr sz="1400" kern="1200">
          <a:solidFill>
            <a:schemeClr val="tx1"/>
          </a:solidFill>
          <a:latin typeface="+mn-lt"/>
          <a:ea typeface="+mn-ea"/>
          <a:cs typeface="+mn-cs"/>
        </a:defRPr>
      </a:lvl1pPr>
      <a:lvl2pPr marL="342892" algn="l" defTabSz="685783" rtl="0" eaLnBrk="1" latinLnBrk="0" hangingPunct="1">
        <a:defRPr sz="1400" kern="1200">
          <a:solidFill>
            <a:schemeClr val="tx1"/>
          </a:solidFill>
          <a:latin typeface="+mn-lt"/>
          <a:ea typeface="+mn-ea"/>
          <a:cs typeface="+mn-cs"/>
        </a:defRPr>
      </a:lvl2pPr>
      <a:lvl3pPr marL="685783" algn="l" defTabSz="685783" rtl="0" eaLnBrk="1" latinLnBrk="0" hangingPunct="1">
        <a:defRPr sz="1400" kern="1200">
          <a:solidFill>
            <a:schemeClr val="tx1"/>
          </a:solidFill>
          <a:latin typeface="+mn-lt"/>
          <a:ea typeface="+mn-ea"/>
          <a:cs typeface="+mn-cs"/>
        </a:defRPr>
      </a:lvl3pPr>
      <a:lvl4pPr marL="1028675" algn="l" defTabSz="685783" rtl="0" eaLnBrk="1" latinLnBrk="0" hangingPunct="1">
        <a:defRPr sz="1400" kern="1200">
          <a:solidFill>
            <a:schemeClr val="tx1"/>
          </a:solidFill>
          <a:latin typeface="+mn-lt"/>
          <a:ea typeface="+mn-ea"/>
          <a:cs typeface="+mn-cs"/>
        </a:defRPr>
      </a:lvl4pPr>
      <a:lvl5pPr marL="1371566" algn="l" defTabSz="685783" rtl="0" eaLnBrk="1" latinLnBrk="0" hangingPunct="1">
        <a:defRPr sz="1400" kern="1200">
          <a:solidFill>
            <a:schemeClr val="tx1"/>
          </a:solidFill>
          <a:latin typeface="+mn-lt"/>
          <a:ea typeface="+mn-ea"/>
          <a:cs typeface="+mn-cs"/>
        </a:defRPr>
      </a:lvl5pPr>
      <a:lvl6pPr marL="1714457" algn="l" defTabSz="685783" rtl="0" eaLnBrk="1" latinLnBrk="0" hangingPunct="1">
        <a:defRPr sz="1400" kern="1200">
          <a:solidFill>
            <a:schemeClr val="tx1"/>
          </a:solidFill>
          <a:latin typeface="+mn-lt"/>
          <a:ea typeface="+mn-ea"/>
          <a:cs typeface="+mn-cs"/>
        </a:defRPr>
      </a:lvl6pPr>
      <a:lvl7pPr marL="2057348" algn="l" defTabSz="685783" rtl="0" eaLnBrk="1" latinLnBrk="0" hangingPunct="1">
        <a:defRPr sz="1400" kern="1200">
          <a:solidFill>
            <a:schemeClr val="tx1"/>
          </a:solidFill>
          <a:latin typeface="+mn-lt"/>
          <a:ea typeface="+mn-ea"/>
          <a:cs typeface="+mn-cs"/>
        </a:defRPr>
      </a:lvl7pPr>
      <a:lvl8pPr marL="2400240" algn="l" defTabSz="685783" rtl="0" eaLnBrk="1" latinLnBrk="0" hangingPunct="1">
        <a:defRPr sz="1400" kern="1200">
          <a:solidFill>
            <a:schemeClr val="tx1"/>
          </a:solidFill>
          <a:latin typeface="+mn-lt"/>
          <a:ea typeface="+mn-ea"/>
          <a:cs typeface="+mn-cs"/>
        </a:defRPr>
      </a:lvl8pPr>
      <a:lvl9pPr marL="2743132" algn="l" defTabSz="685783" rtl="0" eaLnBrk="1" latinLnBrk="0" hangingPunct="1">
        <a:defRPr sz="14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bwMode="auto">
          <a:xfrm>
            <a:off x="685800" y="57150"/>
            <a:ext cx="7772400" cy="62865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6147" name="Rectangle 3"/>
          <p:cNvSpPr>
            <a:spLocks noGrp="1" noChangeArrowheads="1"/>
          </p:cNvSpPr>
          <p:nvPr>
            <p:ph type="body" idx="1"/>
          </p:nvPr>
        </p:nvSpPr>
        <p:spPr bwMode="auto">
          <a:xfrm>
            <a:off x="685800" y="685800"/>
            <a:ext cx="7772400" cy="394335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220" name="Rectangle 4"/>
          <p:cNvSpPr>
            <a:spLocks noGrp="1" noChangeArrowheads="1"/>
          </p:cNvSpPr>
          <p:nvPr>
            <p:ph type="dt" sz="half" idx="2"/>
          </p:nvPr>
        </p:nvSpPr>
        <p:spPr bwMode="auto">
          <a:xfrm>
            <a:off x="685800" y="4686300"/>
            <a:ext cx="1905000" cy="3429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050" b="0">
                <a:latin typeface="Times New Roman" pitchFamily="18" charset="0"/>
              </a:defRPr>
            </a:lvl1pPr>
          </a:lstStyle>
          <a:p>
            <a:pPr>
              <a:defRPr/>
            </a:pPr>
            <a:endParaRPr lang="en-US"/>
          </a:p>
        </p:txBody>
      </p:sp>
      <p:sp>
        <p:nvSpPr>
          <p:cNvPr id="9221" name="Rectangle 5"/>
          <p:cNvSpPr>
            <a:spLocks noGrp="1" noChangeArrowheads="1"/>
          </p:cNvSpPr>
          <p:nvPr>
            <p:ph type="ftr" sz="quarter" idx="3"/>
          </p:nvPr>
        </p:nvSpPr>
        <p:spPr bwMode="auto">
          <a:xfrm>
            <a:off x="3124200" y="4686300"/>
            <a:ext cx="2895600" cy="3429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050" b="0">
                <a:latin typeface="Times New Roman" pitchFamily="18" charset="0"/>
              </a:defRPr>
            </a:lvl1pPr>
          </a:lstStyle>
          <a:p>
            <a:pPr>
              <a:defRPr/>
            </a:pPr>
            <a:endParaRPr lang="en-US"/>
          </a:p>
        </p:txBody>
      </p:sp>
      <p:sp>
        <p:nvSpPr>
          <p:cNvPr id="9222" name="Rectangle 6"/>
          <p:cNvSpPr>
            <a:spLocks noGrp="1" noChangeArrowheads="1"/>
          </p:cNvSpPr>
          <p:nvPr>
            <p:ph type="sldNum" sz="quarter" idx="4"/>
          </p:nvPr>
        </p:nvSpPr>
        <p:spPr bwMode="auto">
          <a:xfrm>
            <a:off x="6553200" y="4686300"/>
            <a:ext cx="1905000" cy="3429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050" b="0">
                <a:latin typeface="Times New Roman" pitchFamily="18" charset="0"/>
              </a:defRPr>
            </a:lvl1pPr>
          </a:lstStyle>
          <a:p>
            <a:pPr>
              <a:defRPr/>
            </a:pPr>
            <a:fld id="{3380A581-31E6-40D7-A2A7-3BBF07DC31C0}" type="slidenum">
              <a:rPr lang="en-US"/>
              <a:pPr>
                <a:defRPr/>
              </a:pPr>
              <a:t>‹#›</a:t>
            </a:fld>
            <a:endParaRPr lang="en-US"/>
          </a:p>
        </p:txBody>
      </p:sp>
      <p:sp>
        <p:nvSpPr>
          <p:cNvPr id="9223" name="Line 7"/>
          <p:cNvSpPr>
            <a:spLocks noChangeShapeType="1"/>
          </p:cNvSpPr>
          <p:nvPr/>
        </p:nvSpPr>
        <p:spPr bwMode="auto">
          <a:xfrm>
            <a:off x="685800" y="628650"/>
            <a:ext cx="7772400" cy="0"/>
          </a:xfrm>
          <a:prstGeom prst="line">
            <a:avLst/>
          </a:prstGeom>
          <a:noFill/>
          <a:ln w="38100">
            <a:solidFill>
              <a:schemeClr val="tx1"/>
            </a:solidFill>
            <a:round/>
            <a:headEnd/>
            <a:tailEnd/>
          </a:ln>
          <a:effectLst/>
        </p:spPr>
        <p:txBody>
          <a:bodyPr wrap="none" anchor="ctr"/>
          <a:lstStyle/>
          <a:p>
            <a:pPr>
              <a:defRPr/>
            </a:pPr>
            <a:endParaRPr lang="en-US" sz="1800"/>
          </a:p>
        </p:txBody>
      </p:sp>
    </p:spTree>
    <p:extLst>
      <p:ext uri="{BB962C8B-B14F-4D97-AF65-F5344CB8AC3E}">
        <p14:creationId xmlns:p14="http://schemas.microsoft.com/office/powerpoint/2010/main" val="1614299016"/>
      </p:ext>
    </p:extLst>
  </p:cSld>
  <p:clrMap bg1="lt1" tx1="dk1" bg2="lt2" tx2="dk2" accent1="accent1" accent2="accent2" accent3="accent3" accent4="accent4" accent5="accent5" accent6="accent6" hlink="hlink" folHlink="folHlink"/>
  <p:sldLayoutIdLst>
    <p:sldLayoutId id="2147483794" r:id="rId1"/>
    <p:sldLayoutId id="2147483795" r:id="rId2"/>
    <p:sldLayoutId id="2147483796" r:id="rId3"/>
    <p:sldLayoutId id="2147483797" r:id="rId4"/>
    <p:sldLayoutId id="2147483798" r:id="rId5"/>
    <p:sldLayoutId id="2147483799" r:id="rId6"/>
    <p:sldLayoutId id="2147483800" r:id="rId7"/>
    <p:sldLayoutId id="2147483801" r:id="rId8"/>
    <p:sldLayoutId id="2147483802" r:id="rId9"/>
    <p:sldLayoutId id="2147483803" r:id="rId10"/>
    <p:sldLayoutId id="2147483804" r:id="rId11"/>
  </p:sldLayoutIdLst>
  <p:txStyles>
    <p:titleStyle>
      <a:lvl1pPr algn="l" rtl="0" eaLnBrk="0" fontAlgn="base" hangingPunct="0">
        <a:spcBef>
          <a:spcPct val="0"/>
        </a:spcBef>
        <a:spcAft>
          <a:spcPct val="0"/>
        </a:spcAft>
        <a:defRPr sz="2550">
          <a:solidFill>
            <a:schemeClr val="tx2"/>
          </a:solidFill>
          <a:latin typeface="+mj-lt"/>
          <a:ea typeface="+mj-ea"/>
          <a:cs typeface="+mj-cs"/>
        </a:defRPr>
      </a:lvl1pPr>
      <a:lvl2pPr algn="l" rtl="0" eaLnBrk="0" fontAlgn="base" hangingPunct="0">
        <a:spcBef>
          <a:spcPct val="0"/>
        </a:spcBef>
        <a:spcAft>
          <a:spcPct val="0"/>
        </a:spcAft>
        <a:defRPr sz="2550">
          <a:solidFill>
            <a:schemeClr val="tx2"/>
          </a:solidFill>
          <a:latin typeface="Arial" charset="0"/>
        </a:defRPr>
      </a:lvl2pPr>
      <a:lvl3pPr algn="l" rtl="0" eaLnBrk="0" fontAlgn="base" hangingPunct="0">
        <a:spcBef>
          <a:spcPct val="0"/>
        </a:spcBef>
        <a:spcAft>
          <a:spcPct val="0"/>
        </a:spcAft>
        <a:defRPr sz="2550">
          <a:solidFill>
            <a:schemeClr val="tx2"/>
          </a:solidFill>
          <a:latin typeface="Arial" charset="0"/>
        </a:defRPr>
      </a:lvl3pPr>
      <a:lvl4pPr algn="l" rtl="0" eaLnBrk="0" fontAlgn="base" hangingPunct="0">
        <a:spcBef>
          <a:spcPct val="0"/>
        </a:spcBef>
        <a:spcAft>
          <a:spcPct val="0"/>
        </a:spcAft>
        <a:defRPr sz="2550">
          <a:solidFill>
            <a:schemeClr val="tx2"/>
          </a:solidFill>
          <a:latin typeface="Arial" charset="0"/>
        </a:defRPr>
      </a:lvl4pPr>
      <a:lvl5pPr algn="l" rtl="0" eaLnBrk="0" fontAlgn="base" hangingPunct="0">
        <a:spcBef>
          <a:spcPct val="0"/>
        </a:spcBef>
        <a:spcAft>
          <a:spcPct val="0"/>
        </a:spcAft>
        <a:defRPr sz="2550">
          <a:solidFill>
            <a:schemeClr val="tx2"/>
          </a:solidFill>
          <a:latin typeface="Arial" charset="0"/>
        </a:defRPr>
      </a:lvl5pPr>
      <a:lvl6pPr marL="342900" algn="l" rtl="0" eaLnBrk="0" fontAlgn="base" hangingPunct="0">
        <a:spcBef>
          <a:spcPct val="0"/>
        </a:spcBef>
        <a:spcAft>
          <a:spcPct val="0"/>
        </a:spcAft>
        <a:defRPr sz="2550">
          <a:solidFill>
            <a:schemeClr val="tx2"/>
          </a:solidFill>
          <a:latin typeface="Arial" charset="0"/>
        </a:defRPr>
      </a:lvl6pPr>
      <a:lvl7pPr marL="685800" algn="l" rtl="0" eaLnBrk="0" fontAlgn="base" hangingPunct="0">
        <a:spcBef>
          <a:spcPct val="0"/>
        </a:spcBef>
        <a:spcAft>
          <a:spcPct val="0"/>
        </a:spcAft>
        <a:defRPr sz="2550">
          <a:solidFill>
            <a:schemeClr val="tx2"/>
          </a:solidFill>
          <a:latin typeface="Arial" charset="0"/>
        </a:defRPr>
      </a:lvl7pPr>
      <a:lvl8pPr marL="1028700" algn="l" rtl="0" eaLnBrk="0" fontAlgn="base" hangingPunct="0">
        <a:spcBef>
          <a:spcPct val="0"/>
        </a:spcBef>
        <a:spcAft>
          <a:spcPct val="0"/>
        </a:spcAft>
        <a:defRPr sz="2550">
          <a:solidFill>
            <a:schemeClr val="tx2"/>
          </a:solidFill>
          <a:latin typeface="Arial" charset="0"/>
        </a:defRPr>
      </a:lvl8pPr>
      <a:lvl9pPr marL="1371600" algn="l" rtl="0" eaLnBrk="0" fontAlgn="base" hangingPunct="0">
        <a:spcBef>
          <a:spcPct val="0"/>
        </a:spcBef>
        <a:spcAft>
          <a:spcPct val="0"/>
        </a:spcAft>
        <a:defRPr sz="2550">
          <a:solidFill>
            <a:schemeClr val="tx2"/>
          </a:solidFill>
          <a:latin typeface="Arial" charset="0"/>
        </a:defRPr>
      </a:lvl9pPr>
    </p:titleStyle>
    <p:bodyStyle>
      <a:lvl1pPr marL="257175" indent="-257175" algn="l" rtl="0" eaLnBrk="0" fontAlgn="base" hangingPunct="0">
        <a:spcBef>
          <a:spcPct val="20000"/>
        </a:spcBef>
        <a:spcAft>
          <a:spcPct val="0"/>
        </a:spcAft>
        <a:defRPr sz="2100">
          <a:solidFill>
            <a:schemeClr val="tx1"/>
          </a:solidFill>
          <a:latin typeface="+mn-lt"/>
          <a:ea typeface="+mn-ea"/>
          <a:cs typeface="+mn-cs"/>
        </a:defRPr>
      </a:lvl1pPr>
      <a:lvl2pPr marL="557213" indent="-214313" algn="l" rtl="0" eaLnBrk="0" fontAlgn="base" hangingPunct="0">
        <a:spcBef>
          <a:spcPct val="20000"/>
        </a:spcBef>
        <a:spcAft>
          <a:spcPct val="0"/>
        </a:spcAft>
        <a:buChar char="•"/>
        <a:defRPr sz="1500">
          <a:solidFill>
            <a:schemeClr val="tx1"/>
          </a:solidFill>
          <a:latin typeface="+mn-lt"/>
        </a:defRPr>
      </a:lvl2pPr>
      <a:lvl3pPr marL="857250" indent="-171450" algn="l" rtl="0" eaLnBrk="0" fontAlgn="base" hangingPunct="0">
        <a:spcBef>
          <a:spcPct val="20000"/>
        </a:spcBef>
        <a:spcAft>
          <a:spcPct val="0"/>
        </a:spcAft>
        <a:buChar char="–"/>
        <a:defRPr>
          <a:solidFill>
            <a:schemeClr val="tx1"/>
          </a:solidFill>
          <a:latin typeface="+mn-lt"/>
        </a:defRPr>
      </a:lvl3pPr>
      <a:lvl4pPr marL="1200150" indent="-171450" algn="l" rtl="0" eaLnBrk="0" fontAlgn="base" hangingPunct="0">
        <a:spcBef>
          <a:spcPct val="20000"/>
        </a:spcBef>
        <a:spcAft>
          <a:spcPct val="0"/>
        </a:spcAft>
        <a:buChar char="»"/>
        <a:defRPr sz="1200">
          <a:solidFill>
            <a:schemeClr val="tx1"/>
          </a:solidFill>
          <a:latin typeface="+mn-lt"/>
        </a:defRPr>
      </a:lvl4pPr>
      <a:lvl5pPr marL="1543050" indent="-171450" algn="l" rtl="0" eaLnBrk="0" fontAlgn="base" hangingPunct="0">
        <a:spcBef>
          <a:spcPct val="20000"/>
        </a:spcBef>
        <a:spcAft>
          <a:spcPct val="0"/>
        </a:spcAft>
        <a:buChar char="»"/>
        <a:defRPr sz="1050">
          <a:solidFill>
            <a:schemeClr val="tx1"/>
          </a:solidFill>
          <a:latin typeface="+mn-lt"/>
        </a:defRPr>
      </a:lvl5pPr>
      <a:lvl6pPr marL="1885950" indent="-171450" algn="l" rtl="0" eaLnBrk="0" fontAlgn="base" hangingPunct="0">
        <a:spcBef>
          <a:spcPct val="20000"/>
        </a:spcBef>
        <a:spcAft>
          <a:spcPct val="0"/>
        </a:spcAft>
        <a:buChar char="»"/>
        <a:defRPr sz="1050">
          <a:solidFill>
            <a:schemeClr val="tx1"/>
          </a:solidFill>
          <a:latin typeface="+mn-lt"/>
        </a:defRPr>
      </a:lvl6pPr>
      <a:lvl7pPr marL="2228850" indent="-171450" algn="l" rtl="0" eaLnBrk="0" fontAlgn="base" hangingPunct="0">
        <a:spcBef>
          <a:spcPct val="20000"/>
        </a:spcBef>
        <a:spcAft>
          <a:spcPct val="0"/>
        </a:spcAft>
        <a:buChar char="»"/>
        <a:defRPr sz="1050">
          <a:solidFill>
            <a:schemeClr val="tx1"/>
          </a:solidFill>
          <a:latin typeface="+mn-lt"/>
        </a:defRPr>
      </a:lvl7pPr>
      <a:lvl8pPr marL="2571750" indent="-171450" algn="l" rtl="0" eaLnBrk="0" fontAlgn="base" hangingPunct="0">
        <a:spcBef>
          <a:spcPct val="20000"/>
        </a:spcBef>
        <a:spcAft>
          <a:spcPct val="0"/>
        </a:spcAft>
        <a:buChar char="»"/>
        <a:defRPr sz="1050">
          <a:solidFill>
            <a:schemeClr val="tx1"/>
          </a:solidFill>
          <a:latin typeface="+mn-lt"/>
        </a:defRPr>
      </a:lvl8pPr>
      <a:lvl9pPr marL="2914650" indent="-171450" algn="l" rtl="0" eaLnBrk="0" fontAlgn="base" hangingPunct="0">
        <a:spcBef>
          <a:spcPct val="20000"/>
        </a:spcBef>
        <a:spcAft>
          <a:spcPct val="0"/>
        </a:spcAft>
        <a:buChar char="»"/>
        <a:defRPr sz="1050">
          <a:solidFill>
            <a:schemeClr val="tx1"/>
          </a:solidFill>
          <a:latin typeface="+mn-lt"/>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AD546DC-FA84-5A43-A733-726474953507}"/>
              </a:ext>
            </a:extLst>
          </p:cNvPr>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3908390-9AD5-8F43-89E9-61D53492DD14}"/>
              </a:ext>
            </a:extLst>
          </p:cNvPr>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D78F48E-8E4F-6349-AA20-BC58999202B2}"/>
              </a:ext>
            </a:extLst>
          </p:cNvPr>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5" name="Footer Placeholder 4">
            <a:extLst>
              <a:ext uri="{FF2B5EF4-FFF2-40B4-BE49-F238E27FC236}">
                <a16:creationId xmlns:a16="http://schemas.microsoft.com/office/drawing/2014/main" id="{8F153F42-20E8-AB4C-8FDC-AB768B4A664E}"/>
              </a:ext>
            </a:extLst>
          </p:cNvPr>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BD8E0CEA-C6BF-7749-AD17-7512EB52086D}"/>
              </a:ext>
            </a:extLst>
          </p:cNvPr>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A776F8BA-A1C8-6141-85CC-2C228B4E9B59}" type="slidenum">
              <a:t>‹#›</a:t>
            </a:fld>
            <a:endParaRPr lang="en-US"/>
          </a:p>
        </p:txBody>
      </p:sp>
    </p:spTree>
    <p:extLst>
      <p:ext uri="{BB962C8B-B14F-4D97-AF65-F5344CB8AC3E}">
        <p14:creationId xmlns:p14="http://schemas.microsoft.com/office/powerpoint/2010/main" val="1094303602"/>
      </p:ext>
    </p:extLst>
  </p:cSld>
  <p:clrMap bg1="lt1" tx1="dk1" bg2="lt2" tx2="dk2" accent1="accent1" accent2="accent2" accent3="accent3" accent4="accent4" accent5="accent5" accent6="accent6" hlink="hlink" folHlink="folHlink"/>
  <p:sldLayoutIdLst>
    <p:sldLayoutId id="2147483806" r:id="rId1"/>
    <p:sldLayoutId id="2147483807" r:id="rId2"/>
    <p:sldLayoutId id="2147483808" r:id="rId3"/>
    <p:sldLayoutId id="2147483809" r:id="rId4"/>
    <p:sldLayoutId id="2147483810" r:id="rId5"/>
    <p:sldLayoutId id="2147483811" r:id="rId6"/>
    <p:sldLayoutId id="2147483812" r:id="rId7"/>
    <p:sldLayoutId id="2147483813" r:id="rId8"/>
    <p:sldLayoutId id="2147483814" r:id="rId9"/>
    <p:sldLayoutId id="2147483815" r:id="rId10"/>
    <p:sldLayoutId id="2147483816" r:id="rId11"/>
    <p:sldLayoutId id="2147483817" r:id="rId12"/>
  </p:sldLayoutIdLst>
  <p:hf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bwMode="auto">
          <a:xfrm>
            <a:off x="685800" y="57150"/>
            <a:ext cx="7772400" cy="62865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3075" name="Rectangle 3"/>
          <p:cNvSpPr>
            <a:spLocks noGrp="1" noChangeArrowheads="1"/>
          </p:cNvSpPr>
          <p:nvPr>
            <p:ph type="body" idx="1"/>
          </p:nvPr>
        </p:nvSpPr>
        <p:spPr bwMode="auto">
          <a:xfrm>
            <a:off x="685800" y="685800"/>
            <a:ext cx="7772400" cy="394335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220" name="Rectangle 4"/>
          <p:cNvSpPr>
            <a:spLocks noGrp="1" noChangeArrowheads="1"/>
          </p:cNvSpPr>
          <p:nvPr>
            <p:ph type="dt" sz="half" idx="2"/>
          </p:nvPr>
        </p:nvSpPr>
        <p:spPr bwMode="auto">
          <a:xfrm>
            <a:off x="685800" y="4686300"/>
            <a:ext cx="1905000" cy="3429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050" b="0">
                <a:latin typeface="Times New Roman" pitchFamily="18" charset="0"/>
              </a:defRPr>
            </a:lvl1pPr>
          </a:lstStyle>
          <a:p>
            <a:pPr>
              <a:defRPr/>
            </a:pPr>
            <a:endParaRPr lang="en-US"/>
          </a:p>
        </p:txBody>
      </p:sp>
      <p:sp>
        <p:nvSpPr>
          <p:cNvPr id="9221" name="Rectangle 5"/>
          <p:cNvSpPr>
            <a:spLocks noGrp="1" noChangeArrowheads="1"/>
          </p:cNvSpPr>
          <p:nvPr>
            <p:ph type="ftr" sz="quarter" idx="3"/>
          </p:nvPr>
        </p:nvSpPr>
        <p:spPr bwMode="auto">
          <a:xfrm>
            <a:off x="3124200" y="4686300"/>
            <a:ext cx="2895600" cy="3429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050" b="0">
                <a:latin typeface="Times New Roman" pitchFamily="18" charset="0"/>
              </a:defRPr>
            </a:lvl1pPr>
          </a:lstStyle>
          <a:p>
            <a:pPr>
              <a:defRPr/>
            </a:pPr>
            <a:endParaRPr lang="en-US"/>
          </a:p>
        </p:txBody>
      </p:sp>
      <p:sp>
        <p:nvSpPr>
          <p:cNvPr id="9222" name="Rectangle 6"/>
          <p:cNvSpPr>
            <a:spLocks noGrp="1" noChangeArrowheads="1"/>
          </p:cNvSpPr>
          <p:nvPr>
            <p:ph type="sldNum" sz="quarter" idx="4"/>
          </p:nvPr>
        </p:nvSpPr>
        <p:spPr bwMode="auto">
          <a:xfrm>
            <a:off x="6553200" y="4686300"/>
            <a:ext cx="1905000" cy="3429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050" b="0">
                <a:latin typeface="Times New Roman" pitchFamily="18" charset="0"/>
              </a:defRPr>
            </a:lvl1pPr>
          </a:lstStyle>
          <a:p>
            <a:pPr>
              <a:defRPr/>
            </a:pPr>
            <a:fld id="{9D615FC6-65EA-469E-A2AC-6B14F4DC4664}" type="slidenum">
              <a:rPr lang="en-US"/>
              <a:pPr>
                <a:defRPr/>
              </a:pPr>
              <a:t>‹#›</a:t>
            </a:fld>
            <a:endParaRPr lang="en-US"/>
          </a:p>
        </p:txBody>
      </p:sp>
      <p:sp>
        <p:nvSpPr>
          <p:cNvPr id="9223" name="Line 7"/>
          <p:cNvSpPr>
            <a:spLocks noChangeShapeType="1"/>
          </p:cNvSpPr>
          <p:nvPr/>
        </p:nvSpPr>
        <p:spPr bwMode="auto">
          <a:xfrm>
            <a:off x="685800" y="628650"/>
            <a:ext cx="7772400" cy="0"/>
          </a:xfrm>
          <a:prstGeom prst="line">
            <a:avLst/>
          </a:prstGeom>
          <a:noFill/>
          <a:ln w="38100">
            <a:solidFill>
              <a:schemeClr val="tx1"/>
            </a:solidFill>
            <a:round/>
            <a:headEnd/>
            <a:tailEnd/>
          </a:ln>
          <a:effectLst/>
        </p:spPr>
        <p:txBody>
          <a:bodyPr wrap="none" anchor="ctr"/>
          <a:lstStyle/>
          <a:p>
            <a:pPr>
              <a:defRPr/>
            </a:pPr>
            <a:endParaRPr lang="en-US" sz="1800"/>
          </a:p>
        </p:txBody>
      </p:sp>
    </p:spTree>
    <p:extLst>
      <p:ext uri="{BB962C8B-B14F-4D97-AF65-F5344CB8AC3E}">
        <p14:creationId xmlns:p14="http://schemas.microsoft.com/office/powerpoint/2010/main" val="686303656"/>
      </p:ext>
    </p:extLst>
  </p:cSld>
  <p:clrMap bg1="lt1" tx1="dk1" bg2="lt2" tx2="dk2" accent1="accent1" accent2="accent2" accent3="accent3" accent4="accent4" accent5="accent5" accent6="accent6" hlink="hlink" folHlink="folHlink"/>
  <p:sldLayoutIdLst>
    <p:sldLayoutId id="2147483819" r:id="rId1"/>
    <p:sldLayoutId id="2147483820" r:id="rId2"/>
    <p:sldLayoutId id="2147483821" r:id="rId3"/>
    <p:sldLayoutId id="2147483822" r:id="rId4"/>
    <p:sldLayoutId id="2147483823" r:id="rId5"/>
    <p:sldLayoutId id="2147483824" r:id="rId6"/>
    <p:sldLayoutId id="2147483825" r:id="rId7"/>
    <p:sldLayoutId id="2147483826" r:id="rId8"/>
    <p:sldLayoutId id="2147483827" r:id="rId9"/>
    <p:sldLayoutId id="2147483828" r:id="rId10"/>
    <p:sldLayoutId id="2147483829" r:id="rId11"/>
  </p:sldLayoutIdLst>
  <p:txStyles>
    <p:titleStyle>
      <a:lvl1pPr algn="l" rtl="0" eaLnBrk="0" fontAlgn="base" hangingPunct="0">
        <a:spcBef>
          <a:spcPct val="0"/>
        </a:spcBef>
        <a:spcAft>
          <a:spcPct val="0"/>
        </a:spcAft>
        <a:defRPr sz="2550">
          <a:solidFill>
            <a:schemeClr val="tx2"/>
          </a:solidFill>
          <a:latin typeface="+mj-lt"/>
          <a:ea typeface="+mj-ea"/>
          <a:cs typeface="+mj-cs"/>
        </a:defRPr>
      </a:lvl1pPr>
      <a:lvl2pPr algn="l" rtl="0" eaLnBrk="0" fontAlgn="base" hangingPunct="0">
        <a:spcBef>
          <a:spcPct val="0"/>
        </a:spcBef>
        <a:spcAft>
          <a:spcPct val="0"/>
        </a:spcAft>
        <a:defRPr sz="2550">
          <a:solidFill>
            <a:schemeClr val="tx2"/>
          </a:solidFill>
          <a:latin typeface="Arial" charset="0"/>
        </a:defRPr>
      </a:lvl2pPr>
      <a:lvl3pPr algn="l" rtl="0" eaLnBrk="0" fontAlgn="base" hangingPunct="0">
        <a:spcBef>
          <a:spcPct val="0"/>
        </a:spcBef>
        <a:spcAft>
          <a:spcPct val="0"/>
        </a:spcAft>
        <a:defRPr sz="2550">
          <a:solidFill>
            <a:schemeClr val="tx2"/>
          </a:solidFill>
          <a:latin typeface="Arial" charset="0"/>
        </a:defRPr>
      </a:lvl3pPr>
      <a:lvl4pPr algn="l" rtl="0" eaLnBrk="0" fontAlgn="base" hangingPunct="0">
        <a:spcBef>
          <a:spcPct val="0"/>
        </a:spcBef>
        <a:spcAft>
          <a:spcPct val="0"/>
        </a:spcAft>
        <a:defRPr sz="2550">
          <a:solidFill>
            <a:schemeClr val="tx2"/>
          </a:solidFill>
          <a:latin typeface="Arial" charset="0"/>
        </a:defRPr>
      </a:lvl4pPr>
      <a:lvl5pPr algn="l" rtl="0" eaLnBrk="0" fontAlgn="base" hangingPunct="0">
        <a:spcBef>
          <a:spcPct val="0"/>
        </a:spcBef>
        <a:spcAft>
          <a:spcPct val="0"/>
        </a:spcAft>
        <a:defRPr sz="2550">
          <a:solidFill>
            <a:schemeClr val="tx2"/>
          </a:solidFill>
          <a:latin typeface="Arial" charset="0"/>
        </a:defRPr>
      </a:lvl5pPr>
      <a:lvl6pPr marL="342900" algn="l" rtl="0" eaLnBrk="0" fontAlgn="base" hangingPunct="0">
        <a:spcBef>
          <a:spcPct val="0"/>
        </a:spcBef>
        <a:spcAft>
          <a:spcPct val="0"/>
        </a:spcAft>
        <a:defRPr sz="2550">
          <a:solidFill>
            <a:schemeClr val="tx2"/>
          </a:solidFill>
          <a:latin typeface="Arial" charset="0"/>
        </a:defRPr>
      </a:lvl6pPr>
      <a:lvl7pPr marL="685800" algn="l" rtl="0" eaLnBrk="0" fontAlgn="base" hangingPunct="0">
        <a:spcBef>
          <a:spcPct val="0"/>
        </a:spcBef>
        <a:spcAft>
          <a:spcPct val="0"/>
        </a:spcAft>
        <a:defRPr sz="2550">
          <a:solidFill>
            <a:schemeClr val="tx2"/>
          </a:solidFill>
          <a:latin typeface="Arial" charset="0"/>
        </a:defRPr>
      </a:lvl7pPr>
      <a:lvl8pPr marL="1028700" algn="l" rtl="0" eaLnBrk="0" fontAlgn="base" hangingPunct="0">
        <a:spcBef>
          <a:spcPct val="0"/>
        </a:spcBef>
        <a:spcAft>
          <a:spcPct val="0"/>
        </a:spcAft>
        <a:defRPr sz="2550">
          <a:solidFill>
            <a:schemeClr val="tx2"/>
          </a:solidFill>
          <a:latin typeface="Arial" charset="0"/>
        </a:defRPr>
      </a:lvl8pPr>
      <a:lvl9pPr marL="1371600" algn="l" rtl="0" eaLnBrk="0" fontAlgn="base" hangingPunct="0">
        <a:spcBef>
          <a:spcPct val="0"/>
        </a:spcBef>
        <a:spcAft>
          <a:spcPct val="0"/>
        </a:spcAft>
        <a:defRPr sz="2550">
          <a:solidFill>
            <a:schemeClr val="tx2"/>
          </a:solidFill>
          <a:latin typeface="Arial" charset="0"/>
        </a:defRPr>
      </a:lvl9pPr>
    </p:titleStyle>
    <p:bodyStyle>
      <a:lvl1pPr marL="257175" indent="-257175" algn="l" rtl="0" eaLnBrk="0" fontAlgn="base" hangingPunct="0">
        <a:spcBef>
          <a:spcPct val="20000"/>
        </a:spcBef>
        <a:spcAft>
          <a:spcPct val="0"/>
        </a:spcAft>
        <a:defRPr sz="2100">
          <a:solidFill>
            <a:schemeClr val="tx1"/>
          </a:solidFill>
          <a:latin typeface="+mn-lt"/>
          <a:ea typeface="+mn-ea"/>
          <a:cs typeface="+mn-cs"/>
        </a:defRPr>
      </a:lvl1pPr>
      <a:lvl2pPr marL="557213" indent="-214313" algn="l" rtl="0" eaLnBrk="0" fontAlgn="base" hangingPunct="0">
        <a:spcBef>
          <a:spcPct val="20000"/>
        </a:spcBef>
        <a:spcAft>
          <a:spcPct val="0"/>
        </a:spcAft>
        <a:buChar char="•"/>
        <a:defRPr sz="1500">
          <a:solidFill>
            <a:schemeClr val="tx1"/>
          </a:solidFill>
          <a:latin typeface="+mn-lt"/>
        </a:defRPr>
      </a:lvl2pPr>
      <a:lvl3pPr marL="857250" indent="-171450" algn="l" rtl="0" eaLnBrk="0" fontAlgn="base" hangingPunct="0">
        <a:spcBef>
          <a:spcPct val="20000"/>
        </a:spcBef>
        <a:spcAft>
          <a:spcPct val="0"/>
        </a:spcAft>
        <a:buChar char="–"/>
        <a:defRPr>
          <a:solidFill>
            <a:schemeClr val="tx1"/>
          </a:solidFill>
          <a:latin typeface="+mn-lt"/>
        </a:defRPr>
      </a:lvl3pPr>
      <a:lvl4pPr marL="1200150" indent="-171450" algn="l" rtl="0" eaLnBrk="0" fontAlgn="base" hangingPunct="0">
        <a:spcBef>
          <a:spcPct val="20000"/>
        </a:spcBef>
        <a:spcAft>
          <a:spcPct val="0"/>
        </a:spcAft>
        <a:buChar char="»"/>
        <a:defRPr sz="1200">
          <a:solidFill>
            <a:schemeClr val="tx1"/>
          </a:solidFill>
          <a:latin typeface="+mn-lt"/>
        </a:defRPr>
      </a:lvl4pPr>
      <a:lvl5pPr marL="1543050" indent="-171450" algn="l" rtl="0" eaLnBrk="0" fontAlgn="base" hangingPunct="0">
        <a:spcBef>
          <a:spcPct val="20000"/>
        </a:spcBef>
        <a:spcAft>
          <a:spcPct val="0"/>
        </a:spcAft>
        <a:buChar char="»"/>
        <a:defRPr sz="1050">
          <a:solidFill>
            <a:schemeClr val="tx1"/>
          </a:solidFill>
          <a:latin typeface="+mn-lt"/>
        </a:defRPr>
      </a:lvl5pPr>
      <a:lvl6pPr marL="1885950" indent="-171450" algn="l" rtl="0" eaLnBrk="0" fontAlgn="base" hangingPunct="0">
        <a:spcBef>
          <a:spcPct val="20000"/>
        </a:spcBef>
        <a:spcAft>
          <a:spcPct val="0"/>
        </a:spcAft>
        <a:buChar char="»"/>
        <a:defRPr sz="1050">
          <a:solidFill>
            <a:schemeClr val="tx1"/>
          </a:solidFill>
          <a:latin typeface="+mn-lt"/>
        </a:defRPr>
      </a:lvl6pPr>
      <a:lvl7pPr marL="2228850" indent="-171450" algn="l" rtl="0" eaLnBrk="0" fontAlgn="base" hangingPunct="0">
        <a:spcBef>
          <a:spcPct val="20000"/>
        </a:spcBef>
        <a:spcAft>
          <a:spcPct val="0"/>
        </a:spcAft>
        <a:buChar char="»"/>
        <a:defRPr sz="1050">
          <a:solidFill>
            <a:schemeClr val="tx1"/>
          </a:solidFill>
          <a:latin typeface="+mn-lt"/>
        </a:defRPr>
      </a:lvl7pPr>
      <a:lvl8pPr marL="2571750" indent="-171450" algn="l" rtl="0" eaLnBrk="0" fontAlgn="base" hangingPunct="0">
        <a:spcBef>
          <a:spcPct val="20000"/>
        </a:spcBef>
        <a:spcAft>
          <a:spcPct val="0"/>
        </a:spcAft>
        <a:buChar char="»"/>
        <a:defRPr sz="1050">
          <a:solidFill>
            <a:schemeClr val="tx1"/>
          </a:solidFill>
          <a:latin typeface="+mn-lt"/>
        </a:defRPr>
      </a:lvl8pPr>
      <a:lvl9pPr marL="2914650" indent="-171450" algn="l" rtl="0" eaLnBrk="0" fontAlgn="base" hangingPunct="0">
        <a:spcBef>
          <a:spcPct val="20000"/>
        </a:spcBef>
        <a:spcAft>
          <a:spcPct val="0"/>
        </a:spcAft>
        <a:buChar char="»"/>
        <a:defRPr sz="1050">
          <a:solidFill>
            <a:schemeClr val="tx1"/>
          </a:solidFill>
          <a:latin typeface="+mn-lt"/>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openxmlformats.org/officeDocument/2006/relationships/image" Target="../media/image10.jpeg"/><Relationship Id="rId3" Type="http://schemas.openxmlformats.org/officeDocument/2006/relationships/image" Target="../media/image5.jpeg"/><Relationship Id="rId7" Type="http://schemas.openxmlformats.org/officeDocument/2006/relationships/image" Target="../media/image9.jp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8.jpeg"/><Relationship Id="rId5" Type="http://schemas.openxmlformats.org/officeDocument/2006/relationships/image" Target="../media/image7.jpeg"/><Relationship Id="rId4" Type="http://schemas.openxmlformats.org/officeDocument/2006/relationships/image" Target="../media/image6.jpeg"/></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 Id="rId4" Type="http://schemas.openxmlformats.org/officeDocument/2006/relationships/image" Target="../media/image20.gif"/></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3.wmf"/><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4.png"/><Relationship Id="rId7" Type="http://schemas.openxmlformats.org/officeDocument/2006/relationships/image" Target="../media/image27.jpe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hyperlink" Target="http://www.extremetech.com/wp-content/uploads/2012/03/1791712.jpeg" TargetMode="External"/><Relationship Id="rId5" Type="http://schemas.openxmlformats.org/officeDocument/2006/relationships/image" Target="../media/image26.png"/><Relationship Id="rId4" Type="http://schemas.openxmlformats.org/officeDocument/2006/relationships/image" Target="../media/image25.png"/></Relationships>
</file>

<file path=ppt/slides/_rels/slide20.xml.rels><?xml version="1.0" encoding="UTF-8" standalone="yes"?>
<Relationships xmlns="http://schemas.openxmlformats.org/package/2006/relationships"><Relationship Id="rId8" Type="http://schemas.openxmlformats.org/officeDocument/2006/relationships/hyperlink" Target="file:///\\localhost\upload.wikimedia.org\wikipedia\commons\6\67\Xbox-360-Kinect-Standalone.png" TargetMode="External"/><Relationship Id="rId3" Type="http://schemas.openxmlformats.org/officeDocument/2006/relationships/image" Target="../media/image28.jpeg"/><Relationship Id="rId7" Type="http://schemas.openxmlformats.org/officeDocument/2006/relationships/image" Target="../media/image30.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hyperlink" Target="file:///\\localhost\upload.wikimedia.org\wikipedia\commons\9\90\Kinect2-deepmap.png" TargetMode="External"/><Relationship Id="rId5" Type="http://schemas.openxmlformats.org/officeDocument/2006/relationships/image" Target="../media/image29.png"/><Relationship Id="rId4" Type="http://schemas.openxmlformats.org/officeDocument/2006/relationships/hyperlink" Target="file:///\\localhost\upload.wikimedia.org\wikipedia\commons\7\76\Kinect2-ir-image.png" TargetMode="External"/><Relationship Id="rId9" Type="http://schemas.openxmlformats.org/officeDocument/2006/relationships/image" Target="../media/image31.png"/></Relationships>
</file>

<file path=ppt/slides/_rels/slide21.xml.rels><?xml version="1.0" encoding="UTF-8" standalone="yes"?>
<Relationships xmlns="http://schemas.openxmlformats.org/package/2006/relationships"><Relationship Id="rId3" Type="http://schemas.openxmlformats.org/officeDocument/2006/relationships/hyperlink" Target="https://medium.com/@alexeyab84/yolov4-the-most-accurate-real-time-neural-network-on-ms-coco-dataset-73adfd3602fe" TargetMode="External"/><Relationship Id="rId2" Type="http://schemas.openxmlformats.org/officeDocument/2006/relationships/image" Target="../media/image32.tiff"/><Relationship Id="rId1" Type="http://schemas.openxmlformats.org/officeDocument/2006/relationships/slideLayout" Target="../slideLayouts/slideLayout36.xml"/></Relationships>
</file>

<file path=ppt/slides/_rels/slide22.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34.png"/></Relationships>
</file>

<file path=ppt/slides/_rels/slide23.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2.xml"/><Relationship Id="rId5" Type="http://schemas.openxmlformats.org/officeDocument/2006/relationships/image" Target="../media/image40.png"/><Relationship Id="rId4" Type="http://schemas.openxmlformats.org/officeDocument/2006/relationships/image" Target="../media/image39.jpe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44.jpe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46.png"/></Relationships>
</file>

<file path=ppt/slides/_rels/slide32.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34.xml"/><Relationship Id="rId5" Type="http://schemas.openxmlformats.org/officeDocument/2006/relationships/image" Target="../media/image51.png"/><Relationship Id="rId4" Type="http://schemas.openxmlformats.org/officeDocument/2006/relationships/image" Target="../media/image50.png"/></Relationships>
</file>

<file path=ppt/slides/_rels/slide35.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5.jp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5"/>
          <p:cNvSpPr>
            <a:spLocks noGrp="1" noChangeArrowheads="1"/>
          </p:cNvSpPr>
          <p:nvPr>
            <p:ph type="ctrTitle"/>
          </p:nvPr>
        </p:nvSpPr>
        <p:spPr>
          <a:xfrm>
            <a:off x="0" y="209550"/>
            <a:ext cx="9144000" cy="1102519"/>
          </a:xfrm>
        </p:spPr>
        <p:txBody>
          <a:bodyPr/>
          <a:lstStyle/>
          <a:p>
            <a:pPr eaLnBrk="1" hangingPunct="1"/>
            <a:r>
              <a:rPr lang="vi-VN" dirty="0"/>
              <a:t>AIT2004: </a:t>
            </a:r>
            <a:r>
              <a:rPr lang="en-US" dirty="0" err="1"/>
              <a:t>Cơ</a:t>
            </a:r>
            <a:r>
              <a:rPr lang="en-US" dirty="0"/>
              <a:t> </a:t>
            </a:r>
            <a:r>
              <a:rPr lang="en-US" dirty="0" err="1"/>
              <a:t>sở</a:t>
            </a:r>
            <a:r>
              <a:rPr lang="en-US" dirty="0"/>
              <a:t> </a:t>
            </a:r>
            <a:r>
              <a:rPr lang="vi-VN" dirty="0"/>
              <a:t>Trí tuệ nhân tạo</a:t>
            </a:r>
            <a:br>
              <a:rPr lang="vi-VN" dirty="0"/>
            </a:br>
            <a:endParaRPr lang="vi-VN" sz="2700" dirty="0"/>
          </a:p>
        </p:txBody>
      </p:sp>
      <p:sp>
        <p:nvSpPr>
          <p:cNvPr id="5123" name="Rectangle 6"/>
          <p:cNvSpPr>
            <a:spLocks noGrp="1" noChangeArrowheads="1"/>
          </p:cNvSpPr>
          <p:nvPr>
            <p:ph type="subTitle" idx="1"/>
          </p:nvPr>
        </p:nvSpPr>
        <p:spPr>
          <a:xfrm>
            <a:off x="0" y="971550"/>
            <a:ext cx="9144000" cy="1143000"/>
          </a:xfrm>
        </p:spPr>
        <p:txBody>
          <a:bodyPr/>
          <a:lstStyle/>
          <a:p>
            <a:pPr eaLnBrk="1" hangingPunct="1"/>
            <a:r>
              <a:rPr lang="vi-VN" sz="3200"/>
              <a:t>Giới thiệu</a:t>
            </a:r>
          </a:p>
        </p:txBody>
      </p:sp>
      <p:sp>
        <p:nvSpPr>
          <p:cNvPr id="5124" name="Text Box 7"/>
          <p:cNvSpPr txBox="1">
            <a:spLocks noChangeArrowheads="1"/>
          </p:cNvSpPr>
          <p:nvPr/>
        </p:nvSpPr>
        <p:spPr bwMode="auto">
          <a:xfrm>
            <a:off x="1143000" y="4686301"/>
            <a:ext cx="4400550" cy="346247"/>
          </a:xfrm>
          <a:prstGeom prst="rect">
            <a:avLst/>
          </a:prstGeom>
          <a:noFill/>
          <a:ln w="9525">
            <a:noFill/>
            <a:miter lim="800000"/>
            <a:headEnd/>
            <a:tailEnd/>
          </a:ln>
        </p:spPr>
        <p:txBody>
          <a:bodyPr lIns="68579" tIns="34289" rIns="68579" bIns="34289">
            <a:spAutoFit/>
          </a:bodyPr>
          <a:lstStyle/>
          <a:p>
            <a:pPr>
              <a:spcBef>
                <a:spcPct val="50000"/>
              </a:spcBef>
            </a:pPr>
            <a:endParaRPr lang="en-US"/>
          </a:p>
        </p:txBody>
      </p:sp>
      <p:sp>
        <p:nvSpPr>
          <p:cNvPr id="5125" name="Text Box 8"/>
          <p:cNvSpPr txBox="1">
            <a:spLocks noChangeArrowheads="1"/>
          </p:cNvSpPr>
          <p:nvPr/>
        </p:nvSpPr>
        <p:spPr bwMode="auto">
          <a:xfrm>
            <a:off x="0" y="4640134"/>
            <a:ext cx="9144000" cy="284691"/>
          </a:xfrm>
          <a:prstGeom prst="rect">
            <a:avLst/>
          </a:prstGeom>
          <a:noFill/>
          <a:ln w="9525">
            <a:noFill/>
            <a:miter lim="800000"/>
            <a:headEnd/>
            <a:tailEnd/>
          </a:ln>
        </p:spPr>
        <p:txBody>
          <a:bodyPr wrap="square" lIns="68579" tIns="34289" rIns="68579" bIns="34289">
            <a:spAutoFit/>
          </a:bodyPr>
          <a:lstStyle/>
          <a:p>
            <a:pPr algn="ctr">
              <a:spcBef>
                <a:spcPct val="50000"/>
              </a:spcBef>
            </a:pPr>
            <a:r>
              <a:rPr lang="en-US" sz="1400" dirty="0">
                <a:latin typeface="Calibri"/>
                <a:cs typeface="Calibri"/>
              </a:rPr>
              <a:t>[</a:t>
            </a:r>
            <a:r>
              <a:rPr lang="en-US" sz="1400" dirty="0" err="1">
                <a:latin typeface="Calibri"/>
                <a:cs typeface="Calibri"/>
              </a:rPr>
              <a:t>Sử</a:t>
            </a:r>
            <a:r>
              <a:rPr lang="en-US" sz="1400" dirty="0">
                <a:latin typeface="Calibri"/>
                <a:cs typeface="Calibri"/>
              </a:rPr>
              <a:t> </a:t>
            </a:r>
            <a:r>
              <a:rPr lang="en-US" sz="1400" dirty="0" err="1">
                <a:latin typeface="Calibri"/>
                <a:cs typeface="Calibri"/>
              </a:rPr>
              <a:t>dụng</a:t>
            </a:r>
            <a:r>
              <a:rPr lang="en-US" sz="1400" dirty="0">
                <a:latin typeface="Calibri"/>
                <a:cs typeface="Calibri"/>
              </a:rPr>
              <a:t> </a:t>
            </a:r>
            <a:r>
              <a:rPr lang="en-US" sz="1400" dirty="0" err="1">
                <a:latin typeface="Calibri"/>
                <a:cs typeface="Calibri"/>
              </a:rPr>
              <a:t>một</a:t>
            </a:r>
            <a:r>
              <a:rPr lang="en-US" sz="1400" dirty="0">
                <a:latin typeface="Calibri"/>
                <a:cs typeface="Calibri"/>
              </a:rPr>
              <a:t> </a:t>
            </a:r>
            <a:r>
              <a:rPr lang="en-US" sz="1400" dirty="0" err="1">
                <a:latin typeface="Calibri"/>
                <a:cs typeface="Calibri"/>
              </a:rPr>
              <a:t>số</a:t>
            </a:r>
            <a:r>
              <a:rPr lang="en-US" sz="1400" dirty="0">
                <a:latin typeface="Calibri"/>
                <a:cs typeface="Calibri"/>
              </a:rPr>
              <a:t> slides </a:t>
            </a:r>
            <a:r>
              <a:rPr lang="en-US" sz="1400" dirty="0" err="1">
                <a:latin typeface="Calibri"/>
                <a:cs typeface="Calibri"/>
              </a:rPr>
              <a:t>của</a:t>
            </a:r>
            <a:r>
              <a:rPr lang="en-US" sz="1400" dirty="0">
                <a:latin typeface="Calibri"/>
                <a:cs typeface="Calibri"/>
              </a:rPr>
              <a:t> Dan Klein </a:t>
            </a:r>
            <a:r>
              <a:rPr lang="en-US" sz="1400" dirty="0" err="1">
                <a:latin typeface="Calibri"/>
                <a:cs typeface="Calibri"/>
              </a:rPr>
              <a:t>và</a:t>
            </a:r>
            <a:r>
              <a:rPr lang="en-US" sz="1400" dirty="0">
                <a:latin typeface="Calibri"/>
                <a:cs typeface="Calibri"/>
              </a:rPr>
              <a:t> Pieter </a:t>
            </a:r>
            <a:r>
              <a:rPr lang="en-US" sz="1400" dirty="0" err="1">
                <a:latin typeface="Calibri"/>
                <a:cs typeface="Calibri"/>
              </a:rPr>
              <a:t>Abbeel</a:t>
            </a:r>
            <a:r>
              <a:rPr lang="en-US" sz="1400" dirty="0">
                <a:latin typeface="Calibri"/>
                <a:cs typeface="Calibri"/>
              </a:rPr>
              <a:t> </a:t>
            </a:r>
            <a:r>
              <a:rPr lang="en-US" sz="1400" dirty="0" err="1">
                <a:latin typeface="Calibri"/>
                <a:cs typeface="Calibri"/>
              </a:rPr>
              <a:t>từ</a:t>
            </a:r>
            <a:r>
              <a:rPr lang="en-US" sz="1400" dirty="0">
                <a:latin typeface="Calibri"/>
                <a:cs typeface="Calibri"/>
              </a:rPr>
              <a:t> CS188 Intro to AI at UC Berkeley]</a:t>
            </a:r>
            <a:endParaRPr lang="en-US" sz="1200" dirty="0">
              <a:latin typeface="Calibri"/>
              <a:cs typeface="Calibri"/>
            </a:endParaRPr>
          </a:p>
        </p:txBody>
      </p:sp>
      <p:pic>
        <p:nvPicPr>
          <p:cNvPr id="26625" name="Picture 1" descr="C:\Temp\ketrina\Lecture1-Introduction.png"/>
          <p:cNvPicPr>
            <a:picLocks noChangeAspect="1" noChangeArrowheads="1"/>
          </p:cNvPicPr>
          <p:nvPr/>
        </p:nvPicPr>
        <p:blipFill>
          <a:blip r:embed="rId3" cstate="print"/>
          <a:srcRect/>
          <a:stretch>
            <a:fillRect/>
          </a:stretch>
        </p:blipFill>
        <p:spPr bwMode="auto">
          <a:xfrm>
            <a:off x="2304288" y="1849712"/>
            <a:ext cx="4517136" cy="2017438"/>
          </a:xfrm>
          <a:prstGeom prst="rect">
            <a:avLst/>
          </a:prstGeom>
          <a:noFill/>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p:txBody>
          <a:bodyPr/>
          <a:lstStyle/>
          <a:p>
            <a:pPr eaLnBrk="1" hangingPunct="1"/>
            <a:r>
              <a:rPr lang="vi-VN"/>
              <a:t>Thông tin chung</a:t>
            </a:r>
          </a:p>
        </p:txBody>
      </p:sp>
      <p:sp>
        <p:nvSpPr>
          <p:cNvPr id="6147" name="Rectangle 3"/>
          <p:cNvSpPr>
            <a:spLocks noGrp="1" noChangeArrowheads="1"/>
          </p:cNvSpPr>
          <p:nvPr>
            <p:ph type="body" idx="1"/>
          </p:nvPr>
        </p:nvSpPr>
        <p:spPr>
          <a:xfrm>
            <a:off x="533400" y="1047750"/>
            <a:ext cx="7315200" cy="3962400"/>
          </a:xfrm>
        </p:spPr>
        <p:txBody>
          <a:bodyPr/>
          <a:lstStyle/>
          <a:p>
            <a:pPr eaLnBrk="1" hangingPunct="1">
              <a:lnSpc>
                <a:spcPct val="90000"/>
              </a:lnSpc>
            </a:pPr>
            <a:r>
              <a:rPr lang="en-US" dirty="0" err="1"/>
              <a:t>Thời</a:t>
            </a:r>
            <a:r>
              <a:rPr lang="en-US" dirty="0"/>
              <a:t> </a:t>
            </a:r>
            <a:r>
              <a:rPr lang="en-US" dirty="0" err="1"/>
              <a:t>lượng</a:t>
            </a:r>
            <a:r>
              <a:rPr lang="en-US" dirty="0"/>
              <a:t>: 3 </a:t>
            </a:r>
            <a:r>
              <a:rPr lang="en-US" dirty="0" err="1"/>
              <a:t>tc</a:t>
            </a:r>
            <a:r>
              <a:rPr lang="en-US" dirty="0"/>
              <a:t> (02 LT / 01 BT)</a:t>
            </a:r>
          </a:p>
          <a:p>
            <a:pPr eaLnBrk="1" hangingPunct="1">
              <a:lnSpc>
                <a:spcPct val="90000"/>
              </a:lnSpc>
            </a:pPr>
            <a:r>
              <a:rPr lang="en-US" dirty="0"/>
              <a:t>Tiến </a:t>
            </a:r>
            <a:r>
              <a:rPr lang="en-US" dirty="0" err="1"/>
              <a:t>trình</a:t>
            </a:r>
            <a:r>
              <a:rPr lang="en-US" dirty="0"/>
              <a:t>: 15 </a:t>
            </a:r>
            <a:r>
              <a:rPr lang="en-US" dirty="0" err="1"/>
              <a:t>tuần</a:t>
            </a:r>
            <a:endParaRPr lang="en-US" dirty="0"/>
          </a:p>
          <a:p>
            <a:pPr eaLnBrk="1" hangingPunct="1">
              <a:lnSpc>
                <a:spcPct val="90000"/>
              </a:lnSpc>
            </a:pPr>
            <a:r>
              <a:rPr lang="en-US" dirty="0" err="1"/>
              <a:t>Đánh</a:t>
            </a:r>
            <a:r>
              <a:rPr lang="en-US" dirty="0"/>
              <a:t> </a:t>
            </a:r>
            <a:r>
              <a:rPr lang="en-US" dirty="0" err="1"/>
              <a:t>giá</a:t>
            </a:r>
            <a:endParaRPr lang="en-US" dirty="0"/>
          </a:p>
          <a:p>
            <a:pPr lvl="1" eaLnBrk="1" hangingPunct="1">
              <a:lnSpc>
                <a:spcPct val="90000"/>
              </a:lnSpc>
            </a:pPr>
            <a:r>
              <a:rPr lang="en-US" sz="2400" dirty="0"/>
              <a:t>T</a:t>
            </a:r>
            <a:r>
              <a:rPr lang="vi-VN" sz="2400" dirty="0"/>
              <a:t>hi cuối kì (</a:t>
            </a:r>
            <a:r>
              <a:rPr lang="en-US" sz="2400" dirty="0" err="1"/>
              <a:t>tự</a:t>
            </a:r>
            <a:r>
              <a:rPr lang="en-US" sz="2400" dirty="0"/>
              <a:t> </a:t>
            </a:r>
            <a:r>
              <a:rPr lang="en-US" sz="2400" dirty="0" err="1"/>
              <a:t>luận</a:t>
            </a:r>
            <a:r>
              <a:rPr lang="en-US" sz="2400" dirty="0"/>
              <a:t>/</a:t>
            </a:r>
            <a:r>
              <a:rPr lang="en-US" sz="2400" dirty="0" err="1"/>
              <a:t>trắc</a:t>
            </a:r>
            <a:r>
              <a:rPr lang="en-US" sz="2400" dirty="0"/>
              <a:t> </a:t>
            </a:r>
            <a:r>
              <a:rPr lang="en-US" sz="2400" dirty="0" err="1"/>
              <a:t>nghiệm</a:t>
            </a:r>
            <a:r>
              <a:rPr lang="vi-VN" sz="2400" dirty="0"/>
              <a:t>)</a:t>
            </a:r>
            <a:r>
              <a:rPr lang="en-US" sz="2400" dirty="0"/>
              <a:t>: 60%</a:t>
            </a:r>
            <a:endParaRPr lang="vi-VN" sz="2400" dirty="0"/>
          </a:p>
          <a:p>
            <a:pPr lvl="1" eaLnBrk="1" hangingPunct="1">
              <a:lnSpc>
                <a:spcPct val="90000"/>
              </a:lnSpc>
            </a:pPr>
            <a:r>
              <a:rPr lang="en-US" sz="2400" dirty="0" err="1"/>
              <a:t>Bài</a:t>
            </a:r>
            <a:r>
              <a:rPr lang="en-US" sz="2400" dirty="0"/>
              <a:t> </a:t>
            </a:r>
            <a:r>
              <a:rPr lang="en-US" sz="2400" dirty="0" err="1"/>
              <a:t>tập</a:t>
            </a:r>
            <a:r>
              <a:rPr lang="en-US" sz="2400" dirty="0"/>
              <a:t>, </a:t>
            </a:r>
            <a:r>
              <a:rPr lang="en-US" sz="2400" dirty="0" err="1"/>
              <a:t>chuyên</a:t>
            </a:r>
            <a:r>
              <a:rPr lang="en-US" sz="2400" dirty="0"/>
              <a:t> </a:t>
            </a:r>
            <a:r>
              <a:rPr lang="en-US" sz="2400" dirty="0" err="1"/>
              <a:t>cần</a:t>
            </a:r>
            <a:r>
              <a:rPr lang="en-US" sz="2400" dirty="0"/>
              <a:t>: 40%</a:t>
            </a:r>
            <a:endParaRPr lang="vi-VN" sz="2400" dirty="0"/>
          </a:p>
          <a:p>
            <a:pPr lvl="2" eaLnBrk="1" hangingPunct="1">
              <a:lnSpc>
                <a:spcPct val="90000"/>
              </a:lnSpc>
            </a:pPr>
            <a:r>
              <a:rPr lang="en-US" dirty="0"/>
              <a:t>B</a:t>
            </a:r>
            <a:r>
              <a:rPr lang="vi-VN" dirty="0" err="1"/>
              <a:t>ài</a:t>
            </a:r>
            <a:r>
              <a:rPr lang="vi-VN" dirty="0"/>
              <a:t> tập</a:t>
            </a:r>
            <a:r>
              <a:rPr lang="en-US" dirty="0"/>
              <a:t> (</a:t>
            </a:r>
            <a:r>
              <a:rPr lang="en-US" dirty="0" err="1"/>
              <a:t>cá</a:t>
            </a:r>
            <a:r>
              <a:rPr lang="en-US" dirty="0"/>
              <a:t> </a:t>
            </a:r>
            <a:r>
              <a:rPr lang="en-US" dirty="0" err="1"/>
              <a:t>nhân</a:t>
            </a:r>
            <a:r>
              <a:rPr lang="en-US" dirty="0"/>
              <a:t>): </a:t>
            </a:r>
            <a:r>
              <a:rPr lang="en-US" dirty="0" err="1"/>
              <a:t>theo</a:t>
            </a:r>
            <a:r>
              <a:rPr lang="en-US" dirty="0"/>
              <a:t> </a:t>
            </a:r>
            <a:r>
              <a:rPr lang="en-US" dirty="0" err="1"/>
              <a:t>từng</a:t>
            </a:r>
            <a:r>
              <a:rPr lang="en-US" dirty="0"/>
              <a:t> </a:t>
            </a:r>
            <a:r>
              <a:rPr lang="en-US" dirty="0" err="1"/>
              <a:t>bài</a:t>
            </a:r>
            <a:r>
              <a:rPr lang="en-US" dirty="0"/>
              <a:t> </a:t>
            </a:r>
            <a:r>
              <a:rPr lang="en-US" dirty="0" err="1"/>
              <a:t>học</a:t>
            </a:r>
            <a:endParaRPr lang="en-US" dirty="0"/>
          </a:p>
          <a:p>
            <a:pPr lvl="2" eaLnBrk="1" hangingPunct="1">
              <a:lnSpc>
                <a:spcPct val="90000"/>
              </a:lnSpc>
            </a:pPr>
            <a:r>
              <a:rPr lang="en-US" dirty="0" err="1"/>
              <a:t>Bài</a:t>
            </a:r>
            <a:r>
              <a:rPr lang="en-US" dirty="0"/>
              <a:t> </a:t>
            </a:r>
            <a:r>
              <a:rPr lang="en-US" dirty="0" err="1"/>
              <a:t>tập</a:t>
            </a:r>
            <a:r>
              <a:rPr lang="en-US" dirty="0"/>
              <a:t> </a:t>
            </a:r>
            <a:r>
              <a:rPr lang="en-US" dirty="0" err="1"/>
              <a:t>lớn</a:t>
            </a:r>
            <a:r>
              <a:rPr lang="en-US" dirty="0"/>
              <a:t> (</a:t>
            </a:r>
            <a:r>
              <a:rPr lang="en-US" dirty="0" err="1"/>
              <a:t>nhóm</a:t>
            </a:r>
            <a:r>
              <a:rPr lang="en-US" dirty="0"/>
              <a:t>)</a:t>
            </a:r>
            <a:endParaRPr lang="vi-VN" sz="2400" dirty="0"/>
          </a:p>
          <a:p>
            <a:pPr eaLnBrk="1" hangingPunct="1">
              <a:lnSpc>
                <a:spcPct val="90000"/>
              </a:lnSpc>
            </a:pPr>
            <a:r>
              <a:rPr lang="en-US" dirty="0" err="1"/>
              <a:t>Sử</a:t>
            </a:r>
            <a:r>
              <a:rPr lang="en-US" dirty="0"/>
              <a:t> </a:t>
            </a:r>
            <a:r>
              <a:rPr lang="en-US" dirty="0" err="1"/>
              <a:t>dụng</a:t>
            </a:r>
            <a:r>
              <a:rPr lang="en-US" dirty="0"/>
              <a:t> website </a:t>
            </a:r>
            <a:r>
              <a:rPr lang="en-US" dirty="0" err="1"/>
              <a:t>môn</a:t>
            </a:r>
            <a:r>
              <a:rPr lang="en-US" dirty="0"/>
              <a:t> </a:t>
            </a:r>
            <a:r>
              <a:rPr lang="en-US" dirty="0" err="1"/>
              <a:t>học</a:t>
            </a:r>
            <a:r>
              <a:rPr lang="en-US" dirty="0"/>
              <a:t> (Canvas)</a:t>
            </a:r>
          </a:p>
          <a:p>
            <a:pPr lvl="1" eaLnBrk="1" hangingPunct="1">
              <a:lnSpc>
                <a:spcPct val="90000"/>
              </a:lnSpc>
            </a:pPr>
            <a:r>
              <a:rPr lang="en-US" dirty="0"/>
              <a:t>Tài </a:t>
            </a:r>
            <a:r>
              <a:rPr lang="en-US" dirty="0" err="1"/>
              <a:t>liệu</a:t>
            </a:r>
            <a:r>
              <a:rPr lang="en-US" dirty="0"/>
              <a:t>, </a:t>
            </a:r>
            <a:r>
              <a:rPr lang="en-US" dirty="0" err="1"/>
              <a:t>bài</a:t>
            </a:r>
            <a:r>
              <a:rPr lang="en-US" dirty="0"/>
              <a:t> </a:t>
            </a:r>
            <a:r>
              <a:rPr lang="en-US" dirty="0" err="1"/>
              <a:t>giảng</a:t>
            </a:r>
            <a:r>
              <a:rPr lang="en-US" dirty="0"/>
              <a:t>, </a:t>
            </a:r>
            <a:r>
              <a:rPr lang="en-US" dirty="0" err="1"/>
              <a:t>bài</a:t>
            </a:r>
            <a:r>
              <a:rPr lang="en-US" dirty="0"/>
              <a:t> </a:t>
            </a:r>
            <a:r>
              <a:rPr lang="en-US" dirty="0" err="1"/>
              <a:t>tập</a:t>
            </a:r>
            <a:r>
              <a:rPr lang="en-US" dirty="0"/>
              <a:t>, </a:t>
            </a:r>
            <a:r>
              <a:rPr lang="en-US" dirty="0" err="1"/>
              <a:t>diễn</a:t>
            </a:r>
            <a:r>
              <a:rPr lang="en-US" dirty="0"/>
              <a:t> </a:t>
            </a:r>
            <a:r>
              <a:rPr lang="en-US" dirty="0" err="1"/>
              <a:t>đàn</a:t>
            </a:r>
            <a:endParaRPr lang="vi-VN" dirty="0"/>
          </a:p>
          <a:p>
            <a:pPr eaLnBrk="1" hangingPunct="1">
              <a:lnSpc>
                <a:spcPct val="90000"/>
              </a:lnSpc>
            </a:pPr>
            <a:r>
              <a:rPr lang="en-US" dirty="0"/>
              <a:t>G</a:t>
            </a:r>
            <a:r>
              <a:rPr lang="vi-VN" dirty="0" err="1"/>
              <a:t>iảng</a:t>
            </a:r>
            <a:r>
              <a:rPr lang="vi-VN" dirty="0"/>
              <a:t> viên: </a:t>
            </a:r>
            <a:r>
              <a:rPr lang="en-US" dirty="0"/>
              <a:t>Bùi Ngọc Thăng (thangbn@</a:t>
            </a:r>
            <a:r>
              <a:rPr lang="vi-VN" dirty="0"/>
              <a:t>vnu.edu.vn</a:t>
            </a:r>
            <a:r>
              <a:rPr lang="en-US" dirty="0"/>
              <a:t>)</a:t>
            </a:r>
            <a:endParaRPr lang="vi-VN"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pPr eaLnBrk="1" hangingPunct="1"/>
            <a:r>
              <a:rPr lang="en-US" dirty="0" err="1"/>
              <a:t>Học</a:t>
            </a:r>
            <a:r>
              <a:rPr lang="en-US" dirty="0"/>
              <a:t> </a:t>
            </a:r>
            <a:r>
              <a:rPr lang="en-US" dirty="0" err="1"/>
              <a:t>liệu</a:t>
            </a:r>
            <a:endParaRPr lang="vi-VN" dirty="0"/>
          </a:p>
        </p:txBody>
      </p:sp>
      <p:sp>
        <p:nvSpPr>
          <p:cNvPr id="8195" name="Rectangle 3"/>
          <p:cNvSpPr>
            <a:spLocks noGrp="1" noChangeArrowheads="1"/>
          </p:cNvSpPr>
          <p:nvPr>
            <p:ph type="body" idx="1"/>
          </p:nvPr>
        </p:nvSpPr>
        <p:spPr>
          <a:xfrm>
            <a:off x="304801" y="971550"/>
            <a:ext cx="4267200" cy="3394472"/>
          </a:xfrm>
        </p:spPr>
        <p:txBody>
          <a:bodyPr/>
          <a:lstStyle/>
          <a:p>
            <a:pPr marL="0" indent="0" eaLnBrk="1" hangingPunct="1">
              <a:lnSpc>
                <a:spcPct val="80000"/>
              </a:lnSpc>
              <a:buNone/>
            </a:pPr>
            <a:r>
              <a:rPr lang="en-US" sz="2000" dirty="0" err="1"/>
              <a:t>Sách</a:t>
            </a:r>
            <a:r>
              <a:rPr lang="en-US" sz="2000" dirty="0"/>
              <a:t>:</a:t>
            </a:r>
          </a:p>
          <a:p>
            <a:pPr eaLnBrk="1" hangingPunct="1">
              <a:lnSpc>
                <a:spcPct val="80000"/>
              </a:lnSpc>
            </a:pPr>
            <a:r>
              <a:rPr lang="en-US" sz="1800" dirty="0" err="1"/>
              <a:t>Đinh</a:t>
            </a:r>
            <a:r>
              <a:rPr lang="en-US" sz="1800" dirty="0"/>
              <a:t> </a:t>
            </a:r>
            <a:r>
              <a:rPr lang="en-US" sz="1800" dirty="0" err="1"/>
              <a:t>Mạnh</a:t>
            </a:r>
            <a:r>
              <a:rPr lang="en-US" sz="1800" dirty="0"/>
              <a:t> </a:t>
            </a:r>
            <a:r>
              <a:rPr lang="en-US" sz="1800" dirty="0" err="1"/>
              <a:t>Tường</a:t>
            </a:r>
            <a:r>
              <a:rPr lang="en-US" sz="1800" dirty="0"/>
              <a:t>, </a:t>
            </a:r>
            <a:r>
              <a:rPr lang="en-US" sz="1800" i="1" dirty="0" err="1"/>
              <a:t>Trí</a:t>
            </a:r>
            <a:r>
              <a:rPr lang="en-US" sz="1800" i="1" dirty="0"/>
              <a:t> </a:t>
            </a:r>
            <a:r>
              <a:rPr lang="en-US" sz="1800" i="1" dirty="0" err="1"/>
              <a:t>tuệ</a:t>
            </a:r>
            <a:r>
              <a:rPr lang="en-US" sz="1800" i="1" dirty="0"/>
              <a:t> </a:t>
            </a:r>
            <a:r>
              <a:rPr lang="en-US" sz="1800" i="1" dirty="0" err="1"/>
              <a:t>nhân</a:t>
            </a:r>
            <a:r>
              <a:rPr lang="en-US" sz="1800" i="1" dirty="0"/>
              <a:t> </a:t>
            </a:r>
            <a:r>
              <a:rPr lang="en-US" sz="1800" i="1" dirty="0" err="1"/>
              <a:t>tạo</a:t>
            </a:r>
            <a:r>
              <a:rPr lang="en-US" sz="1800" i="1" dirty="0"/>
              <a:t> – </a:t>
            </a:r>
            <a:r>
              <a:rPr lang="en-US" sz="1800" i="1" dirty="0" err="1"/>
              <a:t>Cách</a:t>
            </a:r>
            <a:r>
              <a:rPr lang="en-US" sz="1800" i="1" dirty="0"/>
              <a:t> </a:t>
            </a:r>
            <a:r>
              <a:rPr lang="en-US" sz="1800" i="1" dirty="0" err="1"/>
              <a:t>tiếp</a:t>
            </a:r>
            <a:r>
              <a:rPr lang="en-US" sz="1800" i="1" dirty="0"/>
              <a:t> </a:t>
            </a:r>
            <a:r>
              <a:rPr lang="en-US" sz="1800" i="1" dirty="0" err="1"/>
              <a:t>cận</a:t>
            </a:r>
            <a:r>
              <a:rPr lang="en-US" sz="1800" i="1" dirty="0"/>
              <a:t> </a:t>
            </a:r>
            <a:r>
              <a:rPr lang="en-US" sz="1800" i="1" dirty="0" err="1"/>
              <a:t>hiện</a:t>
            </a:r>
            <a:r>
              <a:rPr lang="en-US" sz="1800" i="1" dirty="0"/>
              <a:t> </a:t>
            </a:r>
            <a:r>
              <a:rPr lang="en-US" sz="1800" i="1" dirty="0" err="1"/>
              <a:t>đại</a:t>
            </a:r>
            <a:r>
              <a:rPr lang="en-US" sz="1800" dirty="0"/>
              <a:t>, NXB Khoa </a:t>
            </a:r>
            <a:r>
              <a:rPr lang="en-US" sz="1800" dirty="0" err="1"/>
              <a:t>học</a:t>
            </a:r>
            <a:r>
              <a:rPr lang="en-US" sz="1800" dirty="0"/>
              <a:t> </a:t>
            </a:r>
            <a:r>
              <a:rPr lang="en-US" sz="1800" dirty="0" err="1"/>
              <a:t>kỹ</a:t>
            </a:r>
            <a:r>
              <a:rPr lang="en-US" sz="1800" dirty="0"/>
              <a:t> </a:t>
            </a:r>
            <a:r>
              <a:rPr lang="en-US" sz="1800" dirty="0" err="1"/>
              <a:t>thuật</a:t>
            </a:r>
            <a:r>
              <a:rPr lang="en-US" sz="1800" dirty="0"/>
              <a:t>, 2024</a:t>
            </a:r>
            <a:endParaRPr lang="en-US" sz="1800" i="1" dirty="0"/>
          </a:p>
          <a:p>
            <a:pPr eaLnBrk="1" hangingPunct="1">
              <a:lnSpc>
                <a:spcPct val="80000"/>
              </a:lnSpc>
            </a:pPr>
            <a:r>
              <a:rPr lang="en-US" sz="1800" dirty="0"/>
              <a:t>Wolfgang </a:t>
            </a:r>
            <a:r>
              <a:rPr lang="en-US" sz="1800" dirty="0" err="1"/>
              <a:t>Ertel</a:t>
            </a:r>
            <a:r>
              <a:rPr lang="en-US" sz="1800" dirty="0"/>
              <a:t>, </a:t>
            </a:r>
            <a:r>
              <a:rPr lang="en-US" sz="1800" i="1" dirty="0"/>
              <a:t>Introduction to Artificial Intelligence (2nd ed)</a:t>
            </a:r>
            <a:r>
              <a:rPr lang="en-US" sz="1800" dirty="0"/>
              <a:t>, Springer 2017</a:t>
            </a:r>
          </a:p>
          <a:p>
            <a:pPr eaLnBrk="1" hangingPunct="1">
              <a:lnSpc>
                <a:spcPct val="80000"/>
              </a:lnSpc>
            </a:pPr>
            <a:r>
              <a:rPr lang="vi-VN" sz="1800" dirty="0" err="1"/>
              <a:t>Russell</a:t>
            </a:r>
            <a:r>
              <a:rPr lang="vi-VN" sz="1800" dirty="0"/>
              <a:t> &amp; </a:t>
            </a:r>
            <a:r>
              <a:rPr lang="vi-VN" sz="1800" dirty="0" err="1"/>
              <a:t>Norvig</a:t>
            </a:r>
            <a:r>
              <a:rPr lang="vi-VN" sz="1800" dirty="0"/>
              <a:t>, </a:t>
            </a:r>
            <a:r>
              <a:rPr lang="vi-VN" sz="1800" i="1" dirty="0"/>
              <a:t>AI: A </a:t>
            </a:r>
            <a:r>
              <a:rPr lang="vi-VN" sz="1800" i="1" dirty="0" err="1"/>
              <a:t>Modern</a:t>
            </a:r>
            <a:r>
              <a:rPr lang="vi-VN" sz="1800" i="1" dirty="0"/>
              <a:t> </a:t>
            </a:r>
            <a:r>
              <a:rPr lang="vi-VN" sz="1800" i="1" dirty="0" err="1"/>
              <a:t>Approach</a:t>
            </a:r>
            <a:r>
              <a:rPr lang="vi-VN" sz="1800" i="1" dirty="0"/>
              <a:t>, 4</a:t>
            </a:r>
            <a:r>
              <a:rPr lang="vi-VN" sz="1800" i="1" baseline="30000" dirty="0"/>
              <a:t>th</a:t>
            </a:r>
            <a:r>
              <a:rPr lang="vi-VN" sz="1800" i="1" dirty="0"/>
              <a:t> </a:t>
            </a:r>
            <a:r>
              <a:rPr lang="en-US" sz="1800" i="1" dirty="0"/>
              <a:t>ed.</a:t>
            </a:r>
            <a:r>
              <a:rPr lang="en-US" sz="1800" dirty="0"/>
              <a:t>, Pearson 2020</a:t>
            </a:r>
            <a:endParaRPr lang="vi-VN" sz="1800" dirty="0"/>
          </a:p>
          <a:p>
            <a:pPr lvl="1" eaLnBrk="1" hangingPunct="1">
              <a:lnSpc>
                <a:spcPct val="80000"/>
              </a:lnSpc>
            </a:pPr>
            <a:endParaRPr lang="vi-VN" sz="1400" dirty="0"/>
          </a:p>
          <a:p>
            <a:pPr lvl="1" eaLnBrk="1" hangingPunct="1">
              <a:lnSpc>
                <a:spcPct val="80000"/>
              </a:lnSpc>
            </a:pPr>
            <a:endParaRPr lang="vi-VN" sz="1400" dirty="0"/>
          </a:p>
          <a:p>
            <a:pPr lvl="1" eaLnBrk="1" hangingPunct="1">
              <a:lnSpc>
                <a:spcPct val="80000"/>
              </a:lnSpc>
            </a:pPr>
            <a:endParaRPr lang="vi-VN" sz="1400" dirty="0"/>
          </a:p>
          <a:p>
            <a:pPr lvl="1" eaLnBrk="1" hangingPunct="1">
              <a:lnSpc>
                <a:spcPct val="80000"/>
              </a:lnSpc>
            </a:pPr>
            <a:endParaRPr lang="vi-VN" sz="1400" dirty="0"/>
          </a:p>
          <a:p>
            <a:pPr lvl="1" eaLnBrk="1" hangingPunct="1">
              <a:lnSpc>
                <a:spcPct val="80000"/>
              </a:lnSpc>
            </a:pPr>
            <a:endParaRPr lang="vi-VN" sz="1400" dirty="0"/>
          </a:p>
          <a:p>
            <a:pPr lvl="1" eaLnBrk="1" hangingPunct="1">
              <a:lnSpc>
                <a:spcPct val="80000"/>
              </a:lnSpc>
            </a:pPr>
            <a:endParaRPr lang="vi-VN" sz="1400" dirty="0"/>
          </a:p>
          <a:p>
            <a:pPr lvl="1" eaLnBrk="1" hangingPunct="1">
              <a:lnSpc>
                <a:spcPct val="80000"/>
              </a:lnSpc>
            </a:pPr>
            <a:endParaRPr lang="vi-VN" sz="1400" dirty="0"/>
          </a:p>
          <a:p>
            <a:pPr lvl="1" eaLnBrk="1" hangingPunct="1">
              <a:lnSpc>
                <a:spcPct val="80000"/>
              </a:lnSpc>
            </a:pPr>
            <a:endParaRPr lang="vi-VN" sz="1400" dirty="0"/>
          </a:p>
          <a:p>
            <a:pPr lvl="1" eaLnBrk="1" hangingPunct="1">
              <a:lnSpc>
                <a:spcPct val="80000"/>
              </a:lnSpc>
            </a:pPr>
            <a:endParaRPr lang="vi-VN" sz="1400" dirty="0"/>
          </a:p>
          <a:p>
            <a:pPr lvl="1" eaLnBrk="1" hangingPunct="1">
              <a:lnSpc>
                <a:spcPct val="80000"/>
              </a:lnSpc>
            </a:pPr>
            <a:endParaRPr lang="vi-VN" sz="1400" dirty="0"/>
          </a:p>
          <a:p>
            <a:pPr lvl="1" eaLnBrk="1" hangingPunct="1">
              <a:lnSpc>
                <a:spcPct val="80000"/>
              </a:lnSpc>
            </a:pPr>
            <a:endParaRPr lang="vi-VN" sz="1400" dirty="0"/>
          </a:p>
          <a:p>
            <a:pPr lvl="1" eaLnBrk="1" hangingPunct="1">
              <a:lnSpc>
                <a:spcPct val="80000"/>
              </a:lnSpc>
            </a:pPr>
            <a:endParaRPr lang="vi-VN" sz="1400" dirty="0"/>
          </a:p>
          <a:p>
            <a:pPr marL="0" indent="0" eaLnBrk="1" hangingPunct="1">
              <a:lnSpc>
                <a:spcPct val="80000"/>
              </a:lnSpc>
              <a:buNone/>
            </a:pPr>
            <a:endParaRPr lang="vi-VN" sz="1600" dirty="0"/>
          </a:p>
          <a:p>
            <a:pPr eaLnBrk="1" hangingPunct="1">
              <a:lnSpc>
                <a:spcPct val="80000"/>
              </a:lnSpc>
              <a:buFont typeface="Wingdings" pitchFamily="2" charset="2"/>
              <a:buNone/>
            </a:pPr>
            <a:endParaRPr lang="vi-VN" sz="1600" dirty="0"/>
          </a:p>
        </p:txBody>
      </p:sp>
      <p:pic>
        <p:nvPicPr>
          <p:cNvPr id="8196" name="Picture 9"/>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p:blipFill>
        <p:spPr bwMode="auto">
          <a:xfrm>
            <a:off x="3444336" y="2952750"/>
            <a:ext cx="1588826" cy="2011808"/>
          </a:xfrm>
          <a:prstGeom prst="rect">
            <a:avLst/>
          </a:prstGeom>
          <a:noFill/>
          <a:ln w="9525">
            <a:noFill/>
            <a:miter lim="800000"/>
            <a:headEnd/>
            <a:tailEnd/>
          </a:ln>
        </p:spPr>
      </p:pic>
      <p:sp>
        <p:nvSpPr>
          <p:cNvPr id="2" name="Rectangle 3">
            <a:extLst>
              <a:ext uri="{FF2B5EF4-FFF2-40B4-BE49-F238E27FC236}">
                <a16:creationId xmlns:a16="http://schemas.microsoft.com/office/drawing/2014/main" id="{8CAEE28E-81D5-EDB6-3FAA-9DBC53EA89B1}"/>
              </a:ext>
            </a:extLst>
          </p:cNvPr>
          <p:cNvSpPr txBox="1">
            <a:spLocks noChangeArrowheads="1"/>
          </p:cNvSpPr>
          <p:nvPr/>
        </p:nvSpPr>
        <p:spPr bwMode="auto">
          <a:xfrm>
            <a:off x="4905252" y="1047750"/>
            <a:ext cx="3705348" cy="3394472"/>
          </a:xfrm>
          <a:prstGeom prst="rect">
            <a:avLst/>
          </a:prstGeom>
          <a:noFill/>
          <a:ln w="9525">
            <a:noFill/>
            <a:miter lim="800000"/>
            <a:headEnd/>
            <a:tailEnd/>
          </a:ln>
        </p:spPr>
        <p:txBody>
          <a:bodyPr vert="horz" wrap="square" lIns="68579" tIns="34289" rIns="68579" bIns="34289" numCol="1" anchor="t" anchorCtr="0" compatLnSpc="1">
            <a:prstTxWarp prst="textNoShape">
              <a:avLst/>
            </a:prstTxWarp>
          </a:bodyPr>
          <a:lstStyle>
            <a:lvl1pPr marL="257168" indent="-257168" algn="l" rtl="0" eaLnBrk="0" fontAlgn="base" hangingPunct="0">
              <a:spcBef>
                <a:spcPct val="20000"/>
              </a:spcBef>
              <a:spcAft>
                <a:spcPct val="0"/>
              </a:spcAft>
              <a:buClr>
                <a:schemeClr val="accent2"/>
              </a:buClr>
              <a:buFont typeface="Wingdings" pitchFamily="2" charset="2"/>
              <a:buChar char="§"/>
              <a:defRPr sz="2400">
                <a:solidFill>
                  <a:schemeClr val="accent2"/>
                </a:solidFill>
                <a:latin typeface="Calibri" pitchFamily="34" charset="0"/>
                <a:ea typeface="+mn-ea"/>
                <a:cs typeface="+mn-cs"/>
              </a:defRPr>
            </a:lvl1pPr>
            <a:lvl2pPr marL="557199" indent="-214308" algn="l" rtl="0" eaLnBrk="0" fontAlgn="base" hangingPunct="0">
              <a:spcBef>
                <a:spcPct val="20000"/>
              </a:spcBef>
              <a:spcAft>
                <a:spcPct val="0"/>
              </a:spcAft>
              <a:buClr>
                <a:schemeClr val="tx1"/>
              </a:buClr>
              <a:buFont typeface="Wingdings" pitchFamily="2" charset="2"/>
              <a:buChar char="§"/>
              <a:defRPr sz="2100">
                <a:solidFill>
                  <a:schemeClr val="tx1"/>
                </a:solidFill>
                <a:latin typeface="Calibri" pitchFamily="34" charset="0"/>
              </a:defRPr>
            </a:lvl2pPr>
            <a:lvl3pPr marL="857228" indent="-171446" algn="l" rtl="0" eaLnBrk="0" fontAlgn="base" hangingPunct="0">
              <a:spcBef>
                <a:spcPct val="20000"/>
              </a:spcBef>
              <a:spcAft>
                <a:spcPct val="0"/>
              </a:spcAft>
              <a:buClr>
                <a:schemeClr val="accent2"/>
              </a:buClr>
              <a:buFont typeface="Wingdings" pitchFamily="2" charset="2"/>
              <a:buChar char="§"/>
              <a:defRPr sz="1800">
                <a:solidFill>
                  <a:schemeClr val="tx1"/>
                </a:solidFill>
                <a:latin typeface="Calibri" pitchFamily="34" charset="0"/>
              </a:defRPr>
            </a:lvl3pPr>
            <a:lvl4pPr marL="1200120" indent="-171446" algn="l" rtl="0" eaLnBrk="0" fontAlgn="base" hangingPunct="0">
              <a:spcBef>
                <a:spcPct val="20000"/>
              </a:spcBef>
              <a:spcAft>
                <a:spcPct val="0"/>
              </a:spcAft>
              <a:buClr>
                <a:schemeClr val="tx1"/>
              </a:buClr>
              <a:buFont typeface="Wingdings" pitchFamily="2" charset="2"/>
              <a:buChar char="§"/>
              <a:defRPr sz="1500">
                <a:solidFill>
                  <a:schemeClr val="tx1"/>
                </a:solidFill>
                <a:latin typeface="Calibri" pitchFamily="34" charset="0"/>
              </a:defRPr>
            </a:lvl4pPr>
            <a:lvl5pPr marL="1543012" indent="-171446" algn="l" rtl="0" eaLnBrk="0" fontAlgn="base" hangingPunct="0">
              <a:spcBef>
                <a:spcPct val="20000"/>
              </a:spcBef>
              <a:spcAft>
                <a:spcPct val="0"/>
              </a:spcAft>
              <a:buClr>
                <a:schemeClr val="accent2"/>
              </a:buClr>
              <a:buFont typeface="Wingdings" pitchFamily="2" charset="2"/>
              <a:buChar char="§"/>
              <a:defRPr sz="1500">
                <a:solidFill>
                  <a:schemeClr val="tx1"/>
                </a:solidFill>
                <a:latin typeface="Calibri" pitchFamily="34" charset="0"/>
              </a:defRPr>
            </a:lvl5pPr>
            <a:lvl6pPr marL="1885903" indent="-171446" algn="l" rtl="0" fontAlgn="base">
              <a:spcBef>
                <a:spcPct val="20000"/>
              </a:spcBef>
              <a:spcAft>
                <a:spcPct val="0"/>
              </a:spcAft>
              <a:buClr>
                <a:schemeClr val="accent2"/>
              </a:buClr>
              <a:buFont typeface="Wingdings" pitchFamily="2" charset="2"/>
              <a:buChar char="§"/>
              <a:defRPr sz="1500">
                <a:solidFill>
                  <a:schemeClr val="tx1"/>
                </a:solidFill>
                <a:latin typeface="+mn-lt"/>
              </a:defRPr>
            </a:lvl6pPr>
            <a:lvl7pPr marL="2228795" indent="-171446" algn="l" rtl="0" fontAlgn="base">
              <a:spcBef>
                <a:spcPct val="20000"/>
              </a:spcBef>
              <a:spcAft>
                <a:spcPct val="0"/>
              </a:spcAft>
              <a:buClr>
                <a:schemeClr val="accent2"/>
              </a:buClr>
              <a:buFont typeface="Wingdings" pitchFamily="2" charset="2"/>
              <a:buChar char="§"/>
              <a:defRPr sz="1500">
                <a:solidFill>
                  <a:schemeClr val="tx1"/>
                </a:solidFill>
                <a:latin typeface="+mn-lt"/>
              </a:defRPr>
            </a:lvl7pPr>
            <a:lvl8pPr marL="2571686" indent="-171446" algn="l" rtl="0" fontAlgn="base">
              <a:spcBef>
                <a:spcPct val="20000"/>
              </a:spcBef>
              <a:spcAft>
                <a:spcPct val="0"/>
              </a:spcAft>
              <a:buClr>
                <a:schemeClr val="accent2"/>
              </a:buClr>
              <a:buFont typeface="Wingdings" pitchFamily="2" charset="2"/>
              <a:buChar char="§"/>
              <a:defRPr sz="1500">
                <a:solidFill>
                  <a:schemeClr val="tx1"/>
                </a:solidFill>
                <a:latin typeface="+mn-lt"/>
              </a:defRPr>
            </a:lvl8pPr>
            <a:lvl9pPr marL="2914577" indent="-171446" algn="l" rtl="0" fontAlgn="base">
              <a:spcBef>
                <a:spcPct val="20000"/>
              </a:spcBef>
              <a:spcAft>
                <a:spcPct val="0"/>
              </a:spcAft>
              <a:buClr>
                <a:schemeClr val="accent2"/>
              </a:buClr>
              <a:buFont typeface="Wingdings" pitchFamily="2" charset="2"/>
              <a:buChar char="§"/>
              <a:defRPr sz="1500">
                <a:solidFill>
                  <a:schemeClr val="tx1"/>
                </a:solidFill>
                <a:latin typeface="+mn-lt"/>
              </a:defRPr>
            </a:lvl9pPr>
          </a:lstStyle>
          <a:p>
            <a:pPr eaLnBrk="1" hangingPunct="1">
              <a:lnSpc>
                <a:spcPct val="80000"/>
              </a:lnSpc>
            </a:pPr>
            <a:r>
              <a:rPr lang="en-US" sz="1800" kern="0" dirty="0" err="1"/>
              <a:t>Bài</a:t>
            </a:r>
            <a:r>
              <a:rPr lang="en-US" sz="1800" kern="0" dirty="0"/>
              <a:t> </a:t>
            </a:r>
            <a:r>
              <a:rPr lang="en-US" sz="1800" kern="0" dirty="0" err="1"/>
              <a:t>giảng</a:t>
            </a:r>
            <a:r>
              <a:rPr lang="en-US" sz="1800" kern="0" dirty="0"/>
              <a:t> </a:t>
            </a:r>
            <a:r>
              <a:rPr lang="en-US" sz="1800" kern="0" dirty="0" err="1"/>
              <a:t>trên</a:t>
            </a:r>
            <a:r>
              <a:rPr lang="en-US" sz="1800" kern="0" dirty="0"/>
              <a:t> </a:t>
            </a:r>
            <a:r>
              <a:rPr lang="en-US" sz="1800" kern="0" dirty="0" err="1"/>
              <a:t>lớp</a:t>
            </a:r>
            <a:endParaRPr lang="en-US" sz="1800" kern="0" dirty="0"/>
          </a:p>
          <a:p>
            <a:pPr eaLnBrk="1" hangingPunct="1">
              <a:lnSpc>
                <a:spcPct val="80000"/>
              </a:lnSpc>
            </a:pPr>
            <a:r>
              <a:rPr lang="en-US" sz="1800" kern="0" dirty="0" err="1"/>
              <a:t>Các</a:t>
            </a:r>
            <a:r>
              <a:rPr lang="en-US" sz="1800" kern="0" dirty="0"/>
              <a:t> </a:t>
            </a:r>
            <a:r>
              <a:rPr lang="en-US" sz="1800" kern="0" dirty="0" err="1"/>
              <a:t>nguồn</a:t>
            </a:r>
            <a:r>
              <a:rPr lang="en-US" sz="1800" kern="0" dirty="0"/>
              <a:t> </a:t>
            </a:r>
            <a:r>
              <a:rPr lang="en-US" sz="1800" kern="0" dirty="0" err="1"/>
              <a:t>học</a:t>
            </a:r>
            <a:r>
              <a:rPr lang="en-US" sz="1800" kern="0" dirty="0"/>
              <a:t> </a:t>
            </a:r>
            <a:r>
              <a:rPr lang="en-US" sz="1800" kern="0" dirty="0" err="1"/>
              <a:t>liệu</a:t>
            </a:r>
            <a:r>
              <a:rPr lang="en-US" sz="1800" kern="0" dirty="0"/>
              <a:t> </a:t>
            </a:r>
            <a:r>
              <a:rPr lang="en-US" sz="1800" kern="0" dirty="0" err="1"/>
              <a:t>khác</a:t>
            </a:r>
            <a:r>
              <a:rPr lang="en-US" sz="1800" kern="0" dirty="0"/>
              <a:t> (</a:t>
            </a:r>
            <a:r>
              <a:rPr lang="en-US" sz="1800" kern="0" dirty="0" err="1"/>
              <a:t>sẽ</a:t>
            </a:r>
            <a:r>
              <a:rPr lang="en-US" sz="1800" kern="0" dirty="0"/>
              <a:t> </a:t>
            </a:r>
            <a:r>
              <a:rPr lang="en-US" sz="1800" kern="0" dirty="0" err="1"/>
              <a:t>cập</a:t>
            </a:r>
            <a:r>
              <a:rPr lang="en-US" sz="1800" kern="0" dirty="0"/>
              <a:t> </a:t>
            </a:r>
            <a:r>
              <a:rPr lang="en-US" sz="1800" kern="0" dirty="0" err="1"/>
              <a:t>nhật</a:t>
            </a:r>
            <a:r>
              <a:rPr lang="en-US" sz="1800" kern="0" dirty="0"/>
              <a:t> </a:t>
            </a:r>
            <a:r>
              <a:rPr lang="en-US" sz="1800" kern="0" dirty="0" err="1"/>
              <a:t>trên</a:t>
            </a:r>
            <a:r>
              <a:rPr lang="en-US" sz="1800" kern="0" dirty="0"/>
              <a:t> website </a:t>
            </a:r>
            <a:r>
              <a:rPr lang="en-US" sz="1800" kern="0" dirty="0" err="1"/>
              <a:t>môn</a:t>
            </a:r>
            <a:r>
              <a:rPr lang="en-US" sz="1800" kern="0" dirty="0"/>
              <a:t> </a:t>
            </a:r>
            <a:r>
              <a:rPr lang="en-US" sz="1800" kern="0" dirty="0" err="1"/>
              <a:t>học</a:t>
            </a:r>
            <a:r>
              <a:rPr lang="en-US" sz="1800" kern="0" dirty="0"/>
              <a:t>)</a:t>
            </a:r>
            <a:endParaRPr lang="vi-VN" sz="1800" kern="0" dirty="0"/>
          </a:p>
          <a:p>
            <a:pPr lvl="1" eaLnBrk="1" hangingPunct="1">
              <a:lnSpc>
                <a:spcPct val="80000"/>
              </a:lnSpc>
            </a:pPr>
            <a:endParaRPr lang="vi-VN" sz="1400" kern="0" dirty="0"/>
          </a:p>
          <a:p>
            <a:pPr lvl="1" eaLnBrk="1" hangingPunct="1">
              <a:lnSpc>
                <a:spcPct val="80000"/>
              </a:lnSpc>
            </a:pPr>
            <a:endParaRPr lang="vi-VN" sz="1400" kern="0" dirty="0"/>
          </a:p>
          <a:p>
            <a:pPr lvl="1" eaLnBrk="1" hangingPunct="1">
              <a:lnSpc>
                <a:spcPct val="80000"/>
              </a:lnSpc>
            </a:pPr>
            <a:endParaRPr lang="vi-VN" sz="1400" kern="0" dirty="0"/>
          </a:p>
          <a:p>
            <a:pPr lvl="1" eaLnBrk="1" hangingPunct="1">
              <a:lnSpc>
                <a:spcPct val="80000"/>
              </a:lnSpc>
            </a:pPr>
            <a:endParaRPr lang="vi-VN" sz="1400" kern="0" dirty="0"/>
          </a:p>
          <a:p>
            <a:pPr lvl="1" eaLnBrk="1" hangingPunct="1">
              <a:lnSpc>
                <a:spcPct val="80000"/>
              </a:lnSpc>
            </a:pPr>
            <a:endParaRPr lang="vi-VN" sz="1400" kern="0" dirty="0"/>
          </a:p>
          <a:p>
            <a:pPr lvl="1" eaLnBrk="1" hangingPunct="1">
              <a:lnSpc>
                <a:spcPct val="80000"/>
              </a:lnSpc>
            </a:pPr>
            <a:endParaRPr lang="vi-VN" sz="1400" kern="0" dirty="0"/>
          </a:p>
          <a:p>
            <a:pPr lvl="1" eaLnBrk="1" hangingPunct="1">
              <a:lnSpc>
                <a:spcPct val="80000"/>
              </a:lnSpc>
            </a:pPr>
            <a:endParaRPr lang="vi-VN" sz="1400" kern="0" dirty="0"/>
          </a:p>
          <a:p>
            <a:pPr lvl="1" eaLnBrk="1" hangingPunct="1">
              <a:lnSpc>
                <a:spcPct val="80000"/>
              </a:lnSpc>
            </a:pPr>
            <a:endParaRPr lang="vi-VN" sz="1400" kern="0" dirty="0"/>
          </a:p>
          <a:p>
            <a:pPr lvl="1" eaLnBrk="1" hangingPunct="1">
              <a:lnSpc>
                <a:spcPct val="80000"/>
              </a:lnSpc>
            </a:pPr>
            <a:endParaRPr lang="vi-VN" sz="1400" kern="0" dirty="0"/>
          </a:p>
          <a:p>
            <a:pPr lvl="1" eaLnBrk="1" hangingPunct="1">
              <a:lnSpc>
                <a:spcPct val="80000"/>
              </a:lnSpc>
            </a:pPr>
            <a:endParaRPr lang="vi-VN" sz="1400" kern="0" dirty="0"/>
          </a:p>
          <a:p>
            <a:pPr lvl="1" eaLnBrk="1" hangingPunct="1">
              <a:lnSpc>
                <a:spcPct val="80000"/>
              </a:lnSpc>
            </a:pPr>
            <a:endParaRPr lang="vi-VN" sz="1400" kern="0" dirty="0"/>
          </a:p>
          <a:p>
            <a:pPr lvl="1" eaLnBrk="1" hangingPunct="1">
              <a:lnSpc>
                <a:spcPct val="80000"/>
              </a:lnSpc>
            </a:pPr>
            <a:endParaRPr lang="vi-VN" sz="1400" kern="0" dirty="0"/>
          </a:p>
          <a:p>
            <a:pPr marL="0" indent="0" eaLnBrk="1" hangingPunct="1">
              <a:lnSpc>
                <a:spcPct val="80000"/>
              </a:lnSpc>
              <a:buFont typeface="Wingdings" pitchFamily="2" charset="2"/>
              <a:buNone/>
            </a:pPr>
            <a:endParaRPr lang="vi-VN" sz="1600" kern="0" dirty="0"/>
          </a:p>
          <a:p>
            <a:pPr eaLnBrk="1" hangingPunct="1">
              <a:lnSpc>
                <a:spcPct val="80000"/>
              </a:lnSpc>
              <a:buFont typeface="Wingdings" pitchFamily="2" charset="2"/>
              <a:buNone/>
            </a:pPr>
            <a:endParaRPr lang="vi-VN" sz="1600" kern="0" dirty="0"/>
          </a:p>
        </p:txBody>
      </p:sp>
    </p:spTree>
    <p:extLst>
      <p:ext uri="{BB962C8B-B14F-4D97-AF65-F5344CB8AC3E}">
        <p14:creationId xmlns:p14="http://schemas.microsoft.com/office/powerpoint/2010/main" val="6964720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p:txBody>
          <a:bodyPr/>
          <a:lstStyle/>
          <a:p>
            <a:pPr eaLnBrk="1" hangingPunct="1"/>
            <a:r>
              <a:rPr lang="vi-VN">
                <a:solidFill>
                  <a:schemeClr val="tx1"/>
                </a:solidFill>
              </a:rPr>
              <a:t>Nội dung</a:t>
            </a:r>
          </a:p>
        </p:txBody>
      </p:sp>
      <p:sp>
        <p:nvSpPr>
          <p:cNvPr id="9219" name="Rectangle 3"/>
          <p:cNvSpPr>
            <a:spLocks noGrp="1" noChangeArrowheads="1"/>
          </p:cNvSpPr>
          <p:nvPr>
            <p:ph type="body" idx="1"/>
          </p:nvPr>
        </p:nvSpPr>
        <p:spPr>
          <a:xfrm>
            <a:off x="838200" y="1371601"/>
            <a:ext cx="5257800" cy="3394472"/>
          </a:xfrm>
        </p:spPr>
        <p:txBody>
          <a:bodyPr/>
          <a:lstStyle/>
          <a:p>
            <a:pPr eaLnBrk="1" hangingPunct="1"/>
            <a:endParaRPr lang="vi-VN" sz="600" dirty="0"/>
          </a:p>
          <a:p>
            <a:pPr eaLnBrk="1" hangingPunct="1"/>
            <a:r>
              <a:rPr lang="vi-VN" dirty="0"/>
              <a:t>Trí tuệ nhân tạo (TTNT) là gì?</a:t>
            </a:r>
          </a:p>
          <a:p>
            <a:pPr eaLnBrk="1" hangingPunct="1"/>
            <a:endParaRPr lang="vi-VN" dirty="0"/>
          </a:p>
          <a:p>
            <a:pPr eaLnBrk="1" hangingPunct="1"/>
            <a:r>
              <a:rPr lang="vi-VN" dirty="0"/>
              <a:t>Trí tuệ nhân tạo có thể làm gì?</a:t>
            </a:r>
          </a:p>
          <a:p>
            <a:pPr eaLnBrk="1" hangingPunct="1"/>
            <a:endParaRPr lang="vi-VN" dirty="0"/>
          </a:p>
          <a:p>
            <a:pPr eaLnBrk="1" hangingPunct="1"/>
            <a:r>
              <a:rPr lang="vi-VN" dirty="0"/>
              <a:t>Nội dung</a:t>
            </a:r>
            <a:r>
              <a:rPr lang="en-US" dirty="0"/>
              <a:t> </a:t>
            </a:r>
            <a:r>
              <a:rPr lang="vi-VN" dirty="0"/>
              <a:t>học </a:t>
            </a:r>
            <a:r>
              <a:rPr lang="en-US" dirty="0" err="1"/>
              <a:t>phần</a:t>
            </a:r>
            <a:r>
              <a:rPr lang="en-US" dirty="0"/>
              <a:t> </a:t>
            </a:r>
            <a:r>
              <a:rPr lang="en-US" dirty="0" err="1"/>
              <a:t>Cơ</a:t>
            </a:r>
            <a:r>
              <a:rPr lang="en-US" dirty="0"/>
              <a:t> </a:t>
            </a:r>
            <a:r>
              <a:rPr lang="en-US" dirty="0" err="1"/>
              <a:t>sở</a:t>
            </a:r>
            <a:r>
              <a:rPr lang="en-US" dirty="0"/>
              <a:t> AI </a:t>
            </a:r>
            <a:endParaRPr lang="vi-VN" dirty="0"/>
          </a:p>
        </p:txBody>
      </p:sp>
      <p:pic>
        <p:nvPicPr>
          <p:cNvPr id="22529" name="Picture 1"/>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5334000" y="1123950"/>
            <a:ext cx="3037389" cy="3400423"/>
          </a:xfrm>
          <a:prstGeom prst="rect">
            <a:avLst/>
          </a:prstGeom>
          <a:noFill/>
        </p:spPr>
      </p:pic>
    </p:spTree>
    <p:extLst>
      <p:ext uri="{BB962C8B-B14F-4D97-AF65-F5344CB8AC3E}">
        <p14:creationId xmlns:p14="http://schemas.microsoft.com/office/powerpoint/2010/main" val="34589152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p:txBody>
          <a:bodyPr/>
          <a:lstStyle/>
          <a:p>
            <a:pPr eaLnBrk="1" hangingPunct="1"/>
            <a:r>
              <a:rPr lang="en-US" dirty="0">
                <a:solidFill>
                  <a:schemeClr val="tx1"/>
                </a:solidFill>
              </a:rPr>
              <a:t>AI</a:t>
            </a:r>
            <a:r>
              <a:rPr lang="vi-VN" dirty="0">
                <a:solidFill>
                  <a:schemeClr val="tx1"/>
                </a:solidFill>
              </a:rPr>
              <a:t> trong phim viễn tưởng?</a:t>
            </a:r>
          </a:p>
        </p:txBody>
      </p:sp>
      <p:pic>
        <p:nvPicPr>
          <p:cNvPr id="562180" name="Picture 4" descr="Artoo-c3po"/>
          <p:cNvPicPr>
            <a:picLocks noChangeAspect="1" noChangeArrowheads="1"/>
          </p:cNvPicPr>
          <p:nvPr/>
        </p:nvPicPr>
        <p:blipFill>
          <a:blip r:embed="rId3" cstate="print"/>
          <a:srcRect/>
          <a:stretch>
            <a:fillRect/>
          </a:stretch>
        </p:blipFill>
        <p:spPr bwMode="auto">
          <a:xfrm>
            <a:off x="152400" y="895350"/>
            <a:ext cx="2411016" cy="3543300"/>
          </a:xfrm>
          <a:prstGeom prst="rect">
            <a:avLst/>
          </a:prstGeom>
          <a:noFill/>
          <a:ln w="9525">
            <a:noFill/>
            <a:miter lim="800000"/>
            <a:headEnd/>
            <a:tailEnd/>
          </a:ln>
        </p:spPr>
      </p:pic>
      <p:pic>
        <p:nvPicPr>
          <p:cNvPr id="562182" name="Picture 6" descr="t3-94"/>
          <p:cNvPicPr>
            <a:picLocks noChangeAspect="1" noChangeArrowheads="1"/>
          </p:cNvPicPr>
          <p:nvPr/>
        </p:nvPicPr>
        <p:blipFill>
          <a:blip r:embed="rId4" cstate="print"/>
          <a:srcRect/>
          <a:stretch>
            <a:fillRect/>
          </a:stretch>
        </p:blipFill>
        <p:spPr bwMode="auto">
          <a:xfrm>
            <a:off x="2638218" y="870008"/>
            <a:ext cx="2686050" cy="1522810"/>
          </a:xfrm>
          <a:prstGeom prst="rect">
            <a:avLst/>
          </a:prstGeom>
          <a:noFill/>
          <a:ln w="9525">
            <a:noFill/>
            <a:miter lim="800000"/>
            <a:headEnd/>
            <a:tailEnd/>
          </a:ln>
        </p:spPr>
      </p:pic>
      <p:pic>
        <p:nvPicPr>
          <p:cNvPr id="562184" name="Picture 8" descr="matrix-smith-dvd2"/>
          <p:cNvPicPr>
            <a:picLocks noChangeAspect="1" noChangeArrowheads="1"/>
          </p:cNvPicPr>
          <p:nvPr/>
        </p:nvPicPr>
        <p:blipFill>
          <a:blip r:embed="rId5" cstate="print"/>
          <a:srcRect t="9573" b="10638"/>
          <a:stretch>
            <a:fillRect/>
          </a:stretch>
        </p:blipFill>
        <p:spPr bwMode="auto">
          <a:xfrm>
            <a:off x="2667000" y="2592390"/>
            <a:ext cx="2686050" cy="1428750"/>
          </a:xfrm>
          <a:prstGeom prst="rect">
            <a:avLst/>
          </a:prstGeom>
          <a:noFill/>
          <a:ln w="9525">
            <a:noFill/>
            <a:miter lim="800000"/>
            <a:headEnd/>
            <a:tailEnd/>
          </a:ln>
        </p:spPr>
      </p:pic>
      <p:pic>
        <p:nvPicPr>
          <p:cNvPr id="7170" name="Picture 2" descr="http://www.covershut.com/covers/Battlestar-Galactica-The-Plan-2009-Front-Cover-17774.jpg"/>
          <p:cNvPicPr>
            <a:picLocks noChangeAspect="1" noChangeArrowheads="1"/>
          </p:cNvPicPr>
          <p:nvPr/>
        </p:nvPicPr>
        <p:blipFill>
          <a:blip r:embed="rId6" cstate="print"/>
          <a:srcRect l="56757" t="38000" r="1351" b="20000"/>
          <a:stretch>
            <a:fillRect/>
          </a:stretch>
        </p:blipFill>
        <p:spPr bwMode="auto">
          <a:xfrm>
            <a:off x="5486400" y="895350"/>
            <a:ext cx="2362200" cy="1600200"/>
          </a:xfrm>
          <a:prstGeom prst="rect">
            <a:avLst/>
          </a:prstGeom>
          <a:noFill/>
        </p:spPr>
      </p:pic>
      <p:pic>
        <p:nvPicPr>
          <p:cNvPr id="3" name="Picture 2" descr="A robot with large eyes&#10;&#10;Description automatically generated">
            <a:extLst>
              <a:ext uri="{FF2B5EF4-FFF2-40B4-BE49-F238E27FC236}">
                <a16:creationId xmlns:a16="http://schemas.microsoft.com/office/drawing/2014/main" id="{97610AD5-322E-5E2F-2A64-D51449D3B971}"/>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7467600" y="2953030"/>
            <a:ext cx="1643703" cy="2136220"/>
          </a:xfrm>
          <a:prstGeom prst="rect">
            <a:avLst/>
          </a:prstGeom>
        </p:spPr>
      </p:pic>
      <p:pic>
        <p:nvPicPr>
          <p:cNvPr id="7172" name="Picture 4" descr="http://images3.wikia.nocookie.net/__cb58379/half-life/en/images/d/d5/Glados_new_lair.jpg"/>
          <p:cNvPicPr>
            <a:picLocks noChangeAspect="1" noChangeArrowheads="1"/>
          </p:cNvPicPr>
          <p:nvPr/>
        </p:nvPicPr>
        <p:blipFill>
          <a:blip r:embed="rId8" cstate="print">
            <a:lum bright="20000" contrast="30000"/>
          </a:blip>
          <a:srcRect/>
          <a:stretch>
            <a:fillRect/>
          </a:stretch>
        </p:blipFill>
        <p:spPr bwMode="auto">
          <a:xfrm>
            <a:off x="5562600" y="2589768"/>
            <a:ext cx="2133600" cy="1600200"/>
          </a:xfrm>
          <a:prstGeom prst="rect">
            <a:avLst/>
          </a:prstGeom>
          <a:noFill/>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p:txBody>
          <a:bodyPr/>
          <a:lstStyle/>
          <a:p>
            <a:pPr eaLnBrk="1" hangingPunct="1"/>
            <a:r>
              <a:rPr lang="en-US" dirty="0"/>
              <a:t>Turing Test</a:t>
            </a:r>
          </a:p>
        </p:txBody>
      </p:sp>
      <p:sp>
        <p:nvSpPr>
          <p:cNvPr id="15" name="Content Placeholder 4"/>
          <p:cNvSpPr>
            <a:spLocks noGrp="1"/>
          </p:cNvSpPr>
          <p:nvPr>
            <p:ph sz="half" idx="1"/>
          </p:nvPr>
        </p:nvSpPr>
        <p:spPr>
          <a:xfrm>
            <a:off x="304800" y="1047750"/>
            <a:ext cx="5410201" cy="3733800"/>
          </a:xfrm>
        </p:spPr>
        <p:txBody>
          <a:bodyPr>
            <a:noAutofit/>
          </a:bodyPr>
          <a:lstStyle/>
          <a:p>
            <a:r>
              <a:rPr lang="en-US" dirty="0"/>
              <a:t>In 1950, Turing defined a test of whether a machine could “think”</a:t>
            </a:r>
          </a:p>
          <a:p>
            <a:r>
              <a:rPr lang="en-US" dirty="0"/>
              <a:t>Practically though, it is a test of whether a machine can *act* like a person</a:t>
            </a:r>
          </a:p>
          <a:p>
            <a:r>
              <a:rPr lang="en-US" dirty="0"/>
              <a:t>“A human judge engages in a natural language conversation with one human and one machine, each of which tries to appear human. If judge can’t tell, machine passes the Turing test”</a:t>
            </a:r>
          </a:p>
        </p:txBody>
      </p:sp>
      <p:pic>
        <p:nvPicPr>
          <p:cNvPr id="16" name="Content Placeholder 6"/>
          <p:cNvPicPr>
            <a:picLocks noChangeAspect="1"/>
          </p:cNvPicPr>
          <p:nvPr/>
        </p:nvPicPr>
        <p:blipFill>
          <a:blip r:embed="rId3"/>
          <a:srcRect l="-5801" r="-5801"/>
          <a:stretch>
            <a:fillRect/>
          </a:stretch>
        </p:blipFill>
        <p:spPr>
          <a:xfrm>
            <a:off x="5715001" y="971551"/>
            <a:ext cx="3096417" cy="3470081"/>
          </a:xfrm>
          <a:prstGeom prst="rect">
            <a:avLst/>
          </a:prstGeom>
        </p:spPr>
      </p:pic>
      <p:sp>
        <p:nvSpPr>
          <p:cNvPr id="17" name="Rectangle 16"/>
          <p:cNvSpPr/>
          <p:nvPr/>
        </p:nvSpPr>
        <p:spPr>
          <a:xfrm>
            <a:off x="0" y="4629150"/>
            <a:ext cx="9144000" cy="338554"/>
          </a:xfrm>
          <a:prstGeom prst="rect">
            <a:avLst/>
          </a:prstGeom>
        </p:spPr>
        <p:txBody>
          <a:bodyPr wrap="square">
            <a:spAutoFit/>
          </a:bodyPr>
          <a:lstStyle/>
          <a:p>
            <a:pPr algn="ctr"/>
            <a:r>
              <a:rPr lang="en-US" sz="1600" dirty="0" err="1">
                <a:solidFill>
                  <a:schemeClr val="tx1">
                    <a:lumMod val="75000"/>
                  </a:schemeClr>
                </a:solidFill>
                <a:latin typeface="Calibri"/>
                <a:cs typeface="Calibri"/>
              </a:rPr>
              <a:t>en.wikipedia.org</a:t>
            </a:r>
            <a:r>
              <a:rPr lang="en-US" sz="1600" dirty="0">
                <a:solidFill>
                  <a:schemeClr val="tx1">
                    <a:lumMod val="75000"/>
                  </a:schemeClr>
                </a:solidFill>
                <a:latin typeface="Calibri"/>
                <a:cs typeface="Calibri"/>
              </a:rPr>
              <a:t>/wiki/</a:t>
            </a:r>
            <a:r>
              <a:rPr lang="en-US" sz="1600" dirty="0" err="1">
                <a:solidFill>
                  <a:schemeClr val="tx1">
                    <a:lumMod val="75000"/>
                  </a:schemeClr>
                </a:solidFill>
                <a:latin typeface="Calibri"/>
                <a:cs typeface="Calibri"/>
              </a:rPr>
              <a:t>Turing_test</a:t>
            </a:r>
            <a:endParaRPr lang="en-US" sz="1600" dirty="0">
              <a:solidFill>
                <a:schemeClr val="tx1">
                  <a:lumMod val="75000"/>
                </a:schemeClr>
              </a:solidFill>
              <a:latin typeface="Calibri"/>
              <a:cs typeface="Calibri"/>
            </a:endParaRPr>
          </a:p>
        </p:txBody>
      </p:sp>
    </p:spTree>
    <p:extLst>
      <p:ext uri="{BB962C8B-B14F-4D97-AF65-F5344CB8AC3E}">
        <p14:creationId xmlns:p14="http://schemas.microsoft.com/office/powerpoint/2010/main" val="1250934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p:txBody>
          <a:bodyPr/>
          <a:lstStyle/>
          <a:p>
            <a:pPr eaLnBrk="1" hangingPunct="1"/>
            <a:r>
              <a:rPr lang="en-US" dirty="0"/>
              <a:t>AI Definition by John McCarthy</a:t>
            </a:r>
          </a:p>
        </p:txBody>
      </p:sp>
      <p:sp>
        <p:nvSpPr>
          <p:cNvPr id="15" name="Content Placeholder 4"/>
          <p:cNvSpPr>
            <a:spLocks noGrp="1"/>
          </p:cNvSpPr>
          <p:nvPr>
            <p:ph sz="half" idx="1"/>
          </p:nvPr>
        </p:nvSpPr>
        <p:spPr>
          <a:xfrm>
            <a:off x="441453" y="971551"/>
            <a:ext cx="5197348" cy="4525963"/>
          </a:xfrm>
        </p:spPr>
        <p:txBody>
          <a:bodyPr>
            <a:noAutofit/>
          </a:bodyPr>
          <a:lstStyle/>
          <a:p>
            <a:r>
              <a:rPr lang="en-US" dirty="0"/>
              <a:t>What is artificial intelligence</a:t>
            </a:r>
          </a:p>
          <a:p>
            <a:pPr lvl="1"/>
            <a:r>
              <a:rPr lang="en-US" dirty="0"/>
              <a:t>It is the science and engineering of making intelligent machines, especially intelligent computer programs</a:t>
            </a:r>
          </a:p>
          <a:p>
            <a:pPr lvl="1"/>
            <a:endParaRPr lang="en-US" dirty="0"/>
          </a:p>
          <a:p>
            <a:r>
              <a:rPr lang="en-US" dirty="0"/>
              <a:t>What is intelligence</a:t>
            </a:r>
          </a:p>
          <a:p>
            <a:pPr lvl="1"/>
            <a:r>
              <a:rPr lang="en-US" dirty="0"/>
              <a:t>Intelligence is the computational part of the ability to achieve goals in the world</a:t>
            </a:r>
          </a:p>
        </p:txBody>
      </p:sp>
      <p:sp>
        <p:nvSpPr>
          <p:cNvPr id="17" name="Rectangle 16"/>
          <p:cNvSpPr/>
          <p:nvPr/>
        </p:nvSpPr>
        <p:spPr>
          <a:xfrm>
            <a:off x="0" y="4629150"/>
            <a:ext cx="9144000" cy="338554"/>
          </a:xfrm>
          <a:prstGeom prst="rect">
            <a:avLst/>
          </a:prstGeom>
        </p:spPr>
        <p:txBody>
          <a:bodyPr wrap="square">
            <a:spAutoFit/>
          </a:bodyPr>
          <a:lstStyle/>
          <a:p>
            <a:pPr algn="ctr"/>
            <a:r>
              <a:rPr lang="en-US" sz="1600" dirty="0">
                <a:solidFill>
                  <a:schemeClr val="tx1">
                    <a:lumMod val="75000"/>
                  </a:schemeClr>
                </a:solidFill>
                <a:latin typeface="Calibri"/>
                <a:cs typeface="Calibri"/>
              </a:rPr>
              <a:t>http://www-</a:t>
            </a:r>
            <a:r>
              <a:rPr lang="en-US" sz="1600" dirty="0" err="1">
                <a:solidFill>
                  <a:schemeClr val="tx1">
                    <a:lumMod val="75000"/>
                  </a:schemeClr>
                </a:solidFill>
                <a:latin typeface="Calibri"/>
                <a:cs typeface="Calibri"/>
              </a:rPr>
              <a:t>formal.stanford.edu</a:t>
            </a:r>
            <a:r>
              <a:rPr lang="en-US" sz="1600" dirty="0">
                <a:solidFill>
                  <a:schemeClr val="tx1">
                    <a:lumMod val="75000"/>
                  </a:schemeClr>
                </a:solidFill>
                <a:latin typeface="Calibri"/>
                <a:cs typeface="Calibri"/>
              </a:rPr>
              <a:t>/</a:t>
            </a:r>
            <a:r>
              <a:rPr lang="en-US" sz="1600" dirty="0" err="1">
                <a:solidFill>
                  <a:schemeClr val="tx1">
                    <a:lumMod val="75000"/>
                  </a:schemeClr>
                </a:solidFill>
                <a:latin typeface="Calibri"/>
                <a:cs typeface="Calibri"/>
              </a:rPr>
              <a:t>jmc</a:t>
            </a:r>
            <a:r>
              <a:rPr lang="en-US" sz="1600" dirty="0">
                <a:solidFill>
                  <a:schemeClr val="tx1">
                    <a:lumMod val="75000"/>
                  </a:schemeClr>
                </a:solidFill>
                <a:latin typeface="Calibri"/>
                <a:cs typeface="Calibri"/>
              </a:rPr>
              <a:t>/</a:t>
            </a:r>
            <a:r>
              <a:rPr lang="en-US" sz="1600" dirty="0" err="1">
                <a:solidFill>
                  <a:schemeClr val="tx1">
                    <a:lumMod val="75000"/>
                  </a:schemeClr>
                </a:solidFill>
                <a:latin typeface="Calibri"/>
                <a:cs typeface="Calibri"/>
              </a:rPr>
              <a:t>whatisai</a:t>
            </a:r>
            <a:r>
              <a:rPr lang="en-US" sz="1600" dirty="0">
                <a:solidFill>
                  <a:schemeClr val="tx1">
                    <a:lumMod val="75000"/>
                  </a:schemeClr>
                </a:solidFill>
                <a:latin typeface="Calibri"/>
                <a:cs typeface="Calibri"/>
              </a:rPr>
              <a:t>/</a:t>
            </a:r>
            <a:r>
              <a:rPr lang="en-US" sz="1600" dirty="0" err="1">
                <a:solidFill>
                  <a:schemeClr val="tx1">
                    <a:lumMod val="75000"/>
                  </a:schemeClr>
                </a:solidFill>
                <a:latin typeface="Calibri"/>
                <a:cs typeface="Calibri"/>
              </a:rPr>
              <a:t>whatisai.html</a:t>
            </a:r>
            <a:endParaRPr lang="en-US" sz="1600" dirty="0">
              <a:solidFill>
                <a:schemeClr val="tx1">
                  <a:lumMod val="75000"/>
                </a:schemeClr>
              </a:solidFill>
              <a:latin typeface="Calibri"/>
              <a:cs typeface="Calibri"/>
            </a:endParaRPr>
          </a:p>
        </p:txBody>
      </p:sp>
      <p:pic>
        <p:nvPicPr>
          <p:cNvPr id="6" name="Content Placeholder 6"/>
          <p:cNvPicPr>
            <a:picLocks noChangeAspect="1"/>
          </p:cNvPicPr>
          <p:nvPr/>
        </p:nvPicPr>
        <p:blipFill>
          <a:blip r:embed="rId3"/>
          <a:srcRect l="-11769" r="-11769"/>
          <a:stretch>
            <a:fillRect/>
          </a:stretch>
        </p:blipFill>
        <p:spPr>
          <a:xfrm>
            <a:off x="6019800" y="971551"/>
            <a:ext cx="3124200" cy="3501217"/>
          </a:xfrm>
          <a:prstGeom prst="rect">
            <a:avLst/>
          </a:prstGeom>
        </p:spPr>
      </p:pic>
    </p:spTree>
    <p:extLst>
      <p:ext uri="{BB962C8B-B14F-4D97-AF65-F5344CB8AC3E}">
        <p14:creationId xmlns:p14="http://schemas.microsoft.com/office/powerpoint/2010/main" val="31784987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p:txBody>
          <a:bodyPr/>
          <a:lstStyle/>
          <a:p>
            <a:pPr eaLnBrk="1" hangingPunct="1"/>
            <a:r>
              <a:rPr lang="vi-VN" dirty="0"/>
              <a:t>TTNT là gì?</a:t>
            </a:r>
          </a:p>
        </p:txBody>
      </p:sp>
      <p:sp>
        <p:nvSpPr>
          <p:cNvPr id="11279" name="Text Box 16"/>
          <p:cNvSpPr txBox="1">
            <a:spLocks noChangeArrowheads="1"/>
          </p:cNvSpPr>
          <p:nvPr/>
        </p:nvSpPr>
        <p:spPr bwMode="auto">
          <a:xfrm>
            <a:off x="2152650" y="1047750"/>
            <a:ext cx="5543550" cy="434578"/>
          </a:xfrm>
          <a:prstGeom prst="rect">
            <a:avLst/>
          </a:prstGeom>
          <a:noFill/>
          <a:ln w="9525">
            <a:noFill/>
            <a:miter lim="800000"/>
            <a:headEnd/>
            <a:tailEnd/>
          </a:ln>
        </p:spPr>
        <p:txBody>
          <a:bodyPr lIns="68579" tIns="34289" rIns="68579" bIns="34289">
            <a:spAutoFit/>
          </a:bodyPr>
          <a:lstStyle/>
          <a:p>
            <a:pPr>
              <a:spcBef>
                <a:spcPct val="50000"/>
              </a:spcBef>
            </a:pPr>
            <a:r>
              <a:rPr lang="vi-VN" sz="2400" dirty="0">
                <a:latin typeface="Calibri" pitchFamily="34" charset="0"/>
              </a:rPr>
              <a:t>Khoa học về phương pháp giúp máy tính</a:t>
            </a:r>
          </a:p>
        </p:txBody>
      </p:sp>
      <p:sp>
        <p:nvSpPr>
          <p:cNvPr id="7" name="TextBox 6"/>
          <p:cNvSpPr txBox="1"/>
          <p:nvPr/>
        </p:nvSpPr>
        <p:spPr>
          <a:xfrm>
            <a:off x="304800" y="2114550"/>
            <a:ext cx="2133600" cy="707886"/>
          </a:xfrm>
          <a:prstGeom prst="rect">
            <a:avLst/>
          </a:prstGeom>
          <a:noFill/>
        </p:spPr>
        <p:txBody>
          <a:bodyPr wrap="square" rtlCol="0">
            <a:spAutoFit/>
          </a:bodyPr>
          <a:lstStyle/>
          <a:p>
            <a:pPr algn="ctr"/>
            <a:r>
              <a:rPr lang="vi-VN" sz="2000" dirty="0">
                <a:solidFill>
                  <a:schemeClr val="accent2"/>
                </a:solidFill>
                <a:latin typeface="Calibri" pitchFamily="34" charset="0"/>
              </a:rPr>
              <a:t>Suy nghĩ</a:t>
            </a:r>
            <a:br>
              <a:rPr lang="vi-VN" sz="2000" dirty="0">
                <a:solidFill>
                  <a:schemeClr val="accent2"/>
                </a:solidFill>
                <a:latin typeface="Calibri" pitchFamily="34" charset="0"/>
              </a:rPr>
            </a:br>
            <a:r>
              <a:rPr lang="vi-VN" sz="2000" dirty="0">
                <a:solidFill>
                  <a:schemeClr val="accent2"/>
                </a:solidFill>
                <a:latin typeface="Calibri" pitchFamily="34" charset="0"/>
              </a:rPr>
              <a:t>như người</a:t>
            </a:r>
          </a:p>
        </p:txBody>
      </p:sp>
      <p:sp>
        <p:nvSpPr>
          <p:cNvPr id="8" name="TextBox 7"/>
          <p:cNvSpPr txBox="1"/>
          <p:nvPr/>
        </p:nvSpPr>
        <p:spPr>
          <a:xfrm>
            <a:off x="304800" y="3650218"/>
            <a:ext cx="2133600" cy="707886"/>
          </a:xfrm>
          <a:prstGeom prst="rect">
            <a:avLst/>
          </a:prstGeom>
          <a:noFill/>
        </p:spPr>
        <p:txBody>
          <a:bodyPr wrap="square" rtlCol="0">
            <a:spAutoFit/>
          </a:bodyPr>
          <a:lstStyle/>
          <a:p>
            <a:pPr algn="ctr"/>
            <a:r>
              <a:rPr lang="vi-VN" sz="2000" dirty="0">
                <a:solidFill>
                  <a:schemeClr val="accent2"/>
                </a:solidFill>
                <a:latin typeface="Calibri" pitchFamily="34" charset="0"/>
              </a:rPr>
              <a:t>Hành động</a:t>
            </a:r>
            <a:br>
              <a:rPr lang="vi-VN" sz="2000" dirty="0">
                <a:solidFill>
                  <a:schemeClr val="accent2"/>
                </a:solidFill>
                <a:latin typeface="Calibri" pitchFamily="34" charset="0"/>
              </a:rPr>
            </a:br>
            <a:r>
              <a:rPr lang="vi-VN" sz="2000" dirty="0">
                <a:solidFill>
                  <a:schemeClr val="accent2"/>
                </a:solidFill>
                <a:latin typeface="Calibri" pitchFamily="34" charset="0"/>
              </a:rPr>
              <a:t>như người</a:t>
            </a:r>
          </a:p>
        </p:txBody>
      </p:sp>
      <p:sp>
        <p:nvSpPr>
          <p:cNvPr id="9" name="TextBox 8"/>
          <p:cNvSpPr txBox="1"/>
          <p:nvPr/>
        </p:nvSpPr>
        <p:spPr>
          <a:xfrm>
            <a:off x="6629400" y="2114550"/>
            <a:ext cx="2133600" cy="707886"/>
          </a:xfrm>
          <a:prstGeom prst="rect">
            <a:avLst/>
          </a:prstGeom>
          <a:noFill/>
        </p:spPr>
        <p:txBody>
          <a:bodyPr wrap="square" rtlCol="0">
            <a:spAutoFit/>
          </a:bodyPr>
          <a:lstStyle/>
          <a:p>
            <a:pPr algn="ctr"/>
            <a:r>
              <a:rPr lang="vi-VN" sz="2000" dirty="0">
                <a:solidFill>
                  <a:schemeClr val="accent2"/>
                </a:solidFill>
                <a:latin typeface="Calibri" pitchFamily="34" charset="0"/>
              </a:rPr>
              <a:t>Suy nghĩ</a:t>
            </a:r>
            <a:br>
              <a:rPr lang="vi-VN" sz="2000" dirty="0">
                <a:solidFill>
                  <a:schemeClr val="accent2"/>
                </a:solidFill>
                <a:latin typeface="Calibri" pitchFamily="34" charset="0"/>
              </a:rPr>
            </a:br>
            <a:r>
              <a:rPr lang="vi-VN" sz="2000" dirty="0">
                <a:solidFill>
                  <a:schemeClr val="accent2"/>
                </a:solidFill>
                <a:latin typeface="Calibri" pitchFamily="34" charset="0"/>
              </a:rPr>
              <a:t>hợp lý</a:t>
            </a:r>
          </a:p>
        </p:txBody>
      </p:sp>
      <p:sp>
        <p:nvSpPr>
          <p:cNvPr id="10" name="TextBox 9"/>
          <p:cNvSpPr txBox="1"/>
          <p:nvPr/>
        </p:nvSpPr>
        <p:spPr>
          <a:xfrm>
            <a:off x="6629400" y="3650218"/>
            <a:ext cx="2133600" cy="707886"/>
          </a:xfrm>
          <a:prstGeom prst="rect">
            <a:avLst/>
          </a:prstGeom>
          <a:noFill/>
        </p:spPr>
        <p:txBody>
          <a:bodyPr wrap="square" rtlCol="0">
            <a:spAutoFit/>
          </a:bodyPr>
          <a:lstStyle/>
          <a:p>
            <a:pPr algn="ctr"/>
            <a:r>
              <a:rPr lang="vi-VN" sz="2000" dirty="0">
                <a:solidFill>
                  <a:schemeClr val="accent2"/>
                </a:solidFill>
                <a:latin typeface="Calibri" pitchFamily="34" charset="0"/>
              </a:rPr>
              <a:t>Hành động</a:t>
            </a:r>
            <a:br>
              <a:rPr lang="vi-VN" sz="2000" dirty="0">
                <a:solidFill>
                  <a:schemeClr val="accent2"/>
                </a:solidFill>
                <a:latin typeface="Calibri" pitchFamily="34" charset="0"/>
              </a:rPr>
            </a:br>
            <a:r>
              <a:rPr lang="vi-VN" sz="2000" dirty="0">
                <a:solidFill>
                  <a:schemeClr val="accent2"/>
                </a:solidFill>
                <a:latin typeface="Calibri" pitchFamily="34" charset="0"/>
              </a:rPr>
              <a:t>hợp lý</a:t>
            </a:r>
          </a:p>
        </p:txBody>
      </p:sp>
      <p:pic>
        <p:nvPicPr>
          <p:cNvPr id="2" name="Picture 1"/>
          <p:cNvPicPr>
            <a:picLocks noChangeAspect="1" noChangeArrowheads="1"/>
          </p:cNvPicPr>
          <p:nvPr/>
        </p:nvPicPr>
        <p:blipFill>
          <a:blip r:embed="rId3" cstate="print">
            <a:extLst>
              <a:ext uri="{28A0092B-C50C-407E-A947-70E740481C1C}">
                <a14:useLocalDpi xmlns:a14="http://schemas.microsoft.com/office/drawing/2010/main" val="0"/>
              </a:ext>
            </a:extLst>
          </a:blip>
          <a:stretch>
            <a:fillRect/>
          </a:stretch>
        </p:blipFill>
        <p:spPr bwMode="auto">
          <a:xfrm>
            <a:off x="2514600" y="1657350"/>
            <a:ext cx="4064000" cy="3048000"/>
          </a:xfrm>
          <a:prstGeom prst="rect">
            <a:avLst/>
          </a:prstGeom>
          <a:noFill/>
        </p:spPr>
      </p:pic>
      <p:sp>
        <p:nvSpPr>
          <p:cNvPr id="11" name="Rectangle 10"/>
          <p:cNvSpPr/>
          <p:nvPr/>
        </p:nvSpPr>
        <p:spPr>
          <a:xfrm>
            <a:off x="381000" y="1657350"/>
            <a:ext cx="4191000" cy="158686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dirty="0"/>
          </a:p>
        </p:txBody>
      </p:sp>
      <p:sp>
        <p:nvSpPr>
          <p:cNvPr id="12" name="Rectangle 11"/>
          <p:cNvSpPr/>
          <p:nvPr/>
        </p:nvSpPr>
        <p:spPr>
          <a:xfrm>
            <a:off x="4495800" y="1657350"/>
            <a:ext cx="4191000" cy="167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dirty="0"/>
          </a:p>
        </p:txBody>
      </p:sp>
      <p:sp>
        <p:nvSpPr>
          <p:cNvPr id="13" name="Rectangle 12"/>
          <p:cNvSpPr/>
          <p:nvPr/>
        </p:nvSpPr>
        <p:spPr>
          <a:xfrm>
            <a:off x="381000" y="3181350"/>
            <a:ext cx="4191000" cy="167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dirty="0"/>
          </a:p>
        </p:txBody>
      </p:sp>
      <p:sp>
        <p:nvSpPr>
          <p:cNvPr id="14" name="Rectangle 13"/>
          <p:cNvSpPr/>
          <p:nvPr/>
        </p:nvSpPr>
        <p:spPr>
          <a:xfrm>
            <a:off x="4419600" y="3181350"/>
            <a:ext cx="4191000" cy="167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dirty="0"/>
          </a:p>
        </p:txBody>
      </p:sp>
    </p:spTree>
    <p:extLst>
      <p:ext uri="{BB962C8B-B14F-4D97-AF65-F5344CB8AC3E}">
        <p14:creationId xmlns:p14="http://schemas.microsoft.com/office/powerpoint/2010/main" val="705450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0" nodeType="clickEffect">
                                  <p:stCondLst>
                                    <p:cond delay="0"/>
                                  </p:stCondLst>
                                  <p:childTnLst>
                                    <p:set>
                                      <p:cBhvr>
                                        <p:cTn id="10" dur="1" fill="hold">
                                          <p:stCondLst>
                                            <p:cond delay="0"/>
                                          </p:stCondLst>
                                        </p:cTn>
                                        <p:tgtEl>
                                          <p:spTgt spid="13"/>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grpId="0" nodeType="clickEffect">
                                  <p:stCondLst>
                                    <p:cond delay="0"/>
                                  </p:stCondLst>
                                  <p:childTnLst>
                                    <p:set>
                                      <p:cBhvr>
                                        <p:cTn id="18" dur="1" fill="hold">
                                          <p:stCondLst>
                                            <p:cond delay="0"/>
                                          </p:stCondLst>
                                        </p:cTn>
                                        <p:tgtEl>
                                          <p:spTgt spid="1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Rectangle 4"/>
          <p:cNvSpPr>
            <a:spLocks noGrp="1" noChangeArrowheads="1"/>
          </p:cNvSpPr>
          <p:nvPr>
            <p:ph type="title"/>
          </p:nvPr>
        </p:nvSpPr>
        <p:spPr/>
        <p:txBody>
          <a:bodyPr rIns="99058"/>
          <a:lstStyle/>
          <a:p>
            <a:r>
              <a:rPr lang="vi-VN" dirty="0"/>
              <a:t>Quyết định hợp lý</a:t>
            </a:r>
          </a:p>
        </p:txBody>
      </p:sp>
      <p:sp>
        <p:nvSpPr>
          <p:cNvPr id="12292" name="Rectangle 5"/>
          <p:cNvSpPr>
            <a:spLocks/>
          </p:cNvSpPr>
          <p:nvPr/>
        </p:nvSpPr>
        <p:spPr bwMode="auto">
          <a:xfrm>
            <a:off x="1524000" y="1123950"/>
            <a:ext cx="6858000" cy="2362200"/>
          </a:xfrm>
          <a:prstGeom prst="rect">
            <a:avLst/>
          </a:prstGeom>
          <a:noFill/>
          <a:ln w="12700">
            <a:noFill/>
            <a:miter lim="800000"/>
            <a:headEnd/>
            <a:tailEnd/>
          </a:ln>
        </p:spPr>
        <p:txBody>
          <a:bodyPr lIns="0" tIns="0" rIns="30479" bIns="0"/>
          <a:lstStyle/>
          <a:p>
            <a:pPr marL="29765">
              <a:spcBef>
                <a:spcPts val="750"/>
              </a:spcBef>
            </a:pPr>
            <a:r>
              <a:rPr lang="vi-VN" dirty="0">
                <a:latin typeface="Calibri" pitchFamily="34" charset="0"/>
                <a:cs typeface="Arial" charset="0"/>
              </a:rPr>
              <a:t>Định nghĩa sự hợp lý</a:t>
            </a:r>
          </a:p>
          <a:p>
            <a:pPr marL="372657" lvl="1">
              <a:spcBef>
                <a:spcPts val="750"/>
              </a:spcBef>
              <a:buSzPct val="125000"/>
              <a:buFont typeface="Wingdings" pitchFamily="2" charset="2"/>
              <a:buChar char="§"/>
            </a:pPr>
            <a:r>
              <a:rPr lang="vi-VN" dirty="0">
                <a:latin typeface="Calibri" pitchFamily="34" charset="0"/>
                <a:cs typeface="Arial" charset="0"/>
              </a:rPr>
              <a:t> Hợp lý = đạt mục tiêu định trước một cách tốt nhất</a:t>
            </a:r>
            <a:endParaRPr lang="vi-VN" i="1" dirty="0">
              <a:latin typeface="Calibri" pitchFamily="34" charset="0"/>
              <a:cs typeface="Arial" charset="0"/>
            </a:endParaRPr>
          </a:p>
          <a:p>
            <a:pPr marL="372657" lvl="1">
              <a:spcBef>
                <a:spcPts val="750"/>
              </a:spcBef>
              <a:buSzPct val="125000"/>
              <a:buFont typeface="Wingdings" pitchFamily="2" charset="2"/>
              <a:buChar char="§"/>
            </a:pPr>
            <a:r>
              <a:rPr lang="vi-VN" dirty="0">
                <a:latin typeface="Calibri" pitchFamily="34" charset="0"/>
                <a:cs typeface="Arial" charset="0"/>
              </a:rPr>
              <a:t> Sự hợp lý chỉ phụ thuộc vào kết quả</a:t>
            </a:r>
          </a:p>
          <a:p>
            <a:pPr marL="715548" lvl="2">
              <a:spcBef>
                <a:spcPts val="750"/>
              </a:spcBef>
              <a:buSzPct val="125000"/>
              <a:buFont typeface="Wingdings" pitchFamily="2" charset="2"/>
              <a:buChar char="§"/>
            </a:pPr>
            <a:r>
              <a:rPr lang="vi-VN" dirty="0">
                <a:latin typeface="Calibri" pitchFamily="34" charset="0"/>
                <a:cs typeface="Arial" charset="0"/>
              </a:rPr>
              <a:t> Quá trình để đạt kết quả không phải vấn đề quan tâm?</a:t>
            </a:r>
          </a:p>
          <a:p>
            <a:pPr marL="372657" lvl="1">
              <a:spcBef>
                <a:spcPts val="750"/>
              </a:spcBef>
              <a:buSzPct val="125000"/>
              <a:buFont typeface="Wingdings" pitchFamily="2" charset="2"/>
              <a:buChar char="§"/>
            </a:pPr>
            <a:r>
              <a:rPr lang="vi-VN" dirty="0">
                <a:latin typeface="Calibri" pitchFamily="34" charset="0"/>
                <a:cs typeface="Arial" charset="0"/>
              </a:rPr>
              <a:t> Mục tiêu = Lợi ích của kết quả</a:t>
            </a:r>
          </a:p>
          <a:p>
            <a:pPr marL="372657" lvl="1">
              <a:spcBef>
                <a:spcPts val="750"/>
              </a:spcBef>
              <a:buClr>
                <a:srgbClr val="1212D2"/>
              </a:buClr>
              <a:buSzPct val="125000"/>
              <a:buFont typeface="Wingdings" pitchFamily="2" charset="2"/>
              <a:buChar char="§"/>
            </a:pPr>
            <a:r>
              <a:rPr lang="vi-VN" dirty="0">
                <a:solidFill>
                  <a:srgbClr val="1212D2"/>
                </a:solidFill>
                <a:latin typeface="Calibri" pitchFamily="34" charset="0"/>
                <a:cs typeface="Arial" charset="0"/>
              </a:rPr>
              <a:t> Tính hợp lý của một giải pháp = Cực đại hóa lợi ích</a:t>
            </a:r>
            <a:endParaRPr lang="vi-VN" b="1" dirty="0">
              <a:solidFill>
                <a:srgbClr val="1212D2"/>
              </a:solidFill>
              <a:latin typeface="Calibri" pitchFamily="34" charset="0"/>
              <a:cs typeface="Arial" charset="0"/>
            </a:endParaRPr>
          </a:p>
        </p:txBody>
      </p:sp>
      <p:sp>
        <p:nvSpPr>
          <p:cNvPr id="24582" name="Rectangle 6"/>
          <p:cNvSpPr>
            <a:spLocks/>
          </p:cNvSpPr>
          <p:nvPr/>
        </p:nvSpPr>
        <p:spPr bwMode="auto">
          <a:xfrm>
            <a:off x="0" y="3714750"/>
            <a:ext cx="9144000" cy="714375"/>
          </a:xfrm>
          <a:prstGeom prst="rect">
            <a:avLst/>
          </a:prstGeom>
          <a:noFill/>
          <a:ln w="12700">
            <a:noFill/>
            <a:miter lim="800000"/>
            <a:headEnd/>
            <a:tailEnd/>
          </a:ln>
        </p:spPr>
        <p:txBody>
          <a:bodyPr lIns="0" tIns="0" rIns="30479" bIns="0"/>
          <a:lstStyle/>
          <a:p>
            <a:pPr marL="29765" algn="ctr">
              <a:spcBef>
                <a:spcPts val="750"/>
              </a:spcBef>
            </a:pPr>
            <a:r>
              <a:rPr lang="en-US" sz="2000" dirty="0" err="1">
                <a:latin typeface="Calibri" pitchFamily="34" charset="0"/>
                <a:cs typeface="Arial" charset="0"/>
              </a:rPr>
              <a:t>Có</a:t>
            </a:r>
            <a:r>
              <a:rPr lang="en-US" sz="2000" dirty="0">
                <a:latin typeface="Calibri" pitchFamily="34" charset="0"/>
                <a:cs typeface="Arial" charset="0"/>
              </a:rPr>
              <a:t> </a:t>
            </a:r>
            <a:r>
              <a:rPr lang="en-US" sz="2000" dirty="0" err="1">
                <a:latin typeface="Calibri" pitchFamily="34" charset="0"/>
                <a:cs typeface="Arial" charset="0"/>
              </a:rPr>
              <a:t>thể</a:t>
            </a:r>
            <a:r>
              <a:rPr lang="en-US" sz="2000" dirty="0">
                <a:latin typeface="Calibri" pitchFamily="34" charset="0"/>
                <a:cs typeface="Arial" charset="0"/>
              </a:rPr>
              <a:t> </a:t>
            </a:r>
            <a:r>
              <a:rPr lang="en-US" sz="2000" dirty="0" err="1">
                <a:latin typeface="Calibri" pitchFamily="34" charset="0"/>
                <a:cs typeface="Arial" charset="0"/>
              </a:rPr>
              <a:t>xem</a:t>
            </a:r>
            <a:r>
              <a:rPr lang="en-US" sz="2000" dirty="0">
                <a:latin typeface="Calibri" pitchFamily="34" charset="0"/>
                <a:cs typeface="Arial" charset="0"/>
              </a:rPr>
              <a:t> AI </a:t>
            </a:r>
            <a:r>
              <a:rPr lang="en-US" sz="2000" dirty="0" err="1">
                <a:latin typeface="Calibri" pitchFamily="34" charset="0"/>
                <a:cs typeface="Arial" charset="0"/>
              </a:rPr>
              <a:t>là</a:t>
            </a:r>
            <a:r>
              <a:rPr lang="vi-VN" sz="2000" dirty="0">
                <a:latin typeface="Calibri" pitchFamily="34" charset="0"/>
                <a:cs typeface="Arial" charset="0"/>
              </a:rPr>
              <a:t>:</a:t>
            </a:r>
          </a:p>
          <a:p>
            <a:pPr marL="29765" algn="ctr">
              <a:spcBef>
                <a:spcPts val="750"/>
              </a:spcBef>
            </a:pPr>
            <a:r>
              <a:rPr lang="vi-VN" sz="2800" b="1" dirty="0">
                <a:solidFill>
                  <a:srgbClr val="1212D2"/>
                </a:solidFill>
                <a:latin typeface="Calibri" pitchFamily="34" charset="0"/>
                <a:cs typeface="Arial" charset="0"/>
              </a:rPr>
              <a:t>Sự hợp lý tính </a:t>
            </a:r>
            <a:r>
              <a:rPr lang="en-US" sz="2800" b="1" dirty="0" err="1">
                <a:solidFill>
                  <a:srgbClr val="1212D2"/>
                </a:solidFill>
                <a:latin typeface="Calibri" pitchFamily="34" charset="0"/>
                <a:cs typeface="Arial" charset="0"/>
              </a:rPr>
              <a:t>toán</a:t>
            </a:r>
            <a:r>
              <a:rPr lang="en-US" sz="2800" b="1" dirty="0">
                <a:solidFill>
                  <a:srgbClr val="1212D2"/>
                </a:solidFill>
                <a:latin typeface="Calibri" pitchFamily="34" charset="0"/>
                <a:cs typeface="Arial" charset="0"/>
              </a:rPr>
              <a:t> </a:t>
            </a:r>
            <a:r>
              <a:rPr lang="en-US" sz="2800" b="1" dirty="0" err="1">
                <a:solidFill>
                  <a:srgbClr val="1212D2"/>
                </a:solidFill>
                <a:latin typeface="Calibri" pitchFamily="34" charset="0"/>
                <a:cs typeface="Arial" charset="0"/>
              </a:rPr>
              <a:t>được</a:t>
            </a:r>
            <a:r>
              <a:rPr lang="en-US" sz="2800" b="1" dirty="0">
                <a:solidFill>
                  <a:srgbClr val="1212D2"/>
                </a:solidFill>
                <a:latin typeface="Calibri" pitchFamily="34" charset="0"/>
                <a:cs typeface="Arial" charset="0"/>
              </a:rPr>
              <a:t> </a:t>
            </a:r>
            <a:r>
              <a:rPr lang="vi-VN" sz="2800" b="1" dirty="0">
                <a:solidFill>
                  <a:srgbClr val="1212D2"/>
                </a:solidFill>
                <a:latin typeface="Calibri" pitchFamily="34" charset="0"/>
                <a:cs typeface="Arial" charset="0"/>
              </a:rPr>
              <a:t>(computational rationality)</a:t>
            </a:r>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a:spLocks noChangeArrowheads="1"/>
          </p:cNvSpPr>
          <p:nvPr/>
        </p:nvSpPr>
        <p:spPr bwMode="auto">
          <a:xfrm>
            <a:off x="0" y="514350"/>
            <a:ext cx="9144000" cy="2100573"/>
          </a:xfrm>
          <a:prstGeom prst="rect">
            <a:avLst/>
          </a:prstGeom>
          <a:noFill/>
          <a:ln w="9525">
            <a:noFill/>
            <a:miter lim="800000"/>
            <a:headEnd/>
            <a:tailEnd/>
          </a:ln>
        </p:spPr>
        <p:txBody>
          <a:bodyPr wrap="square" lIns="68579" tIns="34289" rIns="68579" bIns="34289">
            <a:spAutoFit/>
          </a:bodyPr>
          <a:lstStyle/>
          <a:p>
            <a:pPr algn="ctr"/>
            <a:r>
              <a:rPr lang="vi-VN" sz="6600" dirty="0">
                <a:latin typeface="Calibri" pitchFamily="34" charset="0"/>
              </a:rPr>
              <a:t>Cực đại hóa</a:t>
            </a:r>
            <a:br>
              <a:rPr lang="vi-VN" sz="6600" dirty="0">
                <a:latin typeface="Calibri" pitchFamily="34" charset="0"/>
              </a:rPr>
            </a:br>
            <a:r>
              <a:rPr lang="vi-VN" sz="6600" dirty="0">
                <a:latin typeface="Calibri" pitchFamily="34" charset="0"/>
              </a:rPr>
              <a:t>lợi ích</a:t>
            </a:r>
          </a:p>
        </p:txBody>
      </p:sp>
      <p:pic>
        <p:nvPicPr>
          <p:cNvPr id="4" name="Picture 1"/>
          <p:cNvPicPr>
            <a:picLocks noChangeAspect="1" noChangeArrowheads="1"/>
          </p:cNvPicPr>
          <p:nvPr/>
        </p:nvPicPr>
        <p:blipFill>
          <a:blip r:embed="rId2" cstate="print"/>
          <a:srcRect/>
          <a:stretch>
            <a:fillRect/>
          </a:stretch>
        </p:blipFill>
        <p:spPr bwMode="auto">
          <a:xfrm>
            <a:off x="2916936" y="2647950"/>
            <a:ext cx="3308913" cy="2162175"/>
          </a:xfrm>
          <a:prstGeom prst="rect">
            <a:avLst/>
          </a:prstGeom>
          <a:noFill/>
          <a:ln w="9525">
            <a:noFill/>
            <a:miter lim="800000"/>
            <a:headEnd/>
            <a:tailEnd/>
          </a:ln>
          <a:effec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PhAnim="0" show="0">
  <p:cSld>
    <p:spTree>
      <p:nvGrpSpPr>
        <p:cNvPr id="1" name=""/>
        <p:cNvGrpSpPr/>
        <p:nvPr/>
      </p:nvGrpSpPr>
      <p:grpSpPr>
        <a:xfrm>
          <a:off x="0" y="0"/>
          <a:ext cx="0" cy="0"/>
          <a:chOff x="0" y="0"/>
          <a:chExt cx="0" cy="0"/>
        </a:xfrm>
      </p:grpSpPr>
      <p:pic>
        <p:nvPicPr>
          <p:cNvPr id="30722" name="Picture 2" descr="http://upload.wikimedia.org/wikipedia/commons/thumb/1/1a/Gray728.svg/1000px-Gray728.svg.png"/>
          <p:cNvPicPr>
            <a:picLocks noChangeAspect="1" noChangeArrowheads="1"/>
          </p:cNvPicPr>
          <p:nvPr/>
        </p:nvPicPr>
        <p:blipFill>
          <a:blip r:embed="rId2" cstate="print"/>
          <a:srcRect/>
          <a:stretch>
            <a:fillRect/>
          </a:stretch>
        </p:blipFill>
        <p:spPr bwMode="auto">
          <a:xfrm>
            <a:off x="4648200" y="1200150"/>
            <a:ext cx="4114800" cy="2937967"/>
          </a:xfrm>
          <a:prstGeom prst="rect">
            <a:avLst/>
          </a:prstGeom>
          <a:noFill/>
        </p:spPr>
      </p:pic>
      <p:pic>
        <p:nvPicPr>
          <p:cNvPr id="6" name="Picture 3"/>
          <p:cNvPicPr preferRelativeResize="0">
            <a:picLocks noChangeArrowheads="1"/>
          </p:cNvPicPr>
          <p:nvPr/>
        </p:nvPicPr>
        <p:blipFill>
          <a:blip r:embed="rId3">
            <a:extLst>
              <a:ext uri="{28A0092B-C50C-407E-A947-70E740481C1C}">
                <a14:useLocalDpi xmlns:a14="http://schemas.microsoft.com/office/drawing/2010/main" val="0"/>
              </a:ext>
            </a:extLst>
          </a:blip>
          <a:stretch>
            <a:fillRect/>
          </a:stretch>
        </p:blipFill>
        <p:spPr bwMode="auto">
          <a:xfrm flipH="1">
            <a:off x="4038979" y="971549"/>
            <a:ext cx="5028440" cy="3774374"/>
          </a:xfrm>
          <a:prstGeom prst="rect">
            <a:avLst/>
          </a:prstGeom>
          <a:noFill/>
        </p:spPr>
      </p:pic>
      <p:sp>
        <p:nvSpPr>
          <p:cNvPr id="14340" name="Rectangle 5"/>
          <p:cNvSpPr>
            <a:spLocks noGrp="1" noChangeArrowheads="1"/>
          </p:cNvSpPr>
          <p:nvPr>
            <p:ph type="title"/>
          </p:nvPr>
        </p:nvSpPr>
        <p:spPr/>
        <p:txBody>
          <a:bodyPr rIns="99058"/>
          <a:lstStyle/>
          <a:p>
            <a:r>
              <a:rPr lang="vi-VN" dirty="0"/>
              <a:t>Khả năng của bộ não con người</a:t>
            </a:r>
          </a:p>
        </p:txBody>
      </p:sp>
      <p:sp>
        <p:nvSpPr>
          <p:cNvPr id="5" name="Content Placeholder 2"/>
          <p:cNvSpPr txBox="1">
            <a:spLocks/>
          </p:cNvSpPr>
          <p:nvPr/>
        </p:nvSpPr>
        <p:spPr bwMode="auto">
          <a:xfrm>
            <a:off x="304800" y="1047750"/>
            <a:ext cx="4648200" cy="3774374"/>
          </a:xfrm>
          <a:prstGeom prst="rect">
            <a:avLst/>
          </a:prstGeom>
          <a:noFill/>
          <a:ln w="9525">
            <a:noFill/>
            <a:miter lim="800000"/>
            <a:headEnd/>
            <a:tailEnd/>
          </a:ln>
        </p:spPr>
        <p:txBody>
          <a:bodyPr vert="horz" wrap="square" lIns="68579" tIns="34289" rIns="68579" bIns="34289" numCol="1" anchor="t" anchorCtr="0" compatLnSpc="1">
            <a:prstTxWarp prst="textNoShape">
              <a:avLst/>
            </a:prstTxWarp>
          </a:bodyPr>
          <a:lstStyle/>
          <a:p>
            <a:pPr marL="257168" lvl="0" indent="-257168" eaLnBrk="0" hangingPunct="0">
              <a:spcBef>
                <a:spcPct val="20000"/>
              </a:spcBef>
              <a:buClr>
                <a:schemeClr val="accent2"/>
              </a:buClr>
              <a:buFont typeface="Wingdings" pitchFamily="2" charset="2"/>
              <a:buChar char="§"/>
            </a:pPr>
            <a:r>
              <a:rPr lang="vi-VN" sz="2000" kern="0" dirty="0">
                <a:solidFill>
                  <a:schemeClr val="accent2"/>
                </a:solidFill>
                <a:latin typeface="Calibri" pitchFamily="34" charset="0"/>
              </a:rPr>
              <a:t>Bộ não con người ra quyết định hợp lý rất tốt (nhưng chưa chắc là quyết định hoàn hảo)</a:t>
            </a:r>
          </a:p>
          <a:p>
            <a:pPr marL="257168" lvl="0" indent="-257168" eaLnBrk="0" hangingPunct="0">
              <a:spcBef>
                <a:spcPct val="20000"/>
              </a:spcBef>
              <a:buClr>
                <a:schemeClr val="accent2"/>
              </a:buClr>
              <a:buFont typeface="Wingdings" pitchFamily="2" charset="2"/>
              <a:buChar char="§"/>
            </a:pPr>
            <a:r>
              <a:rPr lang="vi-VN" sz="2000" kern="0" dirty="0">
                <a:solidFill>
                  <a:schemeClr val="accent2"/>
                </a:solidFill>
                <a:latin typeface="Calibri" pitchFamily="34" charset="0"/>
              </a:rPr>
              <a:t>Bộ não không phân chia thành mô-đun như phần mềm!</a:t>
            </a:r>
          </a:p>
          <a:p>
            <a:pPr marL="257168" lvl="0" indent="-257168" eaLnBrk="0" hangingPunct="0">
              <a:spcBef>
                <a:spcPct val="20000"/>
              </a:spcBef>
              <a:buClr>
                <a:schemeClr val="accent2"/>
              </a:buClr>
              <a:buFont typeface="Wingdings" pitchFamily="2" charset="2"/>
              <a:buChar char="§"/>
            </a:pPr>
            <a:r>
              <a:rPr lang="vi-VN" sz="2000" kern="0" dirty="0">
                <a:solidFill>
                  <a:schemeClr val="accent2"/>
                </a:solidFill>
                <a:latin typeface="Calibri" pitchFamily="34" charset="0"/>
              </a:rPr>
              <a:t>“Bộ não với trí tuệ như là đôi cánh với khả năng bay lượn”</a:t>
            </a:r>
          </a:p>
          <a:p>
            <a:pPr marL="257168" lvl="0" indent="-257168" eaLnBrk="0" hangingPunct="0">
              <a:spcBef>
                <a:spcPct val="20000"/>
              </a:spcBef>
              <a:buClr>
                <a:schemeClr val="accent2"/>
              </a:buClr>
              <a:buFont typeface="Wingdings" pitchFamily="2" charset="2"/>
              <a:buChar char="§"/>
            </a:pPr>
            <a:r>
              <a:rPr lang="vi-VN" sz="2000" kern="0" dirty="0">
                <a:solidFill>
                  <a:schemeClr val="accent2"/>
                </a:solidFill>
                <a:latin typeface="Calibri" pitchFamily="34" charset="0"/>
              </a:rPr>
              <a:t>Bài học từ bộ não</a:t>
            </a:r>
          </a:p>
          <a:p>
            <a:pPr marL="600060" lvl="1" indent="-257168" eaLnBrk="0" hangingPunct="0">
              <a:spcBef>
                <a:spcPct val="20000"/>
              </a:spcBef>
              <a:buClr>
                <a:schemeClr val="accent2"/>
              </a:buClr>
              <a:buFont typeface="Wingdings" pitchFamily="2" charset="2"/>
              <a:buChar char="§"/>
            </a:pPr>
            <a:r>
              <a:rPr lang="vi-VN" sz="2000" kern="0" dirty="0">
                <a:solidFill>
                  <a:schemeClr val="accent2"/>
                </a:solidFill>
                <a:latin typeface="Calibri" pitchFamily="34" charset="0"/>
              </a:rPr>
              <a:t>Bộ nhớ</a:t>
            </a:r>
          </a:p>
          <a:p>
            <a:pPr marL="600060" lvl="1" indent="-257168" eaLnBrk="0" hangingPunct="0">
              <a:spcBef>
                <a:spcPct val="20000"/>
              </a:spcBef>
              <a:buClr>
                <a:schemeClr val="accent2"/>
              </a:buClr>
              <a:buFont typeface="Wingdings" pitchFamily="2" charset="2"/>
              <a:buChar char="§"/>
            </a:pPr>
            <a:r>
              <a:rPr lang="vi-VN" sz="2000" kern="0" dirty="0">
                <a:solidFill>
                  <a:schemeClr val="accent2"/>
                </a:solidFill>
                <a:latin typeface="Calibri" pitchFamily="34" charset="0"/>
              </a:rPr>
              <a:t>Khả năng mô phỏng</a:t>
            </a:r>
          </a:p>
          <a:p>
            <a:pPr eaLnBrk="0" hangingPunct="0">
              <a:spcBef>
                <a:spcPct val="20000"/>
              </a:spcBef>
              <a:buClr>
                <a:schemeClr val="accent2"/>
              </a:buClr>
            </a:pPr>
            <a:r>
              <a:rPr lang="vi-VN" sz="2000" kern="0" dirty="0">
                <a:solidFill>
                  <a:schemeClr val="accent2"/>
                </a:solidFill>
                <a:latin typeface="Calibri" pitchFamily="34" charset="0"/>
              </a:rPr>
              <a:t>ảnh hưởng lớn đến khả năng ra quyết định</a:t>
            </a:r>
          </a:p>
        </p:txBody>
      </p:sp>
    </p:spTree>
    <p:extLst>
      <p:ext uri="{BB962C8B-B14F-4D97-AF65-F5344CB8AC3E}">
        <p14:creationId xmlns:p14="http://schemas.microsoft.com/office/powerpoint/2010/main" val="1582618629"/>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 name="Rectangle 2"/>
          <p:cNvSpPr>
            <a:spLocks noGrp="1" noChangeArrowheads="1"/>
          </p:cNvSpPr>
          <p:nvPr>
            <p:ph type="title"/>
          </p:nvPr>
        </p:nvSpPr>
        <p:spPr/>
        <p:txBody>
          <a:bodyPr/>
          <a:lstStyle/>
          <a:p>
            <a:pPr eaLnBrk="1" hangingPunct="1"/>
            <a:r>
              <a:rPr lang="vi-VN">
                <a:solidFill>
                  <a:schemeClr val="tx1"/>
                </a:solidFill>
              </a:rPr>
              <a:t>Lịch sử ngành TTNT</a:t>
            </a:r>
          </a:p>
        </p:txBody>
      </p:sp>
      <p:pic>
        <p:nvPicPr>
          <p:cNvPr id="6" name="Picture 1"/>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3276600" y="1123950"/>
            <a:ext cx="2630807" cy="3657598"/>
          </a:xfrm>
          <a:prstGeom prst="rect">
            <a:avLst/>
          </a:prstGeom>
          <a:noFill/>
        </p:spPr>
      </p:pic>
    </p:spTree>
    <p:extLst>
      <p:ext uri="{BB962C8B-B14F-4D97-AF65-F5344CB8AC3E}">
        <p14:creationId xmlns:p14="http://schemas.microsoft.com/office/powerpoint/2010/main" val="101142810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5735ED-467F-C940-A1AF-A6606455BCD5}"/>
              </a:ext>
            </a:extLst>
          </p:cNvPr>
          <p:cNvSpPr>
            <a:spLocks noGrp="1"/>
          </p:cNvSpPr>
          <p:nvPr>
            <p:ph type="title"/>
          </p:nvPr>
        </p:nvSpPr>
        <p:spPr/>
        <p:txBody>
          <a:bodyPr/>
          <a:lstStyle/>
          <a:p>
            <a:r>
              <a:rPr lang="en-US" dirty="0" err="1"/>
              <a:t>Chơi</a:t>
            </a:r>
            <a:r>
              <a:rPr lang="en-US" dirty="0"/>
              <a:t> </a:t>
            </a:r>
            <a:r>
              <a:rPr lang="en-US" dirty="0" err="1"/>
              <a:t>cờ</a:t>
            </a:r>
            <a:endParaRPr lang="en-US" dirty="0"/>
          </a:p>
        </p:txBody>
      </p:sp>
      <p:sp>
        <p:nvSpPr>
          <p:cNvPr id="3" name="Content Placeholder 2">
            <a:extLst>
              <a:ext uri="{FF2B5EF4-FFF2-40B4-BE49-F238E27FC236}">
                <a16:creationId xmlns:a16="http://schemas.microsoft.com/office/drawing/2014/main" id="{469B0235-3691-7740-90C2-7A2A25421E0D}"/>
              </a:ext>
            </a:extLst>
          </p:cNvPr>
          <p:cNvSpPr>
            <a:spLocks noGrp="1"/>
          </p:cNvSpPr>
          <p:nvPr>
            <p:ph idx="1"/>
          </p:nvPr>
        </p:nvSpPr>
        <p:spPr/>
        <p:txBody>
          <a:bodyPr/>
          <a:lstStyle/>
          <a:p>
            <a:pPr marL="0" indent="0">
              <a:buNone/>
            </a:pPr>
            <a:r>
              <a:rPr lang="en-US" dirty="0"/>
              <a:t>Claude Shannon proposed the first chess playing program in 1950. It included </a:t>
            </a:r>
            <a:r>
              <a:rPr lang="en-US" dirty="0">
                <a:solidFill>
                  <a:srgbClr val="FF0000"/>
                </a:solidFill>
              </a:rPr>
              <a:t>adversarial search and minimax</a:t>
            </a:r>
            <a:r>
              <a:rPr lang="en-US" dirty="0"/>
              <a:t>. It also included many </a:t>
            </a:r>
            <a:r>
              <a:rPr lang="en-US" dirty="0">
                <a:solidFill>
                  <a:srgbClr val="FF0000"/>
                </a:solidFill>
              </a:rPr>
              <a:t>heuristics</a:t>
            </a:r>
            <a:r>
              <a:rPr lang="en-US" dirty="0"/>
              <a:t> for faster searching.</a:t>
            </a:r>
          </a:p>
        </p:txBody>
      </p:sp>
      <p:pic>
        <p:nvPicPr>
          <p:cNvPr id="6146" name="Picture 2">
            <a:extLst>
              <a:ext uri="{FF2B5EF4-FFF2-40B4-BE49-F238E27FC236}">
                <a16:creationId xmlns:a16="http://schemas.microsoft.com/office/drawing/2014/main" id="{54A2611B-D1D1-8A42-BA60-92CFD16B38C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4074" y="2858903"/>
            <a:ext cx="3764768" cy="1529655"/>
          </a:xfrm>
          <a:prstGeom prst="rect">
            <a:avLst/>
          </a:prstGeom>
          <a:noFill/>
          <a:extLst>
            <a:ext uri="{909E8E84-426E-40DD-AFC4-6F175D3DCCD1}">
              <a14:hiddenFill xmlns:a14="http://schemas.microsoft.com/office/drawing/2010/main">
                <a:solidFill>
                  <a:srgbClr val="FFFFFF"/>
                </a:solidFill>
              </a14:hiddenFill>
            </a:ext>
          </a:extLst>
        </p:spPr>
      </p:pic>
      <p:pic>
        <p:nvPicPr>
          <p:cNvPr id="6148" name="Picture 4">
            <a:extLst>
              <a:ext uri="{FF2B5EF4-FFF2-40B4-BE49-F238E27FC236}">
                <a16:creationId xmlns:a16="http://schemas.microsoft.com/office/drawing/2014/main" id="{C9BF09EA-1AB2-5B45-AD06-E1E6F1EDCDD5}"/>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2927" r="14561"/>
          <a:stretch/>
        </p:blipFill>
        <p:spPr bwMode="auto">
          <a:xfrm>
            <a:off x="3600450" y="2707438"/>
            <a:ext cx="2324100" cy="2062163"/>
          </a:xfrm>
          <a:prstGeom prst="rect">
            <a:avLst/>
          </a:prstGeom>
          <a:noFill/>
          <a:extLst>
            <a:ext uri="{909E8E84-426E-40DD-AFC4-6F175D3DCCD1}">
              <a14:hiddenFill xmlns:a14="http://schemas.microsoft.com/office/drawing/2010/main">
                <a:solidFill>
                  <a:srgbClr val="FFFFFF"/>
                </a:solidFill>
              </a14:hiddenFill>
            </a:ext>
          </a:extLst>
        </p:spPr>
      </p:pic>
      <p:pic>
        <p:nvPicPr>
          <p:cNvPr id="6150" name="Picture 6">
            <a:extLst>
              <a:ext uri="{FF2B5EF4-FFF2-40B4-BE49-F238E27FC236}">
                <a16:creationId xmlns:a16="http://schemas.microsoft.com/office/drawing/2014/main" id="{8F648D61-EB89-7F4C-A3C1-E31D4137361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26549" y="2707438"/>
            <a:ext cx="2862263" cy="16412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8498484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 name="Rectangle 2"/>
          <p:cNvSpPr>
            <a:spLocks noGrp="1" noChangeArrowheads="1"/>
          </p:cNvSpPr>
          <p:nvPr>
            <p:ph type="title"/>
          </p:nvPr>
        </p:nvSpPr>
        <p:spPr/>
        <p:txBody>
          <a:bodyPr/>
          <a:lstStyle/>
          <a:p>
            <a:pPr eaLnBrk="1" hangingPunct="1"/>
            <a:r>
              <a:rPr lang="en-US" dirty="0" err="1">
                <a:solidFill>
                  <a:schemeClr val="tx1"/>
                </a:solidFill>
              </a:rPr>
              <a:t>Lịch</a:t>
            </a:r>
            <a:r>
              <a:rPr lang="en-US" dirty="0">
                <a:solidFill>
                  <a:schemeClr val="tx1"/>
                </a:solidFill>
              </a:rPr>
              <a:t> </a:t>
            </a:r>
            <a:r>
              <a:rPr lang="en-US" dirty="0" err="1">
                <a:solidFill>
                  <a:schemeClr val="tx1"/>
                </a:solidFill>
              </a:rPr>
              <a:t>sử</a:t>
            </a:r>
            <a:r>
              <a:rPr lang="en-US" dirty="0">
                <a:solidFill>
                  <a:schemeClr val="tx1"/>
                </a:solidFill>
              </a:rPr>
              <a:t> </a:t>
            </a:r>
            <a:r>
              <a:rPr lang="en-US" dirty="0" err="1">
                <a:solidFill>
                  <a:schemeClr val="tx1"/>
                </a:solidFill>
              </a:rPr>
              <a:t>ngành</a:t>
            </a:r>
            <a:r>
              <a:rPr lang="en-US" dirty="0">
                <a:solidFill>
                  <a:schemeClr val="tx1"/>
                </a:solidFill>
              </a:rPr>
              <a:t> TTNT</a:t>
            </a:r>
            <a:endParaRPr lang="vi-VN" dirty="0">
              <a:solidFill>
                <a:schemeClr val="tx1"/>
              </a:solidFill>
            </a:endParaRPr>
          </a:p>
        </p:txBody>
      </p:sp>
      <p:sp>
        <p:nvSpPr>
          <p:cNvPr id="569347" name="Rectangle 3"/>
          <p:cNvSpPr>
            <a:spLocks noGrp="1" noChangeArrowheads="1"/>
          </p:cNvSpPr>
          <p:nvPr>
            <p:ph type="body" idx="1"/>
          </p:nvPr>
        </p:nvSpPr>
        <p:spPr>
          <a:xfrm>
            <a:off x="457200" y="1085850"/>
            <a:ext cx="4876800" cy="3771900"/>
          </a:xfrm>
        </p:spPr>
        <p:txBody>
          <a:bodyPr/>
          <a:lstStyle/>
          <a:p>
            <a:pPr eaLnBrk="1" hangingPunct="1">
              <a:lnSpc>
                <a:spcPct val="80000"/>
              </a:lnSpc>
            </a:pPr>
            <a:r>
              <a:rPr lang="vi-VN" sz="1400" dirty="0"/>
              <a:t>1940-1950: Những ngày đầu</a:t>
            </a:r>
          </a:p>
          <a:p>
            <a:pPr lvl="1" eaLnBrk="1" hangingPunct="1">
              <a:lnSpc>
                <a:spcPct val="80000"/>
              </a:lnSpc>
            </a:pPr>
            <a:r>
              <a:rPr lang="vi-VN" sz="1200" dirty="0"/>
              <a:t>1943: McCulloch &amp; Pitts: Mạng boolean</a:t>
            </a:r>
          </a:p>
          <a:p>
            <a:pPr lvl="1" eaLnBrk="1" hangingPunct="1">
              <a:lnSpc>
                <a:spcPct val="80000"/>
              </a:lnSpc>
            </a:pPr>
            <a:r>
              <a:rPr lang="vi-VN" sz="1200" dirty="0"/>
              <a:t>1950: Bài báo “Computing Machinery and Intelligence” của Turing</a:t>
            </a:r>
          </a:p>
          <a:p>
            <a:pPr lvl="1" eaLnBrk="1" hangingPunct="1">
              <a:lnSpc>
                <a:spcPct val="80000"/>
              </a:lnSpc>
            </a:pPr>
            <a:endParaRPr lang="vi-VN" sz="600" dirty="0"/>
          </a:p>
          <a:p>
            <a:pPr eaLnBrk="1" hangingPunct="1">
              <a:lnSpc>
                <a:spcPct val="80000"/>
              </a:lnSpc>
            </a:pPr>
            <a:r>
              <a:rPr lang="vi-VN" sz="1400" dirty="0"/>
              <a:t>1950—70: Hứng thú: Look, Ma, no hands!</a:t>
            </a:r>
          </a:p>
          <a:p>
            <a:pPr lvl="1" eaLnBrk="1" hangingPunct="1">
              <a:lnSpc>
                <a:spcPct val="80000"/>
              </a:lnSpc>
            </a:pPr>
            <a:r>
              <a:rPr lang="vi-VN" sz="1200" dirty="0"/>
              <a:t>1950s: Các chương trình TTNT đầu tiên</a:t>
            </a:r>
          </a:p>
          <a:p>
            <a:pPr lvl="2" eaLnBrk="1" hangingPunct="1">
              <a:lnSpc>
                <a:spcPct val="80000"/>
              </a:lnSpc>
            </a:pPr>
            <a:r>
              <a:rPr lang="vi-VN" sz="900" dirty="0"/>
              <a:t>Samuel:  checkers </a:t>
            </a:r>
          </a:p>
          <a:p>
            <a:pPr lvl="2" eaLnBrk="1" hangingPunct="1">
              <a:lnSpc>
                <a:spcPct val="80000"/>
              </a:lnSpc>
            </a:pPr>
            <a:r>
              <a:rPr lang="vi-VN" sz="900" dirty="0"/>
              <a:t>Newell &amp; Simon, Gelernter: Máy logic (chứng minh)</a:t>
            </a:r>
          </a:p>
          <a:p>
            <a:pPr lvl="1" eaLnBrk="1" hangingPunct="1">
              <a:lnSpc>
                <a:spcPct val="80000"/>
              </a:lnSpc>
            </a:pPr>
            <a:r>
              <a:rPr lang="vi-VN" sz="1200" dirty="0"/>
              <a:t>1956: </a:t>
            </a:r>
            <a:r>
              <a:rPr lang="vi-VN" sz="1200" dirty="0">
                <a:solidFill>
                  <a:srgbClr val="FF0000"/>
                </a:solidFill>
              </a:rPr>
              <a:t>Hội thảo Dartmouth: khái niệm “Artificial Intelligence”</a:t>
            </a:r>
          </a:p>
          <a:p>
            <a:pPr lvl="1" eaLnBrk="1" hangingPunct="1">
              <a:lnSpc>
                <a:spcPct val="80000"/>
              </a:lnSpc>
            </a:pPr>
            <a:r>
              <a:rPr lang="vi-VN" sz="1200" dirty="0"/>
              <a:t>1965: Robinson: Thuật toán suy luận logic đầy đủ</a:t>
            </a:r>
          </a:p>
          <a:p>
            <a:pPr lvl="1" eaLnBrk="1" hangingPunct="1">
              <a:lnSpc>
                <a:spcPct val="80000"/>
              </a:lnSpc>
            </a:pPr>
            <a:endParaRPr lang="vi-VN" sz="600" dirty="0"/>
          </a:p>
          <a:p>
            <a:pPr eaLnBrk="1" hangingPunct="1">
              <a:lnSpc>
                <a:spcPct val="80000"/>
              </a:lnSpc>
            </a:pPr>
            <a:r>
              <a:rPr lang="vi-VN" sz="1400" dirty="0"/>
              <a:t>1970—90: Cách tiếp cận dựa trên tri thức</a:t>
            </a:r>
          </a:p>
          <a:p>
            <a:pPr lvl="1" eaLnBrk="1" hangingPunct="1">
              <a:lnSpc>
                <a:spcPct val="80000"/>
              </a:lnSpc>
            </a:pPr>
            <a:r>
              <a:rPr lang="vi-VN" sz="1200" dirty="0"/>
              <a:t>1969—79: Các hệ thống tri thức</a:t>
            </a:r>
          </a:p>
          <a:p>
            <a:pPr lvl="1" eaLnBrk="1" hangingPunct="1">
              <a:lnSpc>
                <a:spcPct val="80000"/>
              </a:lnSpc>
            </a:pPr>
            <a:r>
              <a:rPr lang="vi-VN" sz="1200" dirty="0"/>
              <a:t>1980—88: Hệ chuyên gia</a:t>
            </a:r>
          </a:p>
          <a:p>
            <a:pPr lvl="1" eaLnBrk="1" hangingPunct="1">
              <a:lnSpc>
                <a:spcPct val="80000"/>
              </a:lnSpc>
            </a:pPr>
            <a:r>
              <a:rPr lang="vi-VN" sz="1200" dirty="0"/>
              <a:t>1988—93: Hệ chuyên gia thoái trào: “Mùa đông AI”</a:t>
            </a:r>
          </a:p>
          <a:p>
            <a:pPr lvl="1" eaLnBrk="1" hangingPunct="1">
              <a:lnSpc>
                <a:spcPct val="80000"/>
              </a:lnSpc>
            </a:pPr>
            <a:endParaRPr lang="vi-VN" sz="600" dirty="0"/>
          </a:p>
          <a:p>
            <a:pPr eaLnBrk="1" hangingPunct="1">
              <a:lnSpc>
                <a:spcPct val="80000"/>
              </a:lnSpc>
            </a:pPr>
            <a:r>
              <a:rPr lang="vi-VN" sz="1400" dirty="0"/>
              <a:t>1990—: Cách tiếp cận dựa trên thống kê</a:t>
            </a:r>
          </a:p>
          <a:p>
            <a:pPr lvl="1" eaLnBrk="1" hangingPunct="1">
              <a:lnSpc>
                <a:spcPct val="80000"/>
              </a:lnSpc>
            </a:pPr>
            <a:r>
              <a:rPr lang="vi-VN" sz="1200" dirty="0"/>
              <a:t>Suy luận không chắc chắn dựa trên xác suất</a:t>
            </a:r>
          </a:p>
          <a:p>
            <a:pPr lvl="1" eaLnBrk="1" hangingPunct="1">
              <a:lnSpc>
                <a:spcPct val="80000"/>
              </a:lnSpc>
            </a:pPr>
            <a:r>
              <a:rPr lang="vi-VN" sz="1200" dirty="0"/>
              <a:t>Nhiều đột phá về cơ sở toán học</a:t>
            </a:r>
          </a:p>
          <a:p>
            <a:pPr lvl="1" eaLnBrk="1" hangingPunct="1">
              <a:lnSpc>
                <a:spcPct val="80000"/>
              </a:lnSpc>
            </a:pPr>
            <a:r>
              <a:rPr lang="vi-VN" sz="1200" dirty="0"/>
              <a:t>Các hệ thống học… “Mùa xuân AI”?</a:t>
            </a:r>
          </a:p>
          <a:p>
            <a:pPr eaLnBrk="1" hangingPunct="1">
              <a:lnSpc>
                <a:spcPct val="80000"/>
              </a:lnSpc>
            </a:pPr>
            <a:endParaRPr lang="vi-VN" sz="1000" dirty="0"/>
          </a:p>
          <a:p>
            <a:pPr eaLnBrk="1" hangingPunct="1">
              <a:lnSpc>
                <a:spcPct val="80000"/>
              </a:lnSpc>
            </a:pPr>
            <a:r>
              <a:rPr lang="vi-VN" sz="1400" dirty="0"/>
              <a:t>2000—: Vượt qua con người trên một số lĩnh vực?     </a:t>
            </a:r>
          </a:p>
        </p:txBody>
      </p:sp>
      <p:pic>
        <p:nvPicPr>
          <p:cNvPr id="4" name="Picture 1"/>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5598792" y="1047750"/>
            <a:ext cx="2630807" cy="3657598"/>
          </a:xfrm>
          <a:prstGeom prst="rect">
            <a:avLst/>
          </a:prstGeom>
          <a:noFill/>
        </p:spPr>
      </p:pic>
    </p:spTree>
    <p:extLst>
      <p:ext uri="{BB962C8B-B14F-4D97-AF65-F5344CB8AC3E}">
        <p14:creationId xmlns:p14="http://schemas.microsoft.com/office/powerpoint/2010/main" val="13777681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47694A-FAB2-7E46-98BB-147726B9F5D5}"/>
              </a:ext>
            </a:extLst>
          </p:cNvPr>
          <p:cNvSpPr>
            <a:spLocks noGrp="1"/>
          </p:cNvSpPr>
          <p:nvPr>
            <p:ph type="title"/>
          </p:nvPr>
        </p:nvSpPr>
        <p:spPr/>
        <p:txBody>
          <a:bodyPr/>
          <a:lstStyle/>
          <a:p>
            <a:r>
              <a:rPr lang="en-US" dirty="0"/>
              <a:t>Giai </a:t>
            </a:r>
            <a:r>
              <a:rPr lang="en-US" dirty="0" err="1"/>
              <a:t>đoạn</a:t>
            </a:r>
            <a:r>
              <a:rPr lang="en-US" dirty="0"/>
              <a:t> </a:t>
            </a:r>
            <a:r>
              <a:rPr lang="en-US" dirty="0" err="1"/>
              <a:t>kỳ</a:t>
            </a:r>
            <a:r>
              <a:rPr lang="en-US" dirty="0"/>
              <a:t> </a:t>
            </a:r>
            <a:r>
              <a:rPr lang="en-US" dirty="0" err="1"/>
              <a:t>vọng</a:t>
            </a:r>
            <a:r>
              <a:rPr lang="en-US" dirty="0"/>
              <a:t> (AI spring)</a:t>
            </a:r>
          </a:p>
        </p:txBody>
      </p:sp>
      <p:sp>
        <p:nvSpPr>
          <p:cNvPr id="3" name="Content Placeholder 2">
            <a:extLst>
              <a:ext uri="{FF2B5EF4-FFF2-40B4-BE49-F238E27FC236}">
                <a16:creationId xmlns:a16="http://schemas.microsoft.com/office/drawing/2014/main" id="{211693C0-58DD-EF47-B8F3-DC7081E2B2B2}"/>
              </a:ext>
            </a:extLst>
          </p:cNvPr>
          <p:cNvSpPr>
            <a:spLocks noGrp="1"/>
          </p:cNvSpPr>
          <p:nvPr>
            <p:ph idx="1"/>
          </p:nvPr>
        </p:nvSpPr>
        <p:spPr>
          <a:xfrm>
            <a:off x="414074" y="1232115"/>
            <a:ext cx="7886700" cy="3636037"/>
          </a:xfrm>
        </p:spPr>
        <p:txBody>
          <a:bodyPr/>
          <a:lstStyle/>
          <a:p>
            <a:r>
              <a:rPr lang="en-US" dirty="0"/>
              <a:t>In 1965, Herbert Simon predicted that </a:t>
            </a:r>
            <a:r>
              <a:rPr lang="en-US" b="1" dirty="0"/>
              <a:t>“machines will be capable, within 20 years, of doing any work a man can do.” </a:t>
            </a:r>
            <a:endParaRPr lang="en-US" dirty="0"/>
          </a:p>
          <a:p>
            <a:r>
              <a:rPr lang="en-US" dirty="0"/>
              <a:t>In 1967, AI pioneer Marvin Minsky predicted “in from three to eight years </a:t>
            </a:r>
            <a:r>
              <a:rPr lang="en-US" b="1" dirty="0"/>
              <a:t>we will have a machine with the general intelligence of an average human being</a:t>
            </a:r>
            <a:r>
              <a:rPr lang="en-US" dirty="0"/>
              <a:t>.” </a:t>
            </a:r>
          </a:p>
          <a:p>
            <a:r>
              <a:rPr lang="en-US" dirty="0"/>
              <a:t>In 1967, John McCarthy told the U.S. government that it would be possible </a:t>
            </a:r>
            <a:r>
              <a:rPr lang="en-US" b="1" dirty="0"/>
              <a:t>to build “a fully intelligent machine”</a:t>
            </a:r>
            <a:r>
              <a:rPr lang="en-US" dirty="0"/>
              <a:t> in the space of a decade.</a:t>
            </a:r>
          </a:p>
        </p:txBody>
      </p:sp>
    </p:spTree>
    <p:extLst>
      <p:ext uri="{BB962C8B-B14F-4D97-AF65-F5344CB8AC3E}">
        <p14:creationId xmlns:p14="http://schemas.microsoft.com/office/powerpoint/2010/main" val="244027700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p:txBody>
          <a:bodyPr/>
          <a:lstStyle/>
          <a:p>
            <a:pPr eaLnBrk="1" hangingPunct="1"/>
            <a:r>
              <a:rPr lang="en-US" dirty="0" err="1">
                <a:solidFill>
                  <a:schemeClr val="tx1"/>
                </a:solidFill>
              </a:rPr>
              <a:t>Trí</a:t>
            </a:r>
            <a:r>
              <a:rPr lang="en-US" dirty="0">
                <a:solidFill>
                  <a:schemeClr val="tx1"/>
                </a:solidFill>
              </a:rPr>
              <a:t> </a:t>
            </a:r>
            <a:r>
              <a:rPr lang="en-US" dirty="0" err="1">
                <a:solidFill>
                  <a:schemeClr val="tx1"/>
                </a:solidFill>
              </a:rPr>
              <a:t>tuệ</a:t>
            </a:r>
            <a:r>
              <a:rPr lang="en-US" dirty="0">
                <a:solidFill>
                  <a:schemeClr val="tx1"/>
                </a:solidFill>
              </a:rPr>
              <a:t> </a:t>
            </a:r>
            <a:r>
              <a:rPr lang="en-US" dirty="0" err="1">
                <a:solidFill>
                  <a:schemeClr val="tx1"/>
                </a:solidFill>
              </a:rPr>
              <a:t>nhân</a:t>
            </a:r>
            <a:r>
              <a:rPr lang="en-US" dirty="0">
                <a:solidFill>
                  <a:schemeClr val="tx1"/>
                </a:solidFill>
              </a:rPr>
              <a:t> </a:t>
            </a:r>
            <a:r>
              <a:rPr lang="en-US" dirty="0" err="1">
                <a:solidFill>
                  <a:schemeClr val="tx1"/>
                </a:solidFill>
              </a:rPr>
              <a:t>tạo</a:t>
            </a:r>
            <a:r>
              <a:rPr lang="en-US" dirty="0">
                <a:solidFill>
                  <a:schemeClr val="tx1"/>
                </a:solidFill>
              </a:rPr>
              <a:t> </a:t>
            </a:r>
            <a:r>
              <a:rPr lang="en-US" dirty="0" err="1">
                <a:solidFill>
                  <a:schemeClr val="tx1"/>
                </a:solidFill>
              </a:rPr>
              <a:t>có</a:t>
            </a:r>
            <a:r>
              <a:rPr lang="en-US" dirty="0">
                <a:solidFill>
                  <a:schemeClr val="tx1"/>
                </a:solidFill>
              </a:rPr>
              <a:t> </a:t>
            </a:r>
            <a:r>
              <a:rPr lang="en-US" dirty="0" err="1">
                <a:solidFill>
                  <a:schemeClr val="tx1"/>
                </a:solidFill>
              </a:rPr>
              <a:t>thể</a:t>
            </a:r>
            <a:r>
              <a:rPr lang="en-US" dirty="0">
                <a:solidFill>
                  <a:schemeClr val="tx1"/>
                </a:solidFill>
              </a:rPr>
              <a:t> </a:t>
            </a:r>
            <a:r>
              <a:rPr lang="en-US" dirty="0" err="1">
                <a:solidFill>
                  <a:schemeClr val="tx1"/>
                </a:solidFill>
              </a:rPr>
              <a:t>làm</a:t>
            </a:r>
            <a:r>
              <a:rPr lang="en-US" dirty="0">
                <a:solidFill>
                  <a:schemeClr val="tx1"/>
                </a:solidFill>
              </a:rPr>
              <a:t> </a:t>
            </a:r>
            <a:r>
              <a:rPr lang="en-US" dirty="0" err="1">
                <a:solidFill>
                  <a:schemeClr val="tx1"/>
                </a:solidFill>
              </a:rPr>
              <a:t>gì</a:t>
            </a:r>
            <a:r>
              <a:rPr lang="en-US" dirty="0">
                <a:solidFill>
                  <a:schemeClr val="tx1"/>
                </a:solidFill>
              </a:rPr>
              <a:t> ?</a:t>
            </a:r>
          </a:p>
        </p:txBody>
      </p:sp>
      <p:sp>
        <p:nvSpPr>
          <p:cNvPr id="541699" name="Rectangle 3"/>
          <p:cNvSpPr>
            <a:spLocks noGrp="1" noChangeArrowheads="1"/>
          </p:cNvSpPr>
          <p:nvPr>
            <p:ph type="body" idx="1"/>
          </p:nvPr>
        </p:nvSpPr>
        <p:spPr>
          <a:xfrm>
            <a:off x="838200" y="1047750"/>
            <a:ext cx="8534400" cy="3546873"/>
          </a:xfrm>
        </p:spPr>
        <p:txBody>
          <a:bodyPr/>
          <a:lstStyle/>
          <a:p>
            <a:pPr eaLnBrk="1" hangingPunct="1">
              <a:lnSpc>
                <a:spcPct val="80000"/>
              </a:lnSpc>
              <a:buFont typeface="Wingdings" pitchFamily="2" charset="2"/>
              <a:buNone/>
            </a:pPr>
            <a:r>
              <a:rPr lang="en-US" sz="1500" dirty="0" err="1">
                <a:solidFill>
                  <a:schemeClr val="tx1"/>
                </a:solidFill>
              </a:rPr>
              <a:t>Câu</a:t>
            </a:r>
            <a:r>
              <a:rPr lang="en-US" sz="1500" dirty="0">
                <a:solidFill>
                  <a:schemeClr val="tx1"/>
                </a:solidFill>
              </a:rPr>
              <a:t> </a:t>
            </a:r>
            <a:r>
              <a:rPr lang="en-US" sz="1500" dirty="0" err="1">
                <a:solidFill>
                  <a:schemeClr val="tx1"/>
                </a:solidFill>
              </a:rPr>
              <a:t>hỏi</a:t>
            </a:r>
            <a:r>
              <a:rPr lang="en-US" sz="1500" dirty="0">
                <a:solidFill>
                  <a:schemeClr val="tx1"/>
                </a:solidFill>
              </a:rPr>
              <a:t>: TTNT </a:t>
            </a:r>
            <a:r>
              <a:rPr lang="en-US" sz="1500" dirty="0" err="1">
                <a:solidFill>
                  <a:schemeClr val="tx1"/>
                </a:solidFill>
              </a:rPr>
              <a:t>làm</a:t>
            </a:r>
            <a:r>
              <a:rPr lang="en-US" sz="1500" dirty="0">
                <a:solidFill>
                  <a:schemeClr val="tx1"/>
                </a:solidFill>
              </a:rPr>
              <a:t> </a:t>
            </a:r>
            <a:r>
              <a:rPr lang="en-US" sz="1500" dirty="0" err="1">
                <a:solidFill>
                  <a:schemeClr val="tx1"/>
                </a:solidFill>
              </a:rPr>
              <a:t>được</a:t>
            </a:r>
            <a:r>
              <a:rPr lang="en-US" sz="1500" dirty="0">
                <a:solidFill>
                  <a:schemeClr val="tx1"/>
                </a:solidFill>
              </a:rPr>
              <a:t> </a:t>
            </a:r>
            <a:r>
              <a:rPr lang="en-US" sz="1500" dirty="0" err="1">
                <a:solidFill>
                  <a:schemeClr val="tx1"/>
                </a:solidFill>
              </a:rPr>
              <a:t>gì</a:t>
            </a:r>
            <a:r>
              <a:rPr lang="en-US" sz="1500" dirty="0">
                <a:solidFill>
                  <a:schemeClr val="tx1"/>
                </a:solidFill>
              </a:rPr>
              <a:t> </a:t>
            </a:r>
            <a:r>
              <a:rPr lang="en-US" sz="1500" dirty="0" err="1">
                <a:solidFill>
                  <a:schemeClr val="tx1"/>
                </a:solidFill>
              </a:rPr>
              <a:t>ở</a:t>
            </a:r>
            <a:r>
              <a:rPr lang="en-US" sz="1500" dirty="0">
                <a:solidFill>
                  <a:schemeClr val="tx1"/>
                </a:solidFill>
              </a:rPr>
              <a:t> </a:t>
            </a:r>
            <a:r>
              <a:rPr lang="en-US" sz="1500" dirty="0" err="1">
                <a:solidFill>
                  <a:schemeClr val="tx1"/>
                </a:solidFill>
              </a:rPr>
              <a:t>thời</a:t>
            </a:r>
            <a:r>
              <a:rPr lang="en-US" sz="1500" dirty="0">
                <a:solidFill>
                  <a:schemeClr val="tx1"/>
                </a:solidFill>
              </a:rPr>
              <a:t> </a:t>
            </a:r>
            <a:r>
              <a:rPr lang="en-US" sz="1500" dirty="0" err="1">
                <a:solidFill>
                  <a:schemeClr val="tx1"/>
                </a:solidFill>
              </a:rPr>
              <a:t>điểm</a:t>
            </a:r>
            <a:r>
              <a:rPr lang="en-US" sz="1500" dirty="0">
                <a:solidFill>
                  <a:schemeClr val="tx1"/>
                </a:solidFill>
              </a:rPr>
              <a:t> </a:t>
            </a:r>
            <a:r>
              <a:rPr lang="en-US" sz="1500" dirty="0" err="1">
                <a:solidFill>
                  <a:schemeClr val="tx1"/>
                </a:solidFill>
              </a:rPr>
              <a:t>hiện</a:t>
            </a:r>
            <a:r>
              <a:rPr lang="en-US" sz="1500" dirty="0">
                <a:solidFill>
                  <a:schemeClr val="tx1"/>
                </a:solidFill>
              </a:rPr>
              <a:t> </a:t>
            </a:r>
            <a:r>
              <a:rPr lang="en-US" sz="1500" dirty="0" err="1">
                <a:solidFill>
                  <a:schemeClr val="tx1"/>
                </a:solidFill>
              </a:rPr>
              <a:t>tại</a:t>
            </a:r>
            <a:r>
              <a:rPr lang="en-US" sz="1500" dirty="0">
                <a:solidFill>
                  <a:schemeClr val="tx1"/>
                </a:solidFill>
              </a:rPr>
              <a:t> ?</a:t>
            </a:r>
          </a:p>
          <a:p>
            <a:pPr eaLnBrk="1" hangingPunct="1">
              <a:lnSpc>
                <a:spcPct val="80000"/>
              </a:lnSpc>
            </a:pPr>
            <a:endParaRPr lang="en-US" sz="1500" dirty="0">
              <a:solidFill>
                <a:schemeClr val="tx1"/>
              </a:solidFill>
            </a:endParaRPr>
          </a:p>
          <a:p>
            <a:pPr eaLnBrk="1" hangingPunct="1">
              <a:lnSpc>
                <a:spcPct val="80000"/>
              </a:lnSpc>
            </a:pPr>
            <a:r>
              <a:rPr lang="en-US" sz="1500" dirty="0" err="1"/>
              <a:t>Chơi</a:t>
            </a:r>
            <a:r>
              <a:rPr lang="en-US" sz="1500" dirty="0"/>
              <a:t> </a:t>
            </a:r>
            <a:r>
              <a:rPr lang="en-US" sz="1500" dirty="0" err="1"/>
              <a:t>bóng</a:t>
            </a:r>
            <a:r>
              <a:rPr lang="en-US" sz="1500" dirty="0"/>
              <a:t> </a:t>
            </a:r>
            <a:r>
              <a:rPr lang="en-US" sz="1500" dirty="0" err="1"/>
              <a:t>bàn</a:t>
            </a:r>
            <a:r>
              <a:rPr lang="en-US" sz="1500" dirty="0"/>
              <a:t> ?</a:t>
            </a:r>
          </a:p>
          <a:p>
            <a:pPr eaLnBrk="1" hangingPunct="1">
              <a:lnSpc>
                <a:spcPct val="80000"/>
              </a:lnSpc>
            </a:pPr>
            <a:r>
              <a:rPr lang="en-US" sz="1500" dirty="0" err="1"/>
              <a:t>Chơi</a:t>
            </a:r>
            <a:r>
              <a:rPr lang="en-US" sz="1500" dirty="0"/>
              <a:t> Jeopardy?</a:t>
            </a:r>
          </a:p>
          <a:p>
            <a:pPr eaLnBrk="1" hangingPunct="1">
              <a:lnSpc>
                <a:spcPct val="80000"/>
              </a:lnSpc>
            </a:pPr>
            <a:r>
              <a:rPr lang="en-US" sz="1500" dirty="0" err="1"/>
              <a:t>Lái</a:t>
            </a:r>
            <a:r>
              <a:rPr lang="en-US" sz="1500" dirty="0"/>
              <a:t> </a:t>
            </a:r>
            <a:r>
              <a:rPr lang="en-US" sz="1500" dirty="0" err="1"/>
              <a:t>xe</a:t>
            </a:r>
            <a:r>
              <a:rPr lang="en-US" sz="1500" dirty="0"/>
              <a:t> </a:t>
            </a:r>
            <a:r>
              <a:rPr lang="en-US" sz="1500" dirty="0" err="1"/>
              <a:t>đường</a:t>
            </a:r>
            <a:r>
              <a:rPr lang="en-US" sz="1500" dirty="0"/>
              <a:t> </a:t>
            </a:r>
            <a:r>
              <a:rPr lang="en-US" sz="1500" dirty="0" err="1"/>
              <a:t>núi</a:t>
            </a:r>
            <a:r>
              <a:rPr lang="en-US" sz="1500" dirty="0"/>
              <a:t> ?</a:t>
            </a:r>
          </a:p>
          <a:p>
            <a:pPr eaLnBrk="1" hangingPunct="1">
              <a:lnSpc>
                <a:spcPct val="80000"/>
              </a:lnSpc>
            </a:pPr>
            <a:r>
              <a:rPr lang="en-US" sz="1500" dirty="0" err="1"/>
              <a:t>Lái</a:t>
            </a:r>
            <a:r>
              <a:rPr lang="en-US" sz="1500" dirty="0"/>
              <a:t> </a:t>
            </a:r>
            <a:r>
              <a:rPr lang="en-US" sz="1500" dirty="0" err="1"/>
              <a:t>xe</a:t>
            </a:r>
            <a:r>
              <a:rPr lang="en-US" sz="1500" dirty="0"/>
              <a:t> </a:t>
            </a:r>
            <a:r>
              <a:rPr lang="en-US" sz="1500" dirty="0" err="1"/>
              <a:t>trong</a:t>
            </a:r>
            <a:r>
              <a:rPr lang="en-US" sz="1500" dirty="0"/>
              <a:t> </a:t>
            </a:r>
            <a:r>
              <a:rPr lang="en-US" sz="1500" dirty="0" err="1"/>
              <a:t>thành</a:t>
            </a:r>
            <a:r>
              <a:rPr lang="en-US" sz="1500" dirty="0"/>
              <a:t> </a:t>
            </a:r>
            <a:r>
              <a:rPr lang="en-US" sz="1500" dirty="0" err="1"/>
              <a:t>phố</a:t>
            </a:r>
            <a:r>
              <a:rPr lang="en-US" sz="1500" dirty="0"/>
              <a:t> ?</a:t>
            </a:r>
          </a:p>
          <a:p>
            <a:pPr eaLnBrk="1" hangingPunct="1">
              <a:lnSpc>
                <a:spcPct val="80000"/>
              </a:lnSpc>
            </a:pPr>
            <a:r>
              <a:rPr lang="en-US" sz="1500" dirty="0" err="1"/>
              <a:t>Đi</a:t>
            </a:r>
            <a:r>
              <a:rPr lang="en-US" sz="1500" dirty="0"/>
              <a:t> </a:t>
            </a:r>
            <a:r>
              <a:rPr lang="en-US" sz="1500" dirty="0" err="1"/>
              <a:t>chợ</a:t>
            </a:r>
            <a:r>
              <a:rPr lang="en-US" sz="1500" dirty="0"/>
              <a:t> </a:t>
            </a:r>
            <a:r>
              <a:rPr lang="en-US" sz="1500" dirty="0" err="1"/>
              <a:t>hàng</a:t>
            </a:r>
            <a:r>
              <a:rPr lang="en-US" sz="1500" dirty="0"/>
              <a:t> </a:t>
            </a:r>
            <a:r>
              <a:rPr lang="en-US" sz="1500" dirty="0" err="1"/>
              <a:t>tuần</a:t>
            </a:r>
            <a:r>
              <a:rPr lang="en-US" sz="1500" dirty="0"/>
              <a:t> ?</a:t>
            </a:r>
          </a:p>
          <a:p>
            <a:pPr eaLnBrk="1" hangingPunct="1">
              <a:lnSpc>
                <a:spcPct val="80000"/>
              </a:lnSpc>
            </a:pPr>
            <a:r>
              <a:rPr lang="en-US" sz="1500" dirty="0" err="1"/>
              <a:t>Phát</a:t>
            </a:r>
            <a:r>
              <a:rPr lang="en-US" sz="1500" dirty="0"/>
              <a:t> </a:t>
            </a:r>
            <a:r>
              <a:rPr lang="en-US" sz="1500" dirty="0" err="1"/>
              <a:t>hiện</a:t>
            </a:r>
            <a:r>
              <a:rPr lang="en-US" sz="1500" dirty="0"/>
              <a:t> </a:t>
            </a:r>
            <a:r>
              <a:rPr lang="en-US" sz="1500" dirty="0" err="1"/>
              <a:t>và</a:t>
            </a:r>
            <a:r>
              <a:rPr lang="en-US" sz="1500" dirty="0"/>
              <a:t> </a:t>
            </a:r>
            <a:r>
              <a:rPr lang="en-US" sz="1500" dirty="0" err="1"/>
              <a:t>chứng</a:t>
            </a:r>
            <a:r>
              <a:rPr lang="en-US" sz="1500" dirty="0"/>
              <a:t> </a:t>
            </a:r>
            <a:r>
              <a:rPr lang="en-US" sz="1500" dirty="0" err="1"/>
              <a:t>minh</a:t>
            </a:r>
            <a:r>
              <a:rPr lang="en-US" sz="1500" dirty="0"/>
              <a:t> </a:t>
            </a:r>
            <a:r>
              <a:rPr lang="en-US" sz="1500" dirty="0" err="1"/>
              <a:t>định</a:t>
            </a:r>
            <a:r>
              <a:rPr lang="en-US" sz="1500" dirty="0"/>
              <a:t> </a:t>
            </a:r>
            <a:r>
              <a:rPr lang="en-US" sz="1500" dirty="0" err="1"/>
              <a:t>lý</a:t>
            </a:r>
            <a:r>
              <a:rPr lang="en-US" sz="1500" dirty="0"/>
              <a:t> </a:t>
            </a:r>
            <a:r>
              <a:rPr lang="en-US" sz="1500" dirty="0" err="1"/>
              <a:t>toán</a:t>
            </a:r>
            <a:r>
              <a:rPr lang="en-US" sz="1500" dirty="0"/>
              <a:t> </a:t>
            </a:r>
            <a:r>
              <a:rPr lang="en-US" sz="1500" dirty="0" err="1"/>
              <a:t>học</a:t>
            </a:r>
            <a:r>
              <a:rPr lang="en-US" sz="1500" dirty="0"/>
              <a:t> </a:t>
            </a:r>
            <a:r>
              <a:rPr lang="en-US" sz="1500" dirty="0" err="1"/>
              <a:t>mới</a:t>
            </a:r>
            <a:r>
              <a:rPr lang="en-US" sz="1500" dirty="0"/>
              <a:t> ?</a:t>
            </a:r>
          </a:p>
          <a:p>
            <a:pPr eaLnBrk="1" hangingPunct="1">
              <a:lnSpc>
                <a:spcPct val="80000"/>
              </a:lnSpc>
            </a:pPr>
            <a:r>
              <a:rPr lang="en-US" sz="1500" dirty="0" err="1"/>
              <a:t>Trò</a:t>
            </a:r>
            <a:r>
              <a:rPr lang="en-US" sz="1500" dirty="0"/>
              <a:t> </a:t>
            </a:r>
            <a:r>
              <a:rPr lang="en-US" sz="1500" dirty="0" err="1"/>
              <a:t>chuyện</a:t>
            </a:r>
            <a:r>
              <a:rPr lang="en-US" sz="1500" dirty="0"/>
              <a:t> </a:t>
            </a:r>
            <a:r>
              <a:rPr lang="en-US" sz="1500" dirty="0" err="1"/>
              <a:t>với</a:t>
            </a:r>
            <a:r>
              <a:rPr lang="en-US" sz="1500" dirty="0"/>
              <a:t> </a:t>
            </a:r>
            <a:r>
              <a:rPr lang="en-US" sz="1500" dirty="0" err="1"/>
              <a:t>người</a:t>
            </a:r>
            <a:r>
              <a:rPr lang="en-US" sz="1500" dirty="0"/>
              <a:t> </a:t>
            </a:r>
            <a:r>
              <a:rPr lang="en-US" sz="1500" dirty="0" err="1"/>
              <a:t>trong</a:t>
            </a:r>
            <a:r>
              <a:rPr lang="en-US" sz="1500" dirty="0"/>
              <a:t> 1 </a:t>
            </a:r>
            <a:r>
              <a:rPr lang="en-US" sz="1500" dirty="0" err="1"/>
              <a:t>giờ</a:t>
            </a:r>
            <a:r>
              <a:rPr lang="en-US" sz="1500" dirty="0"/>
              <a:t> ?</a:t>
            </a:r>
          </a:p>
          <a:p>
            <a:pPr eaLnBrk="1" hangingPunct="1">
              <a:lnSpc>
                <a:spcPct val="80000"/>
              </a:lnSpc>
            </a:pPr>
            <a:r>
              <a:rPr lang="en-US" sz="1500" dirty="0" err="1"/>
              <a:t>Phẫu</a:t>
            </a:r>
            <a:r>
              <a:rPr lang="en-US" sz="1500" dirty="0"/>
              <a:t> </a:t>
            </a:r>
            <a:r>
              <a:rPr lang="en-US" sz="1500" dirty="0" err="1"/>
              <a:t>thuật</a:t>
            </a:r>
            <a:r>
              <a:rPr lang="en-US" sz="1500" dirty="0"/>
              <a:t> ?</a:t>
            </a:r>
          </a:p>
          <a:p>
            <a:pPr eaLnBrk="1" hangingPunct="1">
              <a:lnSpc>
                <a:spcPct val="80000"/>
              </a:lnSpc>
            </a:pPr>
            <a:r>
              <a:rPr lang="en-US" sz="1500" dirty="0" err="1"/>
              <a:t>Rửa</a:t>
            </a:r>
            <a:r>
              <a:rPr lang="en-US" sz="1500" dirty="0"/>
              <a:t> </a:t>
            </a:r>
            <a:r>
              <a:rPr lang="en-US" sz="1500" dirty="0" err="1"/>
              <a:t>bát</a:t>
            </a:r>
            <a:r>
              <a:rPr lang="en-US" sz="1500" dirty="0"/>
              <a:t>, </a:t>
            </a:r>
            <a:r>
              <a:rPr lang="en-US" sz="1500" dirty="0" err="1"/>
              <a:t>giặt</a:t>
            </a:r>
            <a:r>
              <a:rPr lang="en-US" sz="1500" dirty="0"/>
              <a:t> </a:t>
            </a:r>
            <a:r>
              <a:rPr lang="en-US" sz="1500" dirty="0" err="1"/>
              <a:t>giũ</a:t>
            </a:r>
            <a:r>
              <a:rPr lang="en-US" sz="1500" dirty="0"/>
              <a:t> ?</a:t>
            </a:r>
          </a:p>
          <a:p>
            <a:pPr eaLnBrk="1" hangingPunct="1">
              <a:lnSpc>
                <a:spcPct val="80000"/>
              </a:lnSpc>
            </a:pPr>
            <a:r>
              <a:rPr lang="en-US" sz="1500" dirty="0" err="1"/>
              <a:t>Dịch</a:t>
            </a:r>
            <a:r>
              <a:rPr lang="en-US" sz="1500" dirty="0"/>
              <a:t> </a:t>
            </a:r>
            <a:r>
              <a:rPr lang="en-US" sz="1500" dirty="0" err="1"/>
              <a:t>Việt</a:t>
            </a:r>
            <a:r>
              <a:rPr lang="en-US" sz="1500" dirty="0"/>
              <a:t> – Anh </a:t>
            </a:r>
            <a:r>
              <a:rPr lang="en-US" sz="1500" dirty="0" err="1"/>
              <a:t>và</a:t>
            </a:r>
            <a:r>
              <a:rPr lang="en-US" sz="1500" dirty="0"/>
              <a:t> Anh – </a:t>
            </a:r>
            <a:r>
              <a:rPr lang="en-US" sz="1500" dirty="0" err="1"/>
              <a:t>Việt</a:t>
            </a:r>
            <a:r>
              <a:rPr lang="en-US" sz="1500" dirty="0"/>
              <a:t> </a:t>
            </a:r>
            <a:r>
              <a:rPr lang="en-US" sz="1500" dirty="0" err="1"/>
              <a:t>trong</a:t>
            </a:r>
            <a:r>
              <a:rPr lang="en-US" sz="1500" dirty="0"/>
              <a:t> </a:t>
            </a:r>
            <a:r>
              <a:rPr lang="en-US" sz="1500" dirty="0" err="1"/>
              <a:t>thời</a:t>
            </a:r>
            <a:r>
              <a:rPr lang="en-US" sz="1500" dirty="0"/>
              <a:t> </a:t>
            </a:r>
            <a:r>
              <a:rPr lang="en-US" sz="1500" dirty="0" err="1"/>
              <a:t>gian</a:t>
            </a:r>
            <a:r>
              <a:rPr lang="en-US" sz="1500" dirty="0"/>
              <a:t> </a:t>
            </a:r>
            <a:r>
              <a:rPr lang="en-US" sz="1500" dirty="0" err="1"/>
              <a:t>thực</a:t>
            </a:r>
            <a:r>
              <a:rPr lang="en-US" sz="1500" dirty="0"/>
              <a:t> ?</a:t>
            </a:r>
          </a:p>
          <a:p>
            <a:pPr eaLnBrk="1" hangingPunct="1">
              <a:lnSpc>
                <a:spcPct val="80000"/>
              </a:lnSpc>
            </a:pPr>
            <a:r>
              <a:rPr lang="en-US" sz="1500" dirty="0" err="1"/>
              <a:t>Viết</a:t>
            </a:r>
            <a:r>
              <a:rPr lang="en-US" sz="1500" dirty="0"/>
              <a:t> </a:t>
            </a:r>
            <a:r>
              <a:rPr lang="en-US" sz="1500" dirty="0" err="1"/>
              <a:t>một</a:t>
            </a:r>
            <a:r>
              <a:rPr lang="en-US" sz="1500" dirty="0"/>
              <a:t> </a:t>
            </a:r>
            <a:r>
              <a:rPr lang="en-US" sz="1500" dirty="0" err="1"/>
              <a:t>câu</a:t>
            </a:r>
            <a:r>
              <a:rPr lang="en-US" sz="1500" dirty="0"/>
              <a:t> </a:t>
            </a:r>
            <a:r>
              <a:rPr lang="en-US" sz="1500" dirty="0" err="1"/>
              <a:t>chuyện</a:t>
            </a:r>
            <a:r>
              <a:rPr lang="en-US" sz="1500" dirty="0"/>
              <a:t> </a:t>
            </a:r>
            <a:r>
              <a:rPr lang="en-US" sz="1500" dirty="0" err="1"/>
              <a:t>hài</a:t>
            </a:r>
            <a:r>
              <a:rPr lang="en-US" sz="1500" dirty="0"/>
              <a:t> </a:t>
            </a:r>
            <a:r>
              <a:rPr lang="en-US" sz="1500" dirty="0" err="1"/>
              <a:t>hước</a:t>
            </a:r>
            <a:r>
              <a:rPr lang="en-US" sz="1500" dirty="0"/>
              <a:t>?</a:t>
            </a:r>
          </a:p>
        </p:txBody>
      </p:sp>
      <p:sp>
        <p:nvSpPr>
          <p:cNvPr id="541700" name="Freeform 4"/>
          <p:cNvSpPr>
            <a:spLocks/>
          </p:cNvSpPr>
          <p:nvPr/>
        </p:nvSpPr>
        <p:spPr bwMode="auto">
          <a:xfrm>
            <a:off x="609600" y="1504950"/>
            <a:ext cx="238125" cy="171450"/>
          </a:xfrm>
          <a:custGeom>
            <a:avLst/>
            <a:gdLst>
              <a:gd name="T0" fmla="*/ 2147483647 w 248"/>
              <a:gd name="T1" fmla="*/ 2147483647 h 144"/>
              <a:gd name="T2" fmla="*/ 2147483647 w 248"/>
              <a:gd name="T3" fmla="*/ 0 h 144"/>
              <a:gd name="T4" fmla="*/ 2147483647 w 248"/>
              <a:gd name="T5" fmla="*/ 2147483647 h 144"/>
              <a:gd name="T6" fmla="*/ 0 w 248"/>
              <a:gd name="T7" fmla="*/ 2147483647 h 144"/>
              <a:gd name="T8" fmla="*/ 2147483647 w 248"/>
              <a:gd name="T9" fmla="*/ 2147483647 h 144"/>
              <a:gd name="T10" fmla="*/ 0 60000 65536"/>
              <a:gd name="T11" fmla="*/ 0 60000 65536"/>
              <a:gd name="T12" fmla="*/ 0 60000 65536"/>
              <a:gd name="T13" fmla="*/ 0 60000 65536"/>
              <a:gd name="T14" fmla="*/ 0 60000 65536"/>
              <a:gd name="T15" fmla="*/ 0 w 248"/>
              <a:gd name="T16" fmla="*/ 0 h 144"/>
              <a:gd name="T17" fmla="*/ 248 w 248"/>
              <a:gd name="T18" fmla="*/ 144 h 144"/>
            </a:gdLst>
            <a:ahLst/>
            <a:cxnLst>
              <a:cxn ang="T10">
                <a:pos x="T0" y="T1"/>
              </a:cxn>
              <a:cxn ang="T11">
                <a:pos x="T2" y="T3"/>
              </a:cxn>
              <a:cxn ang="T12">
                <a:pos x="T4" y="T5"/>
              </a:cxn>
              <a:cxn ang="T13">
                <a:pos x="T6" y="T7"/>
              </a:cxn>
              <a:cxn ang="T14">
                <a:pos x="T8" y="T9"/>
              </a:cxn>
            </a:cxnLst>
            <a:rect l="T15" t="T16" r="T17" b="T18"/>
            <a:pathLst>
              <a:path w="248" h="144">
                <a:moveTo>
                  <a:pt x="77" y="144"/>
                </a:moveTo>
                <a:lnTo>
                  <a:pt x="248" y="0"/>
                </a:lnTo>
                <a:lnTo>
                  <a:pt x="86" y="94"/>
                </a:lnTo>
                <a:lnTo>
                  <a:pt x="0" y="51"/>
                </a:lnTo>
                <a:lnTo>
                  <a:pt x="77" y="144"/>
                </a:lnTo>
                <a:close/>
              </a:path>
            </a:pathLst>
          </a:custGeom>
          <a:solidFill>
            <a:srgbClr val="008000"/>
          </a:solidFill>
          <a:ln w="9525">
            <a:solidFill>
              <a:schemeClr val="tx1"/>
            </a:solidFill>
            <a:round/>
            <a:headEnd/>
            <a:tailEnd/>
          </a:ln>
        </p:spPr>
        <p:txBody>
          <a:bodyPr lIns="68579" tIns="34289" rIns="68579" bIns="34289"/>
          <a:lstStyle/>
          <a:p>
            <a:endParaRPr lang="en-US"/>
          </a:p>
        </p:txBody>
      </p:sp>
      <p:sp>
        <p:nvSpPr>
          <p:cNvPr id="541704" name="Freeform 8"/>
          <p:cNvSpPr>
            <a:spLocks/>
          </p:cNvSpPr>
          <p:nvPr/>
        </p:nvSpPr>
        <p:spPr bwMode="auto">
          <a:xfrm>
            <a:off x="628650" y="1962150"/>
            <a:ext cx="238125" cy="171450"/>
          </a:xfrm>
          <a:custGeom>
            <a:avLst/>
            <a:gdLst>
              <a:gd name="T0" fmla="*/ 2147483647 w 248"/>
              <a:gd name="T1" fmla="*/ 2147483647 h 144"/>
              <a:gd name="T2" fmla="*/ 2147483647 w 248"/>
              <a:gd name="T3" fmla="*/ 0 h 144"/>
              <a:gd name="T4" fmla="*/ 2147483647 w 248"/>
              <a:gd name="T5" fmla="*/ 2147483647 h 144"/>
              <a:gd name="T6" fmla="*/ 0 w 248"/>
              <a:gd name="T7" fmla="*/ 2147483647 h 144"/>
              <a:gd name="T8" fmla="*/ 2147483647 w 248"/>
              <a:gd name="T9" fmla="*/ 2147483647 h 144"/>
              <a:gd name="T10" fmla="*/ 0 60000 65536"/>
              <a:gd name="T11" fmla="*/ 0 60000 65536"/>
              <a:gd name="T12" fmla="*/ 0 60000 65536"/>
              <a:gd name="T13" fmla="*/ 0 60000 65536"/>
              <a:gd name="T14" fmla="*/ 0 60000 65536"/>
              <a:gd name="T15" fmla="*/ 0 w 248"/>
              <a:gd name="T16" fmla="*/ 0 h 144"/>
              <a:gd name="T17" fmla="*/ 248 w 248"/>
              <a:gd name="T18" fmla="*/ 144 h 144"/>
            </a:gdLst>
            <a:ahLst/>
            <a:cxnLst>
              <a:cxn ang="T10">
                <a:pos x="T0" y="T1"/>
              </a:cxn>
              <a:cxn ang="T11">
                <a:pos x="T2" y="T3"/>
              </a:cxn>
              <a:cxn ang="T12">
                <a:pos x="T4" y="T5"/>
              </a:cxn>
              <a:cxn ang="T13">
                <a:pos x="T6" y="T7"/>
              </a:cxn>
              <a:cxn ang="T14">
                <a:pos x="T8" y="T9"/>
              </a:cxn>
            </a:cxnLst>
            <a:rect l="T15" t="T16" r="T17" b="T18"/>
            <a:pathLst>
              <a:path w="248" h="144">
                <a:moveTo>
                  <a:pt x="77" y="144"/>
                </a:moveTo>
                <a:lnTo>
                  <a:pt x="248" y="0"/>
                </a:lnTo>
                <a:lnTo>
                  <a:pt x="86" y="94"/>
                </a:lnTo>
                <a:lnTo>
                  <a:pt x="0" y="51"/>
                </a:lnTo>
                <a:lnTo>
                  <a:pt x="77" y="144"/>
                </a:lnTo>
                <a:close/>
              </a:path>
            </a:pathLst>
          </a:custGeom>
          <a:solidFill>
            <a:srgbClr val="008000"/>
          </a:solidFill>
          <a:ln w="9525">
            <a:solidFill>
              <a:schemeClr val="tx1"/>
            </a:solidFill>
            <a:round/>
            <a:headEnd/>
            <a:tailEnd/>
          </a:ln>
        </p:spPr>
        <p:txBody>
          <a:bodyPr lIns="68579" tIns="34289" rIns="68579" bIns="34289"/>
          <a:lstStyle/>
          <a:p>
            <a:endParaRPr lang="en-US"/>
          </a:p>
        </p:txBody>
      </p:sp>
      <p:sp>
        <p:nvSpPr>
          <p:cNvPr id="541705" name="Freeform 9"/>
          <p:cNvSpPr>
            <a:spLocks/>
          </p:cNvSpPr>
          <p:nvPr/>
        </p:nvSpPr>
        <p:spPr bwMode="auto">
          <a:xfrm>
            <a:off x="619125" y="2419350"/>
            <a:ext cx="238125" cy="171450"/>
          </a:xfrm>
          <a:custGeom>
            <a:avLst/>
            <a:gdLst>
              <a:gd name="T0" fmla="*/ 2147483647 w 248"/>
              <a:gd name="T1" fmla="*/ 2147483647 h 144"/>
              <a:gd name="T2" fmla="*/ 2147483647 w 248"/>
              <a:gd name="T3" fmla="*/ 0 h 144"/>
              <a:gd name="T4" fmla="*/ 2147483647 w 248"/>
              <a:gd name="T5" fmla="*/ 2147483647 h 144"/>
              <a:gd name="T6" fmla="*/ 0 w 248"/>
              <a:gd name="T7" fmla="*/ 2147483647 h 144"/>
              <a:gd name="T8" fmla="*/ 2147483647 w 248"/>
              <a:gd name="T9" fmla="*/ 2147483647 h 144"/>
              <a:gd name="T10" fmla="*/ 0 60000 65536"/>
              <a:gd name="T11" fmla="*/ 0 60000 65536"/>
              <a:gd name="T12" fmla="*/ 0 60000 65536"/>
              <a:gd name="T13" fmla="*/ 0 60000 65536"/>
              <a:gd name="T14" fmla="*/ 0 60000 65536"/>
              <a:gd name="T15" fmla="*/ 0 w 248"/>
              <a:gd name="T16" fmla="*/ 0 h 144"/>
              <a:gd name="T17" fmla="*/ 248 w 248"/>
              <a:gd name="T18" fmla="*/ 144 h 144"/>
            </a:gdLst>
            <a:ahLst/>
            <a:cxnLst>
              <a:cxn ang="T10">
                <a:pos x="T0" y="T1"/>
              </a:cxn>
              <a:cxn ang="T11">
                <a:pos x="T2" y="T3"/>
              </a:cxn>
              <a:cxn ang="T12">
                <a:pos x="T4" y="T5"/>
              </a:cxn>
              <a:cxn ang="T13">
                <a:pos x="T6" y="T7"/>
              </a:cxn>
              <a:cxn ang="T14">
                <a:pos x="T8" y="T9"/>
              </a:cxn>
            </a:cxnLst>
            <a:rect l="T15" t="T16" r="T17" b="T18"/>
            <a:pathLst>
              <a:path w="248" h="144">
                <a:moveTo>
                  <a:pt x="77" y="144"/>
                </a:moveTo>
                <a:lnTo>
                  <a:pt x="248" y="0"/>
                </a:lnTo>
                <a:lnTo>
                  <a:pt x="86" y="94"/>
                </a:lnTo>
                <a:lnTo>
                  <a:pt x="0" y="51"/>
                </a:lnTo>
                <a:lnTo>
                  <a:pt x="77" y="144"/>
                </a:lnTo>
                <a:close/>
              </a:path>
            </a:pathLst>
          </a:custGeom>
          <a:solidFill>
            <a:srgbClr val="008000"/>
          </a:solidFill>
          <a:ln w="9525">
            <a:solidFill>
              <a:schemeClr val="tx1"/>
            </a:solidFill>
            <a:round/>
            <a:headEnd/>
            <a:tailEnd/>
          </a:ln>
        </p:spPr>
        <p:txBody>
          <a:bodyPr lIns="68579" tIns="34289" rIns="68579" bIns="34289"/>
          <a:lstStyle/>
          <a:p>
            <a:endParaRPr lang="en-US"/>
          </a:p>
        </p:txBody>
      </p:sp>
      <p:sp>
        <p:nvSpPr>
          <p:cNvPr id="541706" name="Freeform 10"/>
          <p:cNvSpPr>
            <a:spLocks/>
          </p:cNvSpPr>
          <p:nvPr/>
        </p:nvSpPr>
        <p:spPr bwMode="auto">
          <a:xfrm>
            <a:off x="619125" y="3562350"/>
            <a:ext cx="238125" cy="171450"/>
          </a:xfrm>
          <a:custGeom>
            <a:avLst/>
            <a:gdLst>
              <a:gd name="T0" fmla="*/ 2147483647 w 248"/>
              <a:gd name="T1" fmla="*/ 2147483647 h 144"/>
              <a:gd name="T2" fmla="*/ 2147483647 w 248"/>
              <a:gd name="T3" fmla="*/ 0 h 144"/>
              <a:gd name="T4" fmla="*/ 2147483647 w 248"/>
              <a:gd name="T5" fmla="*/ 2147483647 h 144"/>
              <a:gd name="T6" fmla="*/ 0 w 248"/>
              <a:gd name="T7" fmla="*/ 2147483647 h 144"/>
              <a:gd name="T8" fmla="*/ 2147483647 w 248"/>
              <a:gd name="T9" fmla="*/ 2147483647 h 144"/>
              <a:gd name="T10" fmla="*/ 0 60000 65536"/>
              <a:gd name="T11" fmla="*/ 0 60000 65536"/>
              <a:gd name="T12" fmla="*/ 0 60000 65536"/>
              <a:gd name="T13" fmla="*/ 0 60000 65536"/>
              <a:gd name="T14" fmla="*/ 0 60000 65536"/>
              <a:gd name="T15" fmla="*/ 0 w 248"/>
              <a:gd name="T16" fmla="*/ 0 h 144"/>
              <a:gd name="T17" fmla="*/ 248 w 248"/>
              <a:gd name="T18" fmla="*/ 144 h 144"/>
            </a:gdLst>
            <a:ahLst/>
            <a:cxnLst>
              <a:cxn ang="T10">
                <a:pos x="T0" y="T1"/>
              </a:cxn>
              <a:cxn ang="T11">
                <a:pos x="T2" y="T3"/>
              </a:cxn>
              <a:cxn ang="T12">
                <a:pos x="T4" y="T5"/>
              </a:cxn>
              <a:cxn ang="T13">
                <a:pos x="T6" y="T7"/>
              </a:cxn>
              <a:cxn ang="T14">
                <a:pos x="T8" y="T9"/>
              </a:cxn>
            </a:cxnLst>
            <a:rect l="T15" t="T16" r="T17" b="T18"/>
            <a:pathLst>
              <a:path w="248" h="144">
                <a:moveTo>
                  <a:pt x="77" y="144"/>
                </a:moveTo>
                <a:lnTo>
                  <a:pt x="248" y="0"/>
                </a:lnTo>
                <a:lnTo>
                  <a:pt x="86" y="94"/>
                </a:lnTo>
                <a:lnTo>
                  <a:pt x="0" y="51"/>
                </a:lnTo>
                <a:lnTo>
                  <a:pt x="77" y="144"/>
                </a:lnTo>
                <a:close/>
              </a:path>
            </a:pathLst>
          </a:custGeom>
          <a:solidFill>
            <a:srgbClr val="008000"/>
          </a:solidFill>
          <a:ln w="9525">
            <a:solidFill>
              <a:schemeClr val="tx1"/>
            </a:solidFill>
            <a:round/>
            <a:headEnd/>
            <a:tailEnd/>
          </a:ln>
        </p:spPr>
        <p:txBody>
          <a:bodyPr lIns="68579" tIns="34289" rIns="68579" bIns="34289"/>
          <a:lstStyle/>
          <a:p>
            <a:endParaRPr lang="en-US"/>
          </a:p>
        </p:txBody>
      </p:sp>
      <p:grpSp>
        <p:nvGrpSpPr>
          <p:cNvPr id="2" name="Group 20"/>
          <p:cNvGrpSpPr>
            <a:grpSpLocks/>
          </p:cNvGrpSpPr>
          <p:nvPr/>
        </p:nvGrpSpPr>
        <p:grpSpPr bwMode="auto">
          <a:xfrm>
            <a:off x="628649" y="2647950"/>
            <a:ext cx="228600" cy="171450"/>
            <a:chOff x="4896" y="2256"/>
            <a:chExt cx="432" cy="816"/>
          </a:xfrm>
        </p:grpSpPr>
        <p:sp>
          <p:nvSpPr>
            <p:cNvPr id="15380" name="Freeform 21"/>
            <p:cNvSpPr>
              <a:spLocks/>
            </p:cNvSpPr>
            <p:nvPr/>
          </p:nvSpPr>
          <p:spPr bwMode="auto">
            <a:xfrm>
              <a:off x="4896" y="2256"/>
              <a:ext cx="432" cy="624"/>
            </a:xfrm>
            <a:custGeom>
              <a:avLst/>
              <a:gdLst>
                <a:gd name="T0" fmla="*/ 0 w 432"/>
                <a:gd name="T1" fmla="*/ 192 h 624"/>
                <a:gd name="T2" fmla="*/ 96 w 432"/>
                <a:gd name="T3" fmla="*/ 0 h 624"/>
                <a:gd name="T4" fmla="*/ 336 w 432"/>
                <a:gd name="T5" fmla="*/ 0 h 624"/>
                <a:gd name="T6" fmla="*/ 432 w 432"/>
                <a:gd name="T7" fmla="*/ 192 h 624"/>
                <a:gd name="T8" fmla="*/ 336 w 432"/>
                <a:gd name="T9" fmla="*/ 384 h 624"/>
                <a:gd name="T10" fmla="*/ 240 w 432"/>
                <a:gd name="T11" fmla="*/ 432 h 624"/>
                <a:gd name="T12" fmla="*/ 240 w 432"/>
                <a:gd name="T13" fmla="*/ 624 h 624"/>
                <a:gd name="T14" fmla="*/ 144 w 432"/>
                <a:gd name="T15" fmla="*/ 624 h 624"/>
                <a:gd name="T16" fmla="*/ 144 w 432"/>
                <a:gd name="T17" fmla="*/ 384 h 624"/>
                <a:gd name="T18" fmla="*/ 288 w 432"/>
                <a:gd name="T19" fmla="*/ 288 h 624"/>
                <a:gd name="T20" fmla="*/ 336 w 432"/>
                <a:gd name="T21" fmla="*/ 192 h 624"/>
                <a:gd name="T22" fmla="*/ 288 w 432"/>
                <a:gd name="T23" fmla="*/ 96 h 624"/>
                <a:gd name="T24" fmla="*/ 144 w 432"/>
                <a:gd name="T25" fmla="*/ 96 h 624"/>
                <a:gd name="T26" fmla="*/ 96 w 432"/>
                <a:gd name="T27" fmla="*/ 240 h 624"/>
                <a:gd name="T28" fmla="*/ 0 w 432"/>
                <a:gd name="T29" fmla="*/ 192 h 624"/>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432"/>
                <a:gd name="T46" fmla="*/ 0 h 624"/>
                <a:gd name="T47" fmla="*/ 432 w 432"/>
                <a:gd name="T48" fmla="*/ 624 h 624"/>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432" h="624">
                  <a:moveTo>
                    <a:pt x="0" y="192"/>
                  </a:moveTo>
                  <a:lnTo>
                    <a:pt x="96" y="0"/>
                  </a:lnTo>
                  <a:lnTo>
                    <a:pt x="336" y="0"/>
                  </a:lnTo>
                  <a:lnTo>
                    <a:pt x="432" y="192"/>
                  </a:lnTo>
                  <a:lnTo>
                    <a:pt x="336" y="384"/>
                  </a:lnTo>
                  <a:lnTo>
                    <a:pt x="240" y="432"/>
                  </a:lnTo>
                  <a:lnTo>
                    <a:pt x="240" y="624"/>
                  </a:lnTo>
                  <a:lnTo>
                    <a:pt x="144" y="624"/>
                  </a:lnTo>
                  <a:lnTo>
                    <a:pt x="144" y="384"/>
                  </a:lnTo>
                  <a:lnTo>
                    <a:pt x="288" y="288"/>
                  </a:lnTo>
                  <a:lnTo>
                    <a:pt x="336" y="192"/>
                  </a:lnTo>
                  <a:lnTo>
                    <a:pt x="288" y="96"/>
                  </a:lnTo>
                  <a:lnTo>
                    <a:pt x="144" y="96"/>
                  </a:lnTo>
                  <a:lnTo>
                    <a:pt x="96" y="240"/>
                  </a:lnTo>
                  <a:lnTo>
                    <a:pt x="0" y="192"/>
                  </a:lnTo>
                  <a:close/>
                </a:path>
              </a:pathLst>
            </a:custGeom>
            <a:solidFill>
              <a:schemeClr val="accent2"/>
            </a:solidFill>
            <a:ln w="9525">
              <a:solidFill>
                <a:schemeClr val="tx1"/>
              </a:solidFill>
              <a:round/>
              <a:headEnd/>
              <a:tailEnd/>
            </a:ln>
          </p:spPr>
          <p:txBody>
            <a:bodyPr/>
            <a:lstStyle/>
            <a:p>
              <a:endParaRPr lang="en-US"/>
            </a:p>
          </p:txBody>
        </p:sp>
        <p:sp>
          <p:nvSpPr>
            <p:cNvPr id="15381" name="Freeform 22"/>
            <p:cNvSpPr>
              <a:spLocks/>
            </p:cNvSpPr>
            <p:nvPr/>
          </p:nvSpPr>
          <p:spPr bwMode="auto">
            <a:xfrm>
              <a:off x="5040" y="2976"/>
              <a:ext cx="96" cy="96"/>
            </a:xfrm>
            <a:custGeom>
              <a:avLst/>
              <a:gdLst>
                <a:gd name="T0" fmla="*/ 96 w 96"/>
                <a:gd name="T1" fmla="*/ 0 h 96"/>
                <a:gd name="T2" fmla="*/ 0 w 96"/>
                <a:gd name="T3" fmla="*/ 0 h 96"/>
                <a:gd name="T4" fmla="*/ 0 w 96"/>
                <a:gd name="T5" fmla="*/ 96 h 96"/>
                <a:gd name="T6" fmla="*/ 96 w 96"/>
                <a:gd name="T7" fmla="*/ 96 h 96"/>
                <a:gd name="T8" fmla="*/ 96 w 96"/>
                <a:gd name="T9" fmla="*/ 0 h 96"/>
                <a:gd name="T10" fmla="*/ 0 60000 65536"/>
                <a:gd name="T11" fmla="*/ 0 60000 65536"/>
                <a:gd name="T12" fmla="*/ 0 60000 65536"/>
                <a:gd name="T13" fmla="*/ 0 60000 65536"/>
                <a:gd name="T14" fmla="*/ 0 60000 65536"/>
                <a:gd name="T15" fmla="*/ 0 w 96"/>
                <a:gd name="T16" fmla="*/ 0 h 96"/>
                <a:gd name="T17" fmla="*/ 96 w 96"/>
                <a:gd name="T18" fmla="*/ 96 h 96"/>
              </a:gdLst>
              <a:ahLst/>
              <a:cxnLst>
                <a:cxn ang="T10">
                  <a:pos x="T0" y="T1"/>
                </a:cxn>
                <a:cxn ang="T11">
                  <a:pos x="T2" y="T3"/>
                </a:cxn>
                <a:cxn ang="T12">
                  <a:pos x="T4" y="T5"/>
                </a:cxn>
                <a:cxn ang="T13">
                  <a:pos x="T6" y="T7"/>
                </a:cxn>
                <a:cxn ang="T14">
                  <a:pos x="T8" y="T9"/>
                </a:cxn>
              </a:cxnLst>
              <a:rect l="T15" t="T16" r="T17" b="T18"/>
              <a:pathLst>
                <a:path w="96" h="96">
                  <a:moveTo>
                    <a:pt x="96" y="0"/>
                  </a:moveTo>
                  <a:lnTo>
                    <a:pt x="0" y="0"/>
                  </a:lnTo>
                  <a:lnTo>
                    <a:pt x="0" y="96"/>
                  </a:lnTo>
                  <a:lnTo>
                    <a:pt x="96" y="96"/>
                  </a:lnTo>
                  <a:lnTo>
                    <a:pt x="96" y="0"/>
                  </a:lnTo>
                  <a:close/>
                </a:path>
              </a:pathLst>
            </a:custGeom>
            <a:solidFill>
              <a:schemeClr val="accent2"/>
            </a:solidFill>
            <a:ln w="9525">
              <a:solidFill>
                <a:schemeClr val="tx1"/>
              </a:solidFill>
              <a:round/>
              <a:headEnd/>
              <a:tailEnd/>
            </a:ln>
          </p:spPr>
          <p:txBody>
            <a:bodyPr/>
            <a:lstStyle/>
            <a:p>
              <a:endParaRPr lang="en-US"/>
            </a:p>
          </p:txBody>
        </p:sp>
      </p:grpSp>
      <p:grpSp>
        <p:nvGrpSpPr>
          <p:cNvPr id="3" name="Group 23"/>
          <p:cNvGrpSpPr>
            <a:grpSpLocks/>
          </p:cNvGrpSpPr>
          <p:nvPr/>
        </p:nvGrpSpPr>
        <p:grpSpPr bwMode="auto">
          <a:xfrm>
            <a:off x="628649" y="3105150"/>
            <a:ext cx="228600" cy="171450"/>
            <a:chOff x="4896" y="2256"/>
            <a:chExt cx="432" cy="816"/>
          </a:xfrm>
        </p:grpSpPr>
        <p:sp>
          <p:nvSpPr>
            <p:cNvPr id="15378" name="Freeform 24"/>
            <p:cNvSpPr>
              <a:spLocks/>
            </p:cNvSpPr>
            <p:nvPr/>
          </p:nvSpPr>
          <p:spPr bwMode="auto">
            <a:xfrm>
              <a:off x="4896" y="2256"/>
              <a:ext cx="432" cy="624"/>
            </a:xfrm>
            <a:custGeom>
              <a:avLst/>
              <a:gdLst>
                <a:gd name="T0" fmla="*/ 0 w 432"/>
                <a:gd name="T1" fmla="*/ 192 h 624"/>
                <a:gd name="T2" fmla="*/ 96 w 432"/>
                <a:gd name="T3" fmla="*/ 0 h 624"/>
                <a:gd name="T4" fmla="*/ 336 w 432"/>
                <a:gd name="T5" fmla="*/ 0 h 624"/>
                <a:gd name="T6" fmla="*/ 432 w 432"/>
                <a:gd name="T7" fmla="*/ 192 h 624"/>
                <a:gd name="T8" fmla="*/ 336 w 432"/>
                <a:gd name="T9" fmla="*/ 384 h 624"/>
                <a:gd name="T10" fmla="*/ 240 w 432"/>
                <a:gd name="T11" fmla="*/ 432 h 624"/>
                <a:gd name="T12" fmla="*/ 240 w 432"/>
                <a:gd name="T13" fmla="*/ 624 h 624"/>
                <a:gd name="T14" fmla="*/ 144 w 432"/>
                <a:gd name="T15" fmla="*/ 624 h 624"/>
                <a:gd name="T16" fmla="*/ 144 w 432"/>
                <a:gd name="T17" fmla="*/ 384 h 624"/>
                <a:gd name="T18" fmla="*/ 288 w 432"/>
                <a:gd name="T19" fmla="*/ 288 h 624"/>
                <a:gd name="T20" fmla="*/ 336 w 432"/>
                <a:gd name="T21" fmla="*/ 192 h 624"/>
                <a:gd name="T22" fmla="*/ 288 w 432"/>
                <a:gd name="T23" fmla="*/ 96 h 624"/>
                <a:gd name="T24" fmla="*/ 144 w 432"/>
                <a:gd name="T25" fmla="*/ 96 h 624"/>
                <a:gd name="T26" fmla="*/ 96 w 432"/>
                <a:gd name="T27" fmla="*/ 240 h 624"/>
                <a:gd name="T28" fmla="*/ 0 w 432"/>
                <a:gd name="T29" fmla="*/ 192 h 624"/>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432"/>
                <a:gd name="T46" fmla="*/ 0 h 624"/>
                <a:gd name="T47" fmla="*/ 432 w 432"/>
                <a:gd name="T48" fmla="*/ 624 h 624"/>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432" h="624">
                  <a:moveTo>
                    <a:pt x="0" y="192"/>
                  </a:moveTo>
                  <a:lnTo>
                    <a:pt x="96" y="0"/>
                  </a:lnTo>
                  <a:lnTo>
                    <a:pt x="336" y="0"/>
                  </a:lnTo>
                  <a:lnTo>
                    <a:pt x="432" y="192"/>
                  </a:lnTo>
                  <a:lnTo>
                    <a:pt x="336" y="384"/>
                  </a:lnTo>
                  <a:lnTo>
                    <a:pt x="240" y="432"/>
                  </a:lnTo>
                  <a:lnTo>
                    <a:pt x="240" y="624"/>
                  </a:lnTo>
                  <a:lnTo>
                    <a:pt x="144" y="624"/>
                  </a:lnTo>
                  <a:lnTo>
                    <a:pt x="144" y="384"/>
                  </a:lnTo>
                  <a:lnTo>
                    <a:pt x="288" y="288"/>
                  </a:lnTo>
                  <a:lnTo>
                    <a:pt x="336" y="192"/>
                  </a:lnTo>
                  <a:lnTo>
                    <a:pt x="288" y="96"/>
                  </a:lnTo>
                  <a:lnTo>
                    <a:pt x="144" y="96"/>
                  </a:lnTo>
                  <a:lnTo>
                    <a:pt x="96" y="240"/>
                  </a:lnTo>
                  <a:lnTo>
                    <a:pt x="0" y="192"/>
                  </a:lnTo>
                  <a:close/>
                </a:path>
              </a:pathLst>
            </a:custGeom>
            <a:solidFill>
              <a:schemeClr val="accent2"/>
            </a:solidFill>
            <a:ln w="9525">
              <a:solidFill>
                <a:schemeClr val="tx1"/>
              </a:solidFill>
              <a:round/>
              <a:headEnd/>
              <a:tailEnd/>
            </a:ln>
          </p:spPr>
          <p:txBody>
            <a:bodyPr/>
            <a:lstStyle/>
            <a:p>
              <a:endParaRPr lang="en-US"/>
            </a:p>
          </p:txBody>
        </p:sp>
        <p:sp>
          <p:nvSpPr>
            <p:cNvPr id="15379" name="Freeform 25"/>
            <p:cNvSpPr>
              <a:spLocks/>
            </p:cNvSpPr>
            <p:nvPr/>
          </p:nvSpPr>
          <p:spPr bwMode="auto">
            <a:xfrm>
              <a:off x="5040" y="2976"/>
              <a:ext cx="96" cy="96"/>
            </a:xfrm>
            <a:custGeom>
              <a:avLst/>
              <a:gdLst>
                <a:gd name="T0" fmla="*/ 96 w 96"/>
                <a:gd name="T1" fmla="*/ 0 h 96"/>
                <a:gd name="T2" fmla="*/ 0 w 96"/>
                <a:gd name="T3" fmla="*/ 0 h 96"/>
                <a:gd name="T4" fmla="*/ 0 w 96"/>
                <a:gd name="T5" fmla="*/ 96 h 96"/>
                <a:gd name="T6" fmla="*/ 96 w 96"/>
                <a:gd name="T7" fmla="*/ 96 h 96"/>
                <a:gd name="T8" fmla="*/ 96 w 96"/>
                <a:gd name="T9" fmla="*/ 0 h 96"/>
                <a:gd name="T10" fmla="*/ 0 60000 65536"/>
                <a:gd name="T11" fmla="*/ 0 60000 65536"/>
                <a:gd name="T12" fmla="*/ 0 60000 65536"/>
                <a:gd name="T13" fmla="*/ 0 60000 65536"/>
                <a:gd name="T14" fmla="*/ 0 60000 65536"/>
                <a:gd name="T15" fmla="*/ 0 w 96"/>
                <a:gd name="T16" fmla="*/ 0 h 96"/>
                <a:gd name="T17" fmla="*/ 96 w 96"/>
                <a:gd name="T18" fmla="*/ 96 h 96"/>
              </a:gdLst>
              <a:ahLst/>
              <a:cxnLst>
                <a:cxn ang="T10">
                  <a:pos x="T0" y="T1"/>
                </a:cxn>
                <a:cxn ang="T11">
                  <a:pos x="T2" y="T3"/>
                </a:cxn>
                <a:cxn ang="T12">
                  <a:pos x="T4" y="T5"/>
                </a:cxn>
                <a:cxn ang="T13">
                  <a:pos x="T6" y="T7"/>
                </a:cxn>
                <a:cxn ang="T14">
                  <a:pos x="T8" y="T9"/>
                </a:cxn>
              </a:cxnLst>
              <a:rect l="T15" t="T16" r="T17" b="T18"/>
              <a:pathLst>
                <a:path w="96" h="96">
                  <a:moveTo>
                    <a:pt x="96" y="0"/>
                  </a:moveTo>
                  <a:lnTo>
                    <a:pt x="0" y="0"/>
                  </a:lnTo>
                  <a:lnTo>
                    <a:pt x="0" y="96"/>
                  </a:lnTo>
                  <a:lnTo>
                    <a:pt x="96" y="96"/>
                  </a:lnTo>
                  <a:lnTo>
                    <a:pt x="96" y="0"/>
                  </a:lnTo>
                  <a:close/>
                </a:path>
              </a:pathLst>
            </a:custGeom>
            <a:solidFill>
              <a:schemeClr val="accent2"/>
            </a:solidFill>
            <a:ln w="9525">
              <a:solidFill>
                <a:schemeClr val="tx1"/>
              </a:solidFill>
              <a:round/>
              <a:headEnd/>
              <a:tailEnd/>
            </a:ln>
          </p:spPr>
          <p:txBody>
            <a:bodyPr/>
            <a:lstStyle/>
            <a:p>
              <a:endParaRPr lang="en-US"/>
            </a:p>
          </p:txBody>
        </p:sp>
      </p:grpSp>
      <p:grpSp>
        <p:nvGrpSpPr>
          <p:cNvPr id="4" name="Group 20"/>
          <p:cNvGrpSpPr>
            <a:grpSpLocks/>
          </p:cNvGrpSpPr>
          <p:nvPr/>
        </p:nvGrpSpPr>
        <p:grpSpPr bwMode="auto">
          <a:xfrm>
            <a:off x="628649" y="2190750"/>
            <a:ext cx="228600" cy="171450"/>
            <a:chOff x="4896" y="2256"/>
            <a:chExt cx="432" cy="816"/>
          </a:xfrm>
        </p:grpSpPr>
        <p:sp>
          <p:nvSpPr>
            <p:cNvPr id="15376" name="Freeform 21"/>
            <p:cNvSpPr>
              <a:spLocks/>
            </p:cNvSpPr>
            <p:nvPr/>
          </p:nvSpPr>
          <p:spPr bwMode="auto">
            <a:xfrm>
              <a:off x="4896" y="2256"/>
              <a:ext cx="432" cy="624"/>
            </a:xfrm>
            <a:custGeom>
              <a:avLst/>
              <a:gdLst>
                <a:gd name="T0" fmla="*/ 0 w 432"/>
                <a:gd name="T1" fmla="*/ 192 h 624"/>
                <a:gd name="T2" fmla="*/ 96 w 432"/>
                <a:gd name="T3" fmla="*/ 0 h 624"/>
                <a:gd name="T4" fmla="*/ 336 w 432"/>
                <a:gd name="T5" fmla="*/ 0 h 624"/>
                <a:gd name="T6" fmla="*/ 432 w 432"/>
                <a:gd name="T7" fmla="*/ 192 h 624"/>
                <a:gd name="T8" fmla="*/ 336 w 432"/>
                <a:gd name="T9" fmla="*/ 384 h 624"/>
                <a:gd name="T10" fmla="*/ 240 w 432"/>
                <a:gd name="T11" fmla="*/ 432 h 624"/>
                <a:gd name="T12" fmla="*/ 240 w 432"/>
                <a:gd name="T13" fmla="*/ 624 h 624"/>
                <a:gd name="T14" fmla="*/ 144 w 432"/>
                <a:gd name="T15" fmla="*/ 624 h 624"/>
                <a:gd name="T16" fmla="*/ 144 w 432"/>
                <a:gd name="T17" fmla="*/ 384 h 624"/>
                <a:gd name="T18" fmla="*/ 288 w 432"/>
                <a:gd name="T19" fmla="*/ 288 h 624"/>
                <a:gd name="T20" fmla="*/ 336 w 432"/>
                <a:gd name="T21" fmla="*/ 192 h 624"/>
                <a:gd name="T22" fmla="*/ 288 w 432"/>
                <a:gd name="T23" fmla="*/ 96 h 624"/>
                <a:gd name="T24" fmla="*/ 144 w 432"/>
                <a:gd name="T25" fmla="*/ 96 h 624"/>
                <a:gd name="T26" fmla="*/ 96 w 432"/>
                <a:gd name="T27" fmla="*/ 240 h 624"/>
                <a:gd name="T28" fmla="*/ 0 w 432"/>
                <a:gd name="T29" fmla="*/ 192 h 624"/>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432"/>
                <a:gd name="T46" fmla="*/ 0 h 624"/>
                <a:gd name="T47" fmla="*/ 432 w 432"/>
                <a:gd name="T48" fmla="*/ 624 h 624"/>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432" h="624">
                  <a:moveTo>
                    <a:pt x="0" y="192"/>
                  </a:moveTo>
                  <a:lnTo>
                    <a:pt x="96" y="0"/>
                  </a:lnTo>
                  <a:lnTo>
                    <a:pt x="336" y="0"/>
                  </a:lnTo>
                  <a:lnTo>
                    <a:pt x="432" y="192"/>
                  </a:lnTo>
                  <a:lnTo>
                    <a:pt x="336" y="384"/>
                  </a:lnTo>
                  <a:lnTo>
                    <a:pt x="240" y="432"/>
                  </a:lnTo>
                  <a:lnTo>
                    <a:pt x="240" y="624"/>
                  </a:lnTo>
                  <a:lnTo>
                    <a:pt x="144" y="624"/>
                  </a:lnTo>
                  <a:lnTo>
                    <a:pt x="144" y="384"/>
                  </a:lnTo>
                  <a:lnTo>
                    <a:pt x="288" y="288"/>
                  </a:lnTo>
                  <a:lnTo>
                    <a:pt x="336" y="192"/>
                  </a:lnTo>
                  <a:lnTo>
                    <a:pt x="288" y="96"/>
                  </a:lnTo>
                  <a:lnTo>
                    <a:pt x="144" y="96"/>
                  </a:lnTo>
                  <a:lnTo>
                    <a:pt x="96" y="240"/>
                  </a:lnTo>
                  <a:lnTo>
                    <a:pt x="0" y="192"/>
                  </a:lnTo>
                  <a:close/>
                </a:path>
              </a:pathLst>
            </a:custGeom>
            <a:solidFill>
              <a:schemeClr val="accent2"/>
            </a:solidFill>
            <a:ln w="9525">
              <a:solidFill>
                <a:schemeClr val="tx1"/>
              </a:solidFill>
              <a:round/>
              <a:headEnd/>
              <a:tailEnd/>
            </a:ln>
          </p:spPr>
          <p:txBody>
            <a:bodyPr/>
            <a:lstStyle/>
            <a:p>
              <a:endParaRPr lang="en-US"/>
            </a:p>
          </p:txBody>
        </p:sp>
        <p:sp>
          <p:nvSpPr>
            <p:cNvPr id="15377" name="Freeform 22"/>
            <p:cNvSpPr>
              <a:spLocks/>
            </p:cNvSpPr>
            <p:nvPr/>
          </p:nvSpPr>
          <p:spPr bwMode="auto">
            <a:xfrm>
              <a:off x="5040" y="2976"/>
              <a:ext cx="96" cy="96"/>
            </a:xfrm>
            <a:custGeom>
              <a:avLst/>
              <a:gdLst>
                <a:gd name="T0" fmla="*/ 96 w 96"/>
                <a:gd name="T1" fmla="*/ 0 h 96"/>
                <a:gd name="T2" fmla="*/ 0 w 96"/>
                <a:gd name="T3" fmla="*/ 0 h 96"/>
                <a:gd name="T4" fmla="*/ 0 w 96"/>
                <a:gd name="T5" fmla="*/ 96 h 96"/>
                <a:gd name="T6" fmla="*/ 96 w 96"/>
                <a:gd name="T7" fmla="*/ 96 h 96"/>
                <a:gd name="T8" fmla="*/ 96 w 96"/>
                <a:gd name="T9" fmla="*/ 0 h 96"/>
                <a:gd name="T10" fmla="*/ 0 60000 65536"/>
                <a:gd name="T11" fmla="*/ 0 60000 65536"/>
                <a:gd name="T12" fmla="*/ 0 60000 65536"/>
                <a:gd name="T13" fmla="*/ 0 60000 65536"/>
                <a:gd name="T14" fmla="*/ 0 60000 65536"/>
                <a:gd name="T15" fmla="*/ 0 w 96"/>
                <a:gd name="T16" fmla="*/ 0 h 96"/>
                <a:gd name="T17" fmla="*/ 96 w 96"/>
                <a:gd name="T18" fmla="*/ 96 h 96"/>
              </a:gdLst>
              <a:ahLst/>
              <a:cxnLst>
                <a:cxn ang="T10">
                  <a:pos x="T0" y="T1"/>
                </a:cxn>
                <a:cxn ang="T11">
                  <a:pos x="T2" y="T3"/>
                </a:cxn>
                <a:cxn ang="T12">
                  <a:pos x="T4" y="T5"/>
                </a:cxn>
                <a:cxn ang="T13">
                  <a:pos x="T6" y="T7"/>
                </a:cxn>
                <a:cxn ang="T14">
                  <a:pos x="T8" y="T9"/>
                </a:cxn>
              </a:cxnLst>
              <a:rect l="T15" t="T16" r="T17" b="T18"/>
              <a:pathLst>
                <a:path w="96" h="96">
                  <a:moveTo>
                    <a:pt x="96" y="0"/>
                  </a:moveTo>
                  <a:lnTo>
                    <a:pt x="0" y="0"/>
                  </a:lnTo>
                  <a:lnTo>
                    <a:pt x="0" y="96"/>
                  </a:lnTo>
                  <a:lnTo>
                    <a:pt x="96" y="96"/>
                  </a:lnTo>
                  <a:lnTo>
                    <a:pt x="96" y="0"/>
                  </a:lnTo>
                  <a:close/>
                </a:path>
              </a:pathLst>
            </a:custGeom>
            <a:solidFill>
              <a:schemeClr val="accent2"/>
            </a:solidFill>
            <a:ln w="9525">
              <a:solidFill>
                <a:schemeClr val="tx1"/>
              </a:solidFill>
              <a:round/>
              <a:headEnd/>
              <a:tailEnd/>
            </a:ln>
          </p:spPr>
          <p:txBody>
            <a:bodyPr/>
            <a:lstStyle/>
            <a:p>
              <a:endParaRPr lang="en-US"/>
            </a:p>
          </p:txBody>
        </p:sp>
      </p:grpSp>
      <p:sp>
        <p:nvSpPr>
          <p:cNvPr id="21" name="Freeform 10"/>
          <p:cNvSpPr>
            <a:spLocks/>
          </p:cNvSpPr>
          <p:nvPr/>
        </p:nvSpPr>
        <p:spPr bwMode="auto">
          <a:xfrm>
            <a:off x="619125" y="3333750"/>
            <a:ext cx="238125" cy="171450"/>
          </a:xfrm>
          <a:custGeom>
            <a:avLst/>
            <a:gdLst>
              <a:gd name="T0" fmla="*/ 2147483647 w 248"/>
              <a:gd name="T1" fmla="*/ 2147483647 h 144"/>
              <a:gd name="T2" fmla="*/ 2147483647 w 248"/>
              <a:gd name="T3" fmla="*/ 0 h 144"/>
              <a:gd name="T4" fmla="*/ 2147483647 w 248"/>
              <a:gd name="T5" fmla="*/ 2147483647 h 144"/>
              <a:gd name="T6" fmla="*/ 0 w 248"/>
              <a:gd name="T7" fmla="*/ 2147483647 h 144"/>
              <a:gd name="T8" fmla="*/ 2147483647 w 248"/>
              <a:gd name="T9" fmla="*/ 2147483647 h 144"/>
              <a:gd name="T10" fmla="*/ 0 60000 65536"/>
              <a:gd name="T11" fmla="*/ 0 60000 65536"/>
              <a:gd name="T12" fmla="*/ 0 60000 65536"/>
              <a:gd name="T13" fmla="*/ 0 60000 65536"/>
              <a:gd name="T14" fmla="*/ 0 60000 65536"/>
              <a:gd name="T15" fmla="*/ 0 w 248"/>
              <a:gd name="T16" fmla="*/ 0 h 144"/>
              <a:gd name="T17" fmla="*/ 248 w 248"/>
              <a:gd name="T18" fmla="*/ 144 h 144"/>
            </a:gdLst>
            <a:ahLst/>
            <a:cxnLst>
              <a:cxn ang="T10">
                <a:pos x="T0" y="T1"/>
              </a:cxn>
              <a:cxn ang="T11">
                <a:pos x="T2" y="T3"/>
              </a:cxn>
              <a:cxn ang="T12">
                <a:pos x="T4" y="T5"/>
              </a:cxn>
              <a:cxn ang="T13">
                <a:pos x="T6" y="T7"/>
              </a:cxn>
              <a:cxn ang="T14">
                <a:pos x="T8" y="T9"/>
              </a:cxn>
            </a:cxnLst>
            <a:rect l="T15" t="T16" r="T17" b="T18"/>
            <a:pathLst>
              <a:path w="248" h="144">
                <a:moveTo>
                  <a:pt x="77" y="144"/>
                </a:moveTo>
                <a:lnTo>
                  <a:pt x="248" y="0"/>
                </a:lnTo>
                <a:lnTo>
                  <a:pt x="86" y="94"/>
                </a:lnTo>
                <a:lnTo>
                  <a:pt x="0" y="51"/>
                </a:lnTo>
                <a:lnTo>
                  <a:pt x="77" y="144"/>
                </a:lnTo>
                <a:close/>
              </a:path>
            </a:pathLst>
          </a:custGeom>
          <a:solidFill>
            <a:srgbClr val="008000"/>
          </a:solidFill>
          <a:ln w="9525">
            <a:solidFill>
              <a:schemeClr val="tx1"/>
            </a:solidFill>
            <a:round/>
            <a:headEnd/>
            <a:tailEnd/>
          </a:ln>
        </p:spPr>
        <p:txBody>
          <a:bodyPr lIns="68579" tIns="34289" rIns="68579" bIns="34289"/>
          <a:lstStyle/>
          <a:p>
            <a:endParaRPr lang="en-US"/>
          </a:p>
        </p:txBody>
      </p:sp>
      <p:sp>
        <p:nvSpPr>
          <p:cNvPr id="22" name="Freeform 4"/>
          <p:cNvSpPr>
            <a:spLocks/>
          </p:cNvSpPr>
          <p:nvPr/>
        </p:nvSpPr>
        <p:spPr bwMode="auto">
          <a:xfrm>
            <a:off x="619125" y="1733550"/>
            <a:ext cx="238125" cy="171450"/>
          </a:xfrm>
          <a:custGeom>
            <a:avLst/>
            <a:gdLst>
              <a:gd name="T0" fmla="*/ 2147483647 w 248"/>
              <a:gd name="T1" fmla="*/ 2147483647 h 144"/>
              <a:gd name="T2" fmla="*/ 2147483647 w 248"/>
              <a:gd name="T3" fmla="*/ 0 h 144"/>
              <a:gd name="T4" fmla="*/ 2147483647 w 248"/>
              <a:gd name="T5" fmla="*/ 2147483647 h 144"/>
              <a:gd name="T6" fmla="*/ 0 w 248"/>
              <a:gd name="T7" fmla="*/ 2147483647 h 144"/>
              <a:gd name="T8" fmla="*/ 2147483647 w 248"/>
              <a:gd name="T9" fmla="*/ 2147483647 h 144"/>
              <a:gd name="T10" fmla="*/ 0 60000 65536"/>
              <a:gd name="T11" fmla="*/ 0 60000 65536"/>
              <a:gd name="T12" fmla="*/ 0 60000 65536"/>
              <a:gd name="T13" fmla="*/ 0 60000 65536"/>
              <a:gd name="T14" fmla="*/ 0 60000 65536"/>
              <a:gd name="T15" fmla="*/ 0 w 248"/>
              <a:gd name="T16" fmla="*/ 0 h 144"/>
              <a:gd name="T17" fmla="*/ 248 w 248"/>
              <a:gd name="T18" fmla="*/ 144 h 144"/>
            </a:gdLst>
            <a:ahLst/>
            <a:cxnLst>
              <a:cxn ang="T10">
                <a:pos x="T0" y="T1"/>
              </a:cxn>
              <a:cxn ang="T11">
                <a:pos x="T2" y="T3"/>
              </a:cxn>
              <a:cxn ang="T12">
                <a:pos x="T4" y="T5"/>
              </a:cxn>
              <a:cxn ang="T13">
                <a:pos x="T6" y="T7"/>
              </a:cxn>
              <a:cxn ang="T14">
                <a:pos x="T8" y="T9"/>
              </a:cxn>
            </a:cxnLst>
            <a:rect l="T15" t="T16" r="T17" b="T18"/>
            <a:pathLst>
              <a:path w="248" h="144">
                <a:moveTo>
                  <a:pt x="77" y="144"/>
                </a:moveTo>
                <a:lnTo>
                  <a:pt x="248" y="0"/>
                </a:lnTo>
                <a:lnTo>
                  <a:pt x="86" y="94"/>
                </a:lnTo>
                <a:lnTo>
                  <a:pt x="0" y="51"/>
                </a:lnTo>
                <a:lnTo>
                  <a:pt x="77" y="144"/>
                </a:lnTo>
                <a:close/>
              </a:path>
            </a:pathLst>
          </a:custGeom>
          <a:solidFill>
            <a:srgbClr val="008000"/>
          </a:solidFill>
          <a:ln w="9525">
            <a:solidFill>
              <a:schemeClr val="tx1"/>
            </a:solidFill>
            <a:round/>
            <a:headEnd/>
            <a:tailEnd/>
          </a:ln>
        </p:spPr>
        <p:txBody>
          <a:bodyPr lIns="68579" tIns="34289" rIns="68579" bIns="34289"/>
          <a:lstStyle/>
          <a:p>
            <a:endParaRPr lang="en-US"/>
          </a:p>
        </p:txBody>
      </p:sp>
      <p:pic>
        <p:nvPicPr>
          <p:cNvPr id="23" name="Picture 1"/>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5694341" y="1733550"/>
            <a:ext cx="3068150" cy="2209799"/>
          </a:xfrm>
          <a:prstGeom prst="rect">
            <a:avLst/>
          </a:prstGeom>
          <a:noFill/>
          <a:ln w="9525">
            <a:noFill/>
            <a:miter lim="800000"/>
            <a:headEnd/>
            <a:tailEnd/>
          </a:ln>
          <a:effectLst/>
        </p:spPr>
      </p:pic>
      <p:grpSp>
        <p:nvGrpSpPr>
          <p:cNvPr id="5" name="Group 23">
            <a:extLst>
              <a:ext uri="{FF2B5EF4-FFF2-40B4-BE49-F238E27FC236}">
                <a16:creationId xmlns:a16="http://schemas.microsoft.com/office/drawing/2014/main" id="{E1A5A728-45E1-840D-9DD0-601FC5E56A09}"/>
              </a:ext>
            </a:extLst>
          </p:cNvPr>
          <p:cNvGrpSpPr>
            <a:grpSpLocks/>
          </p:cNvGrpSpPr>
          <p:nvPr/>
        </p:nvGrpSpPr>
        <p:grpSpPr bwMode="auto">
          <a:xfrm>
            <a:off x="597565" y="3817817"/>
            <a:ext cx="228600" cy="171450"/>
            <a:chOff x="4896" y="2256"/>
            <a:chExt cx="432" cy="816"/>
          </a:xfrm>
        </p:grpSpPr>
        <p:sp>
          <p:nvSpPr>
            <p:cNvPr id="6" name="Freeform 24">
              <a:extLst>
                <a:ext uri="{FF2B5EF4-FFF2-40B4-BE49-F238E27FC236}">
                  <a16:creationId xmlns:a16="http://schemas.microsoft.com/office/drawing/2014/main" id="{E3744D63-4B7E-E67F-07DA-24432A9ED95D}"/>
                </a:ext>
              </a:extLst>
            </p:cNvPr>
            <p:cNvSpPr>
              <a:spLocks/>
            </p:cNvSpPr>
            <p:nvPr/>
          </p:nvSpPr>
          <p:spPr bwMode="auto">
            <a:xfrm>
              <a:off x="4896" y="2256"/>
              <a:ext cx="432" cy="624"/>
            </a:xfrm>
            <a:custGeom>
              <a:avLst/>
              <a:gdLst>
                <a:gd name="T0" fmla="*/ 0 w 432"/>
                <a:gd name="T1" fmla="*/ 192 h 624"/>
                <a:gd name="T2" fmla="*/ 96 w 432"/>
                <a:gd name="T3" fmla="*/ 0 h 624"/>
                <a:gd name="T4" fmla="*/ 336 w 432"/>
                <a:gd name="T5" fmla="*/ 0 h 624"/>
                <a:gd name="T6" fmla="*/ 432 w 432"/>
                <a:gd name="T7" fmla="*/ 192 h 624"/>
                <a:gd name="T8" fmla="*/ 336 w 432"/>
                <a:gd name="T9" fmla="*/ 384 h 624"/>
                <a:gd name="T10" fmla="*/ 240 w 432"/>
                <a:gd name="T11" fmla="*/ 432 h 624"/>
                <a:gd name="T12" fmla="*/ 240 w 432"/>
                <a:gd name="T13" fmla="*/ 624 h 624"/>
                <a:gd name="T14" fmla="*/ 144 w 432"/>
                <a:gd name="T15" fmla="*/ 624 h 624"/>
                <a:gd name="T16" fmla="*/ 144 w 432"/>
                <a:gd name="T17" fmla="*/ 384 h 624"/>
                <a:gd name="T18" fmla="*/ 288 w 432"/>
                <a:gd name="T19" fmla="*/ 288 h 624"/>
                <a:gd name="T20" fmla="*/ 336 w 432"/>
                <a:gd name="T21" fmla="*/ 192 h 624"/>
                <a:gd name="T22" fmla="*/ 288 w 432"/>
                <a:gd name="T23" fmla="*/ 96 h 624"/>
                <a:gd name="T24" fmla="*/ 144 w 432"/>
                <a:gd name="T25" fmla="*/ 96 h 624"/>
                <a:gd name="T26" fmla="*/ 96 w 432"/>
                <a:gd name="T27" fmla="*/ 240 h 624"/>
                <a:gd name="T28" fmla="*/ 0 w 432"/>
                <a:gd name="T29" fmla="*/ 192 h 624"/>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432"/>
                <a:gd name="T46" fmla="*/ 0 h 624"/>
                <a:gd name="T47" fmla="*/ 432 w 432"/>
                <a:gd name="T48" fmla="*/ 624 h 624"/>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432" h="624">
                  <a:moveTo>
                    <a:pt x="0" y="192"/>
                  </a:moveTo>
                  <a:lnTo>
                    <a:pt x="96" y="0"/>
                  </a:lnTo>
                  <a:lnTo>
                    <a:pt x="336" y="0"/>
                  </a:lnTo>
                  <a:lnTo>
                    <a:pt x="432" y="192"/>
                  </a:lnTo>
                  <a:lnTo>
                    <a:pt x="336" y="384"/>
                  </a:lnTo>
                  <a:lnTo>
                    <a:pt x="240" y="432"/>
                  </a:lnTo>
                  <a:lnTo>
                    <a:pt x="240" y="624"/>
                  </a:lnTo>
                  <a:lnTo>
                    <a:pt x="144" y="624"/>
                  </a:lnTo>
                  <a:lnTo>
                    <a:pt x="144" y="384"/>
                  </a:lnTo>
                  <a:lnTo>
                    <a:pt x="288" y="288"/>
                  </a:lnTo>
                  <a:lnTo>
                    <a:pt x="336" y="192"/>
                  </a:lnTo>
                  <a:lnTo>
                    <a:pt x="288" y="96"/>
                  </a:lnTo>
                  <a:lnTo>
                    <a:pt x="144" y="96"/>
                  </a:lnTo>
                  <a:lnTo>
                    <a:pt x="96" y="240"/>
                  </a:lnTo>
                  <a:lnTo>
                    <a:pt x="0" y="192"/>
                  </a:lnTo>
                  <a:close/>
                </a:path>
              </a:pathLst>
            </a:custGeom>
            <a:solidFill>
              <a:schemeClr val="accent2"/>
            </a:solidFill>
            <a:ln w="9525">
              <a:solidFill>
                <a:schemeClr val="tx1"/>
              </a:solidFill>
              <a:round/>
              <a:headEnd/>
              <a:tailEnd/>
            </a:ln>
          </p:spPr>
          <p:txBody>
            <a:bodyPr/>
            <a:lstStyle/>
            <a:p>
              <a:endParaRPr lang="en-US" dirty="0"/>
            </a:p>
          </p:txBody>
        </p:sp>
        <p:sp>
          <p:nvSpPr>
            <p:cNvPr id="7" name="Freeform 25">
              <a:extLst>
                <a:ext uri="{FF2B5EF4-FFF2-40B4-BE49-F238E27FC236}">
                  <a16:creationId xmlns:a16="http://schemas.microsoft.com/office/drawing/2014/main" id="{DA39F553-4C19-24AB-ADAF-B077F24746AE}"/>
                </a:ext>
              </a:extLst>
            </p:cNvPr>
            <p:cNvSpPr>
              <a:spLocks/>
            </p:cNvSpPr>
            <p:nvPr/>
          </p:nvSpPr>
          <p:spPr bwMode="auto">
            <a:xfrm>
              <a:off x="5040" y="2976"/>
              <a:ext cx="96" cy="96"/>
            </a:xfrm>
            <a:custGeom>
              <a:avLst/>
              <a:gdLst>
                <a:gd name="T0" fmla="*/ 96 w 96"/>
                <a:gd name="T1" fmla="*/ 0 h 96"/>
                <a:gd name="T2" fmla="*/ 0 w 96"/>
                <a:gd name="T3" fmla="*/ 0 h 96"/>
                <a:gd name="T4" fmla="*/ 0 w 96"/>
                <a:gd name="T5" fmla="*/ 96 h 96"/>
                <a:gd name="T6" fmla="*/ 96 w 96"/>
                <a:gd name="T7" fmla="*/ 96 h 96"/>
                <a:gd name="T8" fmla="*/ 96 w 96"/>
                <a:gd name="T9" fmla="*/ 0 h 96"/>
                <a:gd name="T10" fmla="*/ 0 60000 65536"/>
                <a:gd name="T11" fmla="*/ 0 60000 65536"/>
                <a:gd name="T12" fmla="*/ 0 60000 65536"/>
                <a:gd name="T13" fmla="*/ 0 60000 65536"/>
                <a:gd name="T14" fmla="*/ 0 60000 65536"/>
                <a:gd name="T15" fmla="*/ 0 w 96"/>
                <a:gd name="T16" fmla="*/ 0 h 96"/>
                <a:gd name="T17" fmla="*/ 96 w 96"/>
                <a:gd name="T18" fmla="*/ 96 h 96"/>
              </a:gdLst>
              <a:ahLst/>
              <a:cxnLst>
                <a:cxn ang="T10">
                  <a:pos x="T0" y="T1"/>
                </a:cxn>
                <a:cxn ang="T11">
                  <a:pos x="T2" y="T3"/>
                </a:cxn>
                <a:cxn ang="T12">
                  <a:pos x="T4" y="T5"/>
                </a:cxn>
                <a:cxn ang="T13">
                  <a:pos x="T6" y="T7"/>
                </a:cxn>
                <a:cxn ang="T14">
                  <a:pos x="T8" y="T9"/>
                </a:cxn>
              </a:cxnLst>
              <a:rect l="T15" t="T16" r="T17" b="T18"/>
              <a:pathLst>
                <a:path w="96" h="96">
                  <a:moveTo>
                    <a:pt x="96" y="0"/>
                  </a:moveTo>
                  <a:lnTo>
                    <a:pt x="0" y="0"/>
                  </a:lnTo>
                  <a:lnTo>
                    <a:pt x="0" y="96"/>
                  </a:lnTo>
                  <a:lnTo>
                    <a:pt x="96" y="96"/>
                  </a:lnTo>
                  <a:lnTo>
                    <a:pt x="96" y="0"/>
                  </a:lnTo>
                  <a:close/>
                </a:path>
              </a:pathLst>
            </a:custGeom>
            <a:solidFill>
              <a:schemeClr val="accent2"/>
            </a:solidFill>
            <a:ln w="9525">
              <a:solidFill>
                <a:schemeClr val="tx1"/>
              </a:solidFill>
              <a:round/>
              <a:headEnd/>
              <a:tailEnd/>
            </a:ln>
          </p:spPr>
          <p:txBody>
            <a:bodyPr/>
            <a:lstStyle/>
            <a:p>
              <a:endParaRPr lang="en-US"/>
            </a:p>
          </p:txBody>
        </p:sp>
      </p:grpSp>
      <p:grpSp>
        <p:nvGrpSpPr>
          <p:cNvPr id="11" name="Group 20">
            <a:extLst>
              <a:ext uri="{FF2B5EF4-FFF2-40B4-BE49-F238E27FC236}">
                <a16:creationId xmlns:a16="http://schemas.microsoft.com/office/drawing/2014/main" id="{C1E869FE-A6CB-1B58-52B9-8F24ECFBCFAE}"/>
              </a:ext>
            </a:extLst>
          </p:cNvPr>
          <p:cNvGrpSpPr>
            <a:grpSpLocks/>
          </p:cNvGrpSpPr>
          <p:nvPr/>
        </p:nvGrpSpPr>
        <p:grpSpPr bwMode="auto">
          <a:xfrm>
            <a:off x="609600" y="2876550"/>
            <a:ext cx="228600" cy="171450"/>
            <a:chOff x="4896" y="2256"/>
            <a:chExt cx="432" cy="816"/>
          </a:xfrm>
        </p:grpSpPr>
        <p:sp>
          <p:nvSpPr>
            <p:cNvPr id="12" name="Freeform 21">
              <a:extLst>
                <a:ext uri="{FF2B5EF4-FFF2-40B4-BE49-F238E27FC236}">
                  <a16:creationId xmlns:a16="http://schemas.microsoft.com/office/drawing/2014/main" id="{269DAEE7-3F42-8820-5619-3FEDAB46055B}"/>
                </a:ext>
              </a:extLst>
            </p:cNvPr>
            <p:cNvSpPr>
              <a:spLocks/>
            </p:cNvSpPr>
            <p:nvPr/>
          </p:nvSpPr>
          <p:spPr bwMode="auto">
            <a:xfrm>
              <a:off x="4896" y="2256"/>
              <a:ext cx="432" cy="624"/>
            </a:xfrm>
            <a:custGeom>
              <a:avLst/>
              <a:gdLst>
                <a:gd name="T0" fmla="*/ 0 w 432"/>
                <a:gd name="T1" fmla="*/ 192 h 624"/>
                <a:gd name="T2" fmla="*/ 96 w 432"/>
                <a:gd name="T3" fmla="*/ 0 h 624"/>
                <a:gd name="T4" fmla="*/ 336 w 432"/>
                <a:gd name="T5" fmla="*/ 0 h 624"/>
                <a:gd name="T6" fmla="*/ 432 w 432"/>
                <a:gd name="T7" fmla="*/ 192 h 624"/>
                <a:gd name="T8" fmla="*/ 336 w 432"/>
                <a:gd name="T9" fmla="*/ 384 h 624"/>
                <a:gd name="T10" fmla="*/ 240 w 432"/>
                <a:gd name="T11" fmla="*/ 432 h 624"/>
                <a:gd name="T12" fmla="*/ 240 w 432"/>
                <a:gd name="T13" fmla="*/ 624 h 624"/>
                <a:gd name="T14" fmla="*/ 144 w 432"/>
                <a:gd name="T15" fmla="*/ 624 h 624"/>
                <a:gd name="T16" fmla="*/ 144 w 432"/>
                <a:gd name="T17" fmla="*/ 384 h 624"/>
                <a:gd name="T18" fmla="*/ 288 w 432"/>
                <a:gd name="T19" fmla="*/ 288 h 624"/>
                <a:gd name="T20" fmla="*/ 336 w 432"/>
                <a:gd name="T21" fmla="*/ 192 h 624"/>
                <a:gd name="T22" fmla="*/ 288 w 432"/>
                <a:gd name="T23" fmla="*/ 96 h 624"/>
                <a:gd name="T24" fmla="*/ 144 w 432"/>
                <a:gd name="T25" fmla="*/ 96 h 624"/>
                <a:gd name="T26" fmla="*/ 96 w 432"/>
                <a:gd name="T27" fmla="*/ 240 h 624"/>
                <a:gd name="T28" fmla="*/ 0 w 432"/>
                <a:gd name="T29" fmla="*/ 192 h 624"/>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432"/>
                <a:gd name="T46" fmla="*/ 0 h 624"/>
                <a:gd name="T47" fmla="*/ 432 w 432"/>
                <a:gd name="T48" fmla="*/ 624 h 624"/>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432" h="624">
                  <a:moveTo>
                    <a:pt x="0" y="192"/>
                  </a:moveTo>
                  <a:lnTo>
                    <a:pt x="96" y="0"/>
                  </a:lnTo>
                  <a:lnTo>
                    <a:pt x="336" y="0"/>
                  </a:lnTo>
                  <a:lnTo>
                    <a:pt x="432" y="192"/>
                  </a:lnTo>
                  <a:lnTo>
                    <a:pt x="336" y="384"/>
                  </a:lnTo>
                  <a:lnTo>
                    <a:pt x="240" y="432"/>
                  </a:lnTo>
                  <a:lnTo>
                    <a:pt x="240" y="624"/>
                  </a:lnTo>
                  <a:lnTo>
                    <a:pt x="144" y="624"/>
                  </a:lnTo>
                  <a:lnTo>
                    <a:pt x="144" y="384"/>
                  </a:lnTo>
                  <a:lnTo>
                    <a:pt x="288" y="288"/>
                  </a:lnTo>
                  <a:lnTo>
                    <a:pt x="336" y="192"/>
                  </a:lnTo>
                  <a:lnTo>
                    <a:pt x="288" y="96"/>
                  </a:lnTo>
                  <a:lnTo>
                    <a:pt x="144" y="96"/>
                  </a:lnTo>
                  <a:lnTo>
                    <a:pt x="96" y="240"/>
                  </a:lnTo>
                  <a:lnTo>
                    <a:pt x="0" y="192"/>
                  </a:lnTo>
                  <a:close/>
                </a:path>
              </a:pathLst>
            </a:custGeom>
            <a:solidFill>
              <a:schemeClr val="accent2"/>
            </a:solidFill>
            <a:ln w="9525">
              <a:solidFill>
                <a:schemeClr val="tx1"/>
              </a:solidFill>
              <a:round/>
              <a:headEnd/>
              <a:tailEnd/>
            </a:ln>
          </p:spPr>
          <p:txBody>
            <a:bodyPr/>
            <a:lstStyle/>
            <a:p>
              <a:endParaRPr lang="en-US"/>
            </a:p>
          </p:txBody>
        </p:sp>
        <p:sp>
          <p:nvSpPr>
            <p:cNvPr id="13" name="Freeform 22">
              <a:extLst>
                <a:ext uri="{FF2B5EF4-FFF2-40B4-BE49-F238E27FC236}">
                  <a16:creationId xmlns:a16="http://schemas.microsoft.com/office/drawing/2014/main" id="{026884E5-1A55-9254-9EC7-BA288B9B1DD1}"/>
                </a:ext>
              </a:extLst>
            </p:cNvPr>
            <p:cNvSpPr>
              <a:spLocks/>
            </p:cNvSpPr>
            <p:nvPr/>
          </p:nvSpPr>
          <p:spPr bwMode="auto">
            <a:xfrm>
              <a:off x="5040" y="2976"/>
              <a:ext cx="96" cy="96"/>
            </a:xfrm>
            <a:custGeom>
              <a:avLst/>
              <a:gdLst>
                <a:gd name="T0" fmla="*/ 96 w 96"/>
                <a:gd name="T1" fmla="*/ 0 h 96"/>
                <a:gd name="T2" fmla="*/ 0 w 96"/>
                <a:gd name="T3" fmla="*/ 0 h 96"/>
                <a:gd name="T4" fmla="*/ 0 w 96"/>
                <a:gd name="T5" fmla="*/ 96 h 96"/>
                <a:gd name="T6" fmla="*/ 96 w 96"/>
                <a:gd name="T7" fmla="*/ 96 h 96"/>
                <a:gd name="T8" fmla="*/ 96 w 96"/>
                <a:gd name="T9" fmla="*/ 0 h 96"/>
                <a:gd name="T10" fmla="*/ 0 60000 65536"/>
                <a:gd name="T11" fmla="*/ 0 60000 65536"/>
                <a:gd name="T12" fmla="*/ 0 60000 65536"/>
                <a:gd name="T13" fmla="*/ 0 60000 65536"/>
                <a:gd name="T14" fmla="*/ 0 60000 65536"/>
                <a:gd name="T15" fmla="*/ 0 w 96"/>
                <a:gd name="T16" fmla="*/ 0 h 96"/>
                <a:gd name="T17" fmla="*/ 96 w 96"/>
                <a:gd name="T18" fmla="*/ 96 h 96"/>
              </a:gdLst>
              <a:ahLst/>
              <a:cxnLst>
                <a:cxn ang="T10">
                  <a:pos x="T0" y="T1"/>
                </a:cxn>
                <a:cxn ang="T11">
                  <a:pos x="T2" y="T3"/>
                </a:cxn>
                <a:cxn ang="T12">
                  <a:pos x="T4" y="T5"/>
                </a:cxn>
                <a:cxn ang="T13">
                  <a:pos x="T6" y="T7"/>
                </a:cxn>
                <a:cxn ang="T14">
                  <a:pos x="T8" y="T9"/>
                </a:cxn>
              </a:cxnLst>
              <a:rect l="T15" t="T16" r="T17" b="T18"/>
              <a:pathLst>
                <a:path w="96" h="96">
                  <a:moveTo>
                    <a:pt x="96" y="0"/>
                  </a:moveTo>
                  <a:lnTo>
                    <a:pt x="0" y="0"/>
                  </a:lnTo>
                  <a:lnTo>
                    <a:pt x="0" y="96"/>
                  </a:lnTo>
                  <a:lnTo>
                    <a:pt x="96" y="96"/>
                  </a:lnTo>
                  <a:lnTo>
                    <a:pt x="96" y="0"/>
                  </a:lnTo>
                  <a:close/>
                </a:path>
              </a:pathLst>
            </a:custGeom>
            <a:solidFill>
              <a:schemeClr val="accent2"/>
            </a:solidFill>
            <a:ln w="9525">
              <a:solidFill>
                <a:schemeClr val="tx1"/>
              </a:solidFill>
              <a:round/>
              <a:headEnd/>
              <a:tailEnd/>
            </a:ln>
          </p:spPr>
          <p:txBody>
            <a:bodyPr/>
            <a:lstStyle/>
            <a:p>
              <a:endParaRPr lang="en-US"/>
            </a:p>
          </p:txBody>
        </p:sp>
      </p:grpSp>
    </p:spTree>
    <p:extLst>
      <p:ext uri="{BB962C8B-B14F-4D97-AF65-F5344CB8AC3E}">
        <p14:creationId xmlns:p14="http://schemas.microsoft.com/office/powerpoint/2010/main" val="47084511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p:txBody>
          <a:bodyPr/>
          <a:lstStyle/>
          <a:p>
            <a:pPr eaLnBrk="1" hangingPunct="1"/>
            <a:r>
              <a:rPr lang="vi-VN"/>
              <a:t>Trò chơi</a:t>
            </a:r>
          </a:p>
        </p:txBody>
      </p:sp>
      <p:sp>
        <p:nvSpPr>
          <p:cNvPr id="551939" name="Rectangle 3"/>
          <p:cNvSpPr>
            <a:spLocks noGrp="1" noChangeArrowheads="1"/>
          </p:cNvSpPr>
          <p:nvPr>
            <p:ph type="body" idx="1"/>
          </p:nvPr>
        </p:nvSpPr>
        <p:spPr>
          <a:xfrm>
            <a:off x="304800" y="971550"/>
            <a:ext cx="8534400" cy="3546873"/>
          </a:xfrm>
        </p:spPr>
        <p:txBody>
          <a:bodyPr/>
          <a:lstStyle/>
          <a:p>
            <a:pPr eaLnBrk="1" hangingPunct="1">
              <a:lnSpc>
                <a:spcPct val="80000"/>
              </a:lnSpc>
            </a:pPr>
            <a:r>
              <a:rPr lang="vi-VN" sz="1500" dirty="0"/>
              <a:t>Dấu ấn: Tháng Năm năm 1997: Deep Blue và Kasparov</a:t>
            </a:r>
          </a:p>
          <a:p>
            <a:pPr lvl="1" eaLnBrk="1" hangingPunct="1">
              <a:lnSpc>
                <a:spcPct val="80000"/>
              </a:lnSpc>
            </a:pPr>
            <a:r>
              <a:rPr lang="vi-VN" sz="1400" dirty="0"/>
              <a:t>Trận thắng đầu tiên của máy với nhà vô địch đương thời</a:t>
            </a:r>
          </a:p>
          <a:p>
            <a:pPr lvl="1" eaLnBrk="1" hangingPunct="1">
              <a:lnSpc>
                <a:spcPct val="80000"/>
              </a:lnSpc>
            </a:pPr>
            <a:r>
              <a:rPr lang="vi-VN" sz="1400" dirty="0"/>
              <a:t>Khả năng chơi “thông minh – sáng tạo”</a:t>
            </a:r>
          </a:p>
          <a:p>
            <a:pPr lvl="1" eaLnBrk="1" hangingPunct="1">
              <a:lnSpc>
                <a:spcPct val="80000"/>
              </a:lnSpc>
            </a:pPr>
            <a:r>
              <a:rPr lang="vi-VN" sz="1400" dirty="0"/>
              <a:t>Ước lượng 200 triệu thế cờ / giây</a:t>
            </a:r>
          </a:p>
          <a:p>
            <a:pPr lvl="1" eaLnBrk="1" hangingPunct="1">
              <a:lnSpc>
                <a:spcPct val="80000"/>
              </a:lnSpc>
            </a:pPr>
            <a:r>
              <a:rPr lang="vi-VN" sz="1400" dirty="0"/>
              <a:t>Con người hiểu 99.9% các nước đi của Deep Blue</a:t>
            </a:r>
          </a:p>
          <a:p>
            <a:pPr lvl="1" eaLnBrk="1" hangingPunct="1">
              <a:lnSpc>
                <a:spcPct val="80000"/>
              </a:lnSpc>
            </a:pPr>
            <a:r>
              <a:rPr lang="vi-VN" sz="1400" dirty="0"/>
              <a:t>Ngày nay có thể chạy trên PC</a:t>
            </a:r>
          </a:p>
          <a:p>
            <a:pPr eaLnBrk="1" hangingPunct="1">
              <a:lnSpc>
                <a:spcPct val="80000"/>
              </a:lnSpc>
            </a:pPr>
            <a:endParaRPr lang="vi-VN" sz="800" dirty="0"/>
          </a:p>
          <a:p>
            <a:pPr eaLnBrk="1" hangingPunct="1">
              <a:lnSpc>
                <a:spcPct val="80000"/>
              </a:lnSpc>
            </a:pPr>
            <a:r>
              <a:rPr lang="vi-VN" sz="1500" dirty="0"/>
              <a:t>Câu hỏi mở:</a:t>
            </a:r>
          </a:p>
          <a:p>
            <a:pPr lvl="1" eaLnBrk="1" hangingPunct="1">
              <a:lnSpc>
                <a:spcPct val="80000"/>
              </a:lnSpc>
            </a:pPr>
            <a:r>
              <a:rPr lang="vi-VN" sz="1400" dirty="0"/>
              <a:t>Con người duyệt qua không gian các thế cờ thế nào ?</a:t>
            </a:r>
          </a:p>
          <a:p>
            <a:pPr lvl="1" eaLnBrk="1" hangingPunct="1">
              <a:lnSpc>
                <a:spcPct val="80000"/>
              </a:lnSpc>
            </a:pPr>
            <a:r>
              <a:rPr lang="vi-VN" sz="1400" dirty="0"/>
              <a:t>Con người có thể thắng máy không ?</a:t>
            </a:r>
          </a:p>
          <a:p>
            <a:pPr eaLnBrk="1" hangingPunct="1">
              <a:lnSpc>
                <a:spcPct val="80000"/>
              </a:lnSpc>
            </a:pPr>
            <a:endParaRPr lang="vi-VN" sz="800" dirty="0"/>
          </a:p>
          <a:p>
            <a:pPr eaLnBrk="1" hangingPunct="1">
              <a:lnSpc>
                <a:spcPct val="80000"/>
              </a:lnSpc>
            </a:pPr>
            <a:r>
              <a:rPr lang="vi-VN" sz="1500" dirty="0"/>
              <a:t>1996: Kasparov thắng Deep Blue</a:t>
            </a:r>
          </a:p>
          <a:p>
            <a:pPr eaLnBrk="1" hangingPunct="1">
              <a:lnSpc>
                <a:spcPct val="80000"/>
              </a:lnSpc>
              <a:buFont typeface="Wingdings" pitchFamily="2" charset="2"/>
              <a:buNone/>
            </a:pPr>
            <a:r>
              <a:rPr lang="vi-VN" sz="1400" dirty="0"/>
              <a:t>	</a:t>
            </a:r>
            <a:r>
              <a:rPr lang="vi-VN" sz="1400" dirty="0">
                <a:solidFill>
                  <a:schemeClr val="tx1"/>
                </a:solidFill>
              </a:rPr>
              <a:t>“I could feel --- I could smell --- a new kind of intelligence across the table.”</a:t>
            </a:r>
          </a:p>
          <a:p>
            <a:pPr eaLnBrk="1" hangingPunct="1">
              <a:lnSpc>
                <a:spcPct val="80000"/>
              </a:lnSpc>
            </a:pPr>
            <a:endParaRPr lang="vi-VN" sz="800" dirty="0"/>
          </a:p>
          <a:p>
            <a:pPr eaLnBrk="1" hangingPunct="1">
              <a:lnSpc>
                <a:spcPct val="80000"/>
              </a:lnSpc>
            </a:pPr>
            <a:r>
              <a:rPr lang="vi-VN" sz="1500" dirty="0"/>
              <a:t>1997: Deep Blue thắng Kasparov</a:t>
            </a:r>
          </a:p>
          <a:p>
            <a:pPr eaLnBrk="1" hangingPunct="1">
              <a:lnSpc>
                <a:spcPct val="80000"/>
              </a:lnSpc>
              <a:buFont typeface="Wingdings" pitchFamily="2" charset="2"/>
              <a:buNone/>
            </a:pPr>
            <a:r>
              <a:rPr lang="vi-VN" sz="1500" b="1" dirty="0"/>
              <a:t>	</a:t>
            </a:r>
            <a:r>
              <a:rPr lang="vi-VN" sz="1400" dirty="0">
                <a:solidFill>
                  <a:schemeClr val="tx1"/>
                </a:solidFill>
              </a:rPr>
              <a:t>“Deep Blue hasn't proven anything.”</a:t>
            </a:r>
          </a:p>
          <a:p>
            <a:pPr eaLnBrk="1" hangingPunct="1">
              <a:lnSpc>
                <a:spcPct val="80000"/>
              </a:lnSpc>
            </a:pPr>
            <a:endParaRPr lang="vi-VN" sz="400" dirty="0"/>
          </a:p>
          <a:p>
            <a:pPr eaLnBrk="1" hangingPunct="1">
              <a:lnSpc>
                <a:spcPct val="80000"/>
              </a:lnSpc>
            </a:pPr>
            <a:r>
              <a:rPr lang="vi-VN" sz="1500" dirty="0"/>
              <a:t>Gần đây, đột phá trong các trò chơi dạng thông tin đầy đủ, VD. Cờ vây!</a:t>
            </a:r>
          </a:p>
          <a:p>
            <a:pPr eaLnBrk="1" hangingPunct="1">
              <a:lnSpc>
                <a:spcPct val="80000"/>
              </a:lnSpc>
            </a:pPr>
            <a:endParaRPr lang="vi-VN" sz="1400" dirty="0">
              <a:solidFill>
                <a:schemeClr val="tx1"/>
              </a:solidFill>
            </a:endParaRPr>
          </a:p>
        </p:txBody>
      </p:sp>
      <p:sp>
        <p:nvSpPr>
          <p:cNvPr id="20484" name="Text Box 4"/>
          <p:cNvSpPr txBox="1">
            <a:spLocks noChangeArrowheads="1"/>
          </p:cNvSpPr>
          <p:nvPr/>
        </p:nvSpPr>
        <p:spPr bwMode="auto">
          <a:xfrm>
            <a:off x="3048000" y="4857750"/>
            <a:ext cx="3543300" cy="223136"/>
          </a:xfrm>
          <a:prstGeom prst="rect">
            <a:avLst/>
          </a:prstGeom>
          <a:noFill/>
          <a:ln w="9525">
            <a:noFill/>
            <a:miter lim="800000"/>
            <a:headEnd/>
            <a:tailEnd/>
          </a:ln>
        </p:spPr>
        <p:txBody>
          <a:bodyPr lIns="68579" tIns="34289" rIns="68579" bIns="34289">
            <a:spAutoFit/>
          </a:bodyPr>
          <a:lstStyle/>
          <a:p>
            <a:pPr>
              <a:spcBef>
                <a:spcPct val="50000"/>
              </a:spcBef>
            </a:pPr>
            <a:r>
              <a:rPr lang="vi-VN" sz="1000" dirty="0"/>
              <a:t>Lấy từ Bart Selman, Hình ảnh từ IBM’s Deep Blue</a:t>
            </a:r>
          </a:p>
        </p:txBody>
      </p:sp>
      <p:pic>
        <p:nvPicPr>
          <p:cNvPr id="20485" name="Picture 6" descr="Image_9"/>
          <p:cNvPicPr>
            <a:picLocks noChangeAspect="1" noChangeArrowheads="1"/>
          </p:cNvPicPr>
          <p:nvPr/>
        </p:nvPicPr>
        <p:blipFill>
          <a:blip r:embed="rId3" cstate="print"/>
          <a:srcRect l="7556" r="31995"/>
          <a:stretch>
            <a:fillRect/>
          </a:stretch>
        </p:blipFill>
        <p:spPr bwMode="auto">
          <a:xfrm>
            <a:off x="6553200" y="1352550"/>
            <a:ext cx="1724025" cy="1883569"/>
          </a:xfrm>
          <a:prstGeom prst="rect">
            <a:avLst/>
          </a:prstGeom>
          <a:noFill/>
          <a:ln w="9525">
            <a:noFill/>
            <a:miter lim="800000"/>
            <a:headEnd/>
            <a:tailEnd/>
          </a:ln>
        </p:spPr>
      </p:pic>
    </p:spTree>
    <p:extLst>
      <p:ext uri="{BB962C8B-B14F-4D97-AF65-F5344CB8AC3E}">
        <p14:creationId xmlns:p14="http://schemas.microsoft.com/office/powerpoint/2010/main" val="378148447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p:txBody>
          <a:bodyPr/>
          <a:lstStyle/>
          <a:p>
            <a:pPr eaLnBrk="1" hangingPunct="1"/>
            <a:r>
              <a:rPr lang="vi-VN" dirty="0"/>
              <a:t>L</a:t>
            </a:r>
            <a:r>
              <a:rPr lang="en-US" dirty="0" err="1"/>
              <a:t>ogic</a:t>
            </a:r>
            <a:endParaRPr lang="vi-VN" dirty="0"/>
          </a:p>
        </p:txBody>
      </p:sp>
      <p:sp>
        <p:nvSpPr>
          <p:cNvPr id="19459" name="Rectangle 3"/>
          <p:cNvSpPr>
            <a:spLocks noGrp="1" noChangeArrowheads="1"/>
          </p:cNvSpPr>
          <p:nvPr>
            <p:ph type="body" idx="1"/>
          </p:nvPr>
        </p:nvSpPr>
        <p:spPr>
          <a:xfrm>
            <a:off x="685800" y="1200151"/>
            <a:ext cx="4724400" cy="3394472"/>
          </a:xfrm>
        </p:spPr>
        <p:txBody>
          <a:bodyPr/>
          <a:lstStyle/>
          <a:p>
            <a:pPr eaLnBrk="1" hangingPunct="1"/>
            <a:r>
              <a:rPr lang="vi-VN" sz="2100"/>
              <a:t>Hệ thống logic</a:t>
            </a:r>
          </a:p>
          <a:p>
            <a:pPr lvl="1" eaLnBrk="1" hangingPunct="1"/>
            <a:r>
              <a:rPr lang="vi-VN" sz="1800"/>
              <a:t>Chứng minh định lý</a:t>
            </a:r>
          </a:p>
          <a:p>
            <a:pPr lvl="1" eaLnBrk="1" hangingPunct="1"/>
            <a:r>
              <a:rPr lang="vi-VN" sz="1800"/>
              <a:t>Chẩn đoán lỗi (NASA)</a:t>
            </a:r>
          </a:p>
          <a:p>
            <a:pPr lvl="1" eaLnBrk="1" hangingPunct="1"/>
            <a:r>
              <a:rPr lang="vi-VN" sz="1800"/>
              <a:t>Hỏi đáp</a:t>
            </a:r>
          </a:p>
          <a:p>
            <a:pPr lvl="1" eaLnBrk="1" hangingPunct="1"/>
            <a:endParaRPr lang="vi-VN" sz="1800"/>
          </a:p>
          <a:p>
            <a:pPr eaLnBrk="1" hangingPunct="1"/>
            <a:r>
              <a:rPr lang="vi-VN" sz="2100"/>
              <a:t>Phương pháp:</a:t>
            </a:r>
          </a:p>
          <a:p>
            <a:pPr lvl="1" eaLnBrk="1" hangingPunct="1"/>
            <a:r>
              <a:rPr lang="vi-VN" sz="1800"/>
              <a:t>Suy diễn – lập luận</a:t>
            </a:r>
          </a:p>
          <a:p>
            <a:pPr lvl="1" eaLnBrk="1" hangingPunct="1"/>
            <a:r>
              <a:rPr lang="vi-VN" sz="1800"/>
              <a:t>Bài toán thỏa mãn ràng buộc</a:t>
            </a:r>
          </a:p>
        </p:txBody>
      </p:sp>
      <p:pic>
        <p:nvPicPr>
          <p:cNvPr id="19460" name="Picture 4"/>
          <p:cNvPicPr>
            <a:picLocks noChangeAspect="1" noChangeArrowheads="1"/>
          </p:cNvPicPr>
          <p:nvPr/>
        </p:nvPicPr>
        <p:blipFill>
          <a:blip r:embed="rId2" cstate="print"/>
          <a:srcRect r="15189"/>
          <a:stretch>
            <a:fillRect/>
          </a:stretch>
        </p:blipFill>
        <p:spPr bwMode="auto">
          <a:xfrm>
            <a:off x="5410200" y="1352550"/>
            <a:ext cx="2928938" cy="3050381"/>
          </a:xfrm>
          <a:prstGeom prst="rect">
            <a:avLst/>
          </a:prstGeom>
          <a:noFill/>
          <a:ln w="9525">
            <a:noFill/>
            <a:miter lim="800000"/>
            <a:headEnd/>
            <a:tailEnd/>
          </a:ln>
        </p:spPr>
      </p:pic>
      <p:sp>
        <p:nvSpPr>
          <p:cNvPr id="19461" name="Text Box 5"/>
          <p:cNvSpPr txBox="1">
            <a:spLocks noChangeArrowheads="1"/>
          </p:cNvSpPr>
          <p:nvPr/>
        </p:nvSpPr>
        <p:spPr bwMode="auto">
          <a:xfrm>
            <a:off x="6362700" y="4857751"/>
            <a:ext cx="1714500" cy="242372"/>
          </a:xfrm>
          <a:prstGeom prst="rect">
            <a:avLst/>
          </a:prstGeom>
          <a:noFill/>
          <a:ln w="9525">
            <a:noFill/>
            <a:miter lim="800000"/>
            <a:headEnd/>
            <a:tailEnd/>
          </a:ln>
        </p:spPr>
        <p:txBody>
          <a:bodyPr lIns="68579" tIns="34289" rIns="68579" bIns="34289">
            <a:spAutoFit/>
          </a:bodyPr>
          <a:lstStyle/>
          <a:p>
            <a:pPr>
              <a:spcBef>
                <a:spcPct val="50000"/>
              </a:spcBef>
            </a:pPr>
            <a:r>
              <a:rPr lang="vi-VN" sz="1100" dirty="0">
                <a:latin typeface="Calibri"/>
                <a:cs typeface="Calibri"/>
              </a:rPr>
              <a:t>Hình ảnh từ </a:t>
            </a:r>
            <a:r>
              <a:rPr lang="vi-VN" sz="1100" dirty="0" err="1">
                <a:latin typeface="Calibri"/>
                <a:cs typeface="Calibri"/>
              </a:rPr>
              <a:t>Bart</a:t>
            </a:r>
            <a:r>
              <a:rPr lang="vi-VN" sz="1100" dirty="0">
                <a:latin typeface="Calibri"/>
                <a:cs typeface="Calibri"/>
              </a:rPr>
              <a:t> </a:t>
            </a:r>
            <a:r>
              <a:rPr lang="vi-VN" sz="1100" dirty="0" err="1">
                <a:latin typeface="Calibri"/>
                <a:cs typeface="Calibri"/>
              </a:rPr>
              <a:t>Selman</a:t>
            </a:r>
            <a:endParaRPr lang="vi-VN" sz="1100" dirty="0">
              <a:latin typeface="Calibri"/>
              <a:cs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p:txBody>
          <a:bodyPr/>
          <a:lstStyle/>
          <a:p>
            <a:pPr eaLnBrk="1" hangingPunct="1"/>
            <a:r>
              <a:rPr lang="en-US" dirty="0">
                <a:solidFill>
                  <a:schemeClr val="tx1"/>
                </a:solidFill>
              </a:rPr>
              <a:t>N</a:t>
            </a:r>
            <a:r>
              <a:rPr lang="vi-VN" dirty="0" err="1">
                <a:solidFill>
                  <a:schemeClr val="tx1"/>
                </a:solidFill>
              </a:rPr>
              <a:t>gôn</a:t>
            </a:r>
            <a:r>
              <a:rPr lang="vi-VN" dirty="0">
                <a:solidFill>
                  <a:schemeClr val="tx1"/>
                </a:solidFill>
              </a:rPr>
              <a:t> ngữ tự nhiên</a:t>
            </a:r>
          </a:p>
        </p:txBody>
      </p:sp>
      <p:sp>
        <p:nvSpPr>
          <p:cNvPr id="542723" name="Rectangle 3"/>
          <p:cNvSpPr>
            <a:spLocks noGrp="1" noChangeArrowheads="1"/>
          </p:cNvSpPr>
          <p:nvPr>
            <p:ph type="body" idx="1"/>
          </p:nvPr>
        </p:nvSpPr>
        <p:spPr>
          <a:xfrm>
            <a:off x="342900" y="1034104"/>
            <a:ext cx="6400800" cy="3714750"/>
          </a:xfrm>
        </p:spPr>
        <p:txBody>
          <a:bodyPr/>
          <a:lstStyle/>
          <a:p>
            <a:pPr eaLnBrk="1" hangingPunct="1">
              <a:lnSpc>
                <a:spcPct val="80000"/>
              </a:lnSpc>
            </a:pPr>
            <a:r>
              <a:rPr lang="vi-VN" sz="1800" dirty="0"/>
              <a:t>Công nghệ giọng nói (VD. Siri)</a:t>
            </a:r>
          </a:p>
          <a:p>
            <a:pPr lvl="1" eaLnBrk="1" hangingPunct="1">
              <a:lnSpc>
                <a:spcPct val="80000"/>
              </a:lnSpc>
            </a:pPr>
            <a:r>
              <a:rPr lang="vi-VN" sz="1500" dirty="0"/>
              <a:t>Nhận dạng giọng nói (ASR)</a:t>
            </a:r>
          </a:p>
          <a:p>
            <a:pPr lvl="1" eaLnBrk="1" hangingPunct="1">
              <a:lnSpc>
                <a:spcPct val="80000"/>
              </a:lnSpc>
            </a:pPr>
            <a:r>
              <a:rPr lang="vi-VN" sz="1500" dirty="0"/>
              <a:t>Tổng hợp giọng nói (TTS)</a:t>
            </a:r>
          </a:p>
          <a:p>
            <a:pPr lvl="1" eaLnBrk="1" hangingPunct="1">
              <a:lnSpc>
                <a:spcPct val="80000"/>
              </a:lnSpc>
            </a:pPr>
            <a:r>
              <a:rPr lang="vi-VN" sz="1500" dirty="0"/>
              <a:t>Hệ thống hội thoại</a:t>
            </a:r>
          </a:p>
          <a:p>
            <a:pPr lvl="1" eaLnBrk="1" hangingPunct="1">
              <a:lnSpc>
                <a:spcPct val="80000"/>
              </a:lnSpc>
            </a:pPr>
            <a:endParaRPr lang="vi-VN" sz="1500" dirty="0"/>
          </a:p>
          <a:p>
            <a:pPr eaLnBrk="1" hangingPunct="1">
              <a:lnSpc>
                <a:spcPct val="80000"/>
              </a:lnSpc>
            </a:pPr>
            <a:r>
              <a:rPr lang="vi-VN" sz="1800" dirty="0"/>
              <a:t>Công nghệ xử lý ngôn ngữ</a:t>
            </a:r>
          </a:p>
          <a:p>
            <a:pPr lvl="1" eaLnBrk="1" hangingPunct="1">
              <a:lnSpc>
                <a:spcPct val="80000"/>
              </a:lnSpc>
            </a:pPr>
            <a:r>
              <a:rPr lang="vi-VN" sz="1500" dirty="0"/>
              <a:t>Trả lời câu hỏi</a:t>
            </a:r>
          </a:p>
          <a:p>
            <a:pPr lvl="1" eaLnBrk="1" hangingPunct="1">
              <a:lnSpc>
                <a:spcPct val="80000"/>
              </a:lnSpc>
            </a:pPr>
            <a:r>
              <a:rPr lang="vi-VN" sz="1500" dirty="0"/>
              <a:t>Dịch máy</a:t>
            </a:r>
          </a:p>
          <a:p>
            <a:pPr lvl="1" eaLnBrk="1" hangingPunct="1">
              <a:lnSpc>
                <a:spcPct val="80000"/>
              </a:lnSpc>
            </a:pPr>
            <a:endParaRPr lang="vi-VN" sz="1500" dirty="0"/>
          </a:p>
          <a:p>
            <a:pPr lvl="1" eaLnBrk="1" hangingPunct="1">
              <a:lnSpc>
                <a:spcPct val="80000"/>
              </a:lnSpc>
            </a:pPr>
            <a:endParaRPr lang="vi-VN" sz="1500" dirty="0"/>
          </a:p>
          <a:p>
            <a:pPr lvl="1" eaLnBrk="1" hangingPunct="1">
              <a:lnSpc>
                <a:spcPct val="80000"/>
              </a:lnSpc>
            </a:pPr>
            <a:endParaRPr lang="vi-VN" sz="1500" dirty="0"/>
          </a:p>
          <a:p>
            <a:pPr lvl="1" eaLnBrk="1" hangingPunct="1">
              <a:lnSpc>
                <a:spcPct val="80000"/>
              </a:lnSpc>
            </a:pPr>
            <a:endParaRPr lang="vi-VN" sz="1500" dirty="0"/>
          </a:p>
          <a:p>
            <a:pPr lvl="1" eaLnBrk="1" hangingPunct="1">
              <a:lnSpc>
                <a:spcPct val="80000"/>
              </a:lnSpc>
              <a:buFont typeface="Wingdings" pitchFamily="2" charset="2"/>
              <a:buNone/>
            </a:pPr>
            <a:r>
              <a:rPr lang="vi-VN" sz="1500" dirty="0"/>
              <a:t>	</a:t>
            </a:r>
          </a:p>
          <a:p>
            <a:pPr lvl="1" eaLnBrk="1" hangingPunct="1">
              <a:lnSpc>
                <a:spcPct val="80000"/>
              </a:lnSpc>
            </a:pPr>
            <a:endParaRPr lang="vi-VN" sz="1500" dirty="0"/>
          </a:p>
          <a:p>
            <a:pPr lvl="1" eaLnBrk="1" hangingPunct="1">
              <a:lnSpc>
                <a:spcPct val="80000"/>
              </a:lnSpc>
            </a:pPr>
            <a:r>
              <a:rPr lang="vi-VN" sz="1500" dirty="0"/>
              <a:t>Tìm kiếm trên Web</a:t>
            </a:r>
          </a:p>
          <a:p>
            <a:pPr lvl="1" eaLnBrk="1" hangingPunct="1">
              <a:lnSpc>
                <a:spcPct val="80000"/>
              </a:lnSpc>
            </a:pPr>
            <a:r>
              <a:rPr lang="vi-VN" sz="1500" dirty="0"/>
              <a:t>Phân loại văn bản, phát hiện thư rác, …</a:t>
            </a:r>
          </a:p>
        </p:txBody>
      </p:sp>
      <p:pic>
        <p:nvPicPr>
          <p:cNvPr id="17412" name="Picture 2"/>
          <p:cNvPicPr>
            <a:picLocks noChangeAspect="1" noChangeArrowheads="1"/>
          </p:cNvPicPr>
          <p:nvPr/>
        </p:nvPicPr>
        <p:blipFill>
          <a:blip r:embed="rId3" cstate="print"/>
          <a:srcRect/>
          <a:stretch>
            <a:fillRect/>
          </a:stretch>
        </p:blipFill>
        <p:spPr bwMode="auto">
          <a:xfrm>
            <a:off x="4267200" y="1047750"/>
            <a:ext cx="1783521" cy="1219200"/>
          </a:xfrm>
          <a:prstGeom prst="rect">
            <a:avLst/>
          </a:prstGeom>
          <a:noFill/>
          <a:ln w="12700">
            <a:noFill/>
            <a:miter lim="800000"/>
            <a:headEnd/>
            <a:tailEnd/>
          </a:ln>
        </p:spPr>
      </p:pic>
      <p:pic>
        <p:nvPicPr>
          <p:cNvPr id="11" name="Picture 3"/>
          <p:cNvPicPr>
            <a:picLocks noChangeAspect="1" noChangeArrowheads="1"/>
          </p:cNvPicPr>
          <p:nvPr/>
        </p:nvPicPr>
        <p:blipFill>
          <a:blip r:embed="rId4" cstate="print"/>
          <a:srcRect l="7121" t="21938" r="10979" b="50627"/>
          <a:stretch>
            <a:fillRect/>
          </a:stretch>
        </p:blipFill>
        <p:spPr bwMode="auto">
          <a:xfrm>
            <a:off x="914400" y="3008710"/>
            <a:ext cx="2525316" cy="1235869"/>
          </a:xfrm>
          <a:prstGeom prst="rect">
            <a:avLst/>
          </a:prstGeom>
          <a:noFill/>
          <a:ln w="12700">
            <a:solidFill>
              <a:schemeClr val="tx1"/>
            </a:solidFill>
            <a:miter lim="800000"/>
            <a:headEnd/>
            <a:tailEnd/>
          </a:ln>
        </p:spPr>
      </p:pic>
      <p:pic>
        <p:nvPicPr>
          <p:cNvPr id="13" name="Picture 5"/>
          <p:cNvPicPr>
            <a:picLocks noChangeAspect="1" noChangeArrowheads="1"/>
          </p:cNvPicPr>
          <p:nvPr/>
        </p:nvPicPr>
        <p:blipFill>
          <a:blip r:embed="rId5" cstate="print"/>
          <a:srcRect l="4761" t="14677" r="7295" b="52715"/>
          <a:stretch>
            <a:fillRect/>
          </a:stretch>
        </p:blipFill>
        <p:spPr bwMode="auto">
          <a:xfrm>
            <a:off x="3714750" y="3008710"/>
            <a:ext cx="2686050" cy="1239440"/>
          </a:xfrm>
          <a:prstGeom prst="rect">
            <a:avLst/>
          </a:prstGeom>
          <a:noFill/>
          <a:ln w="12700">
            <a:solidFill>
              <a:schemeClr val="tx1"/>
            </a:solidFill>
            <a:miter lim="800000"/>
            <a:headEnd/>
            <a:tailEnd/>
          </a:ln>
        </p:spPr>
      </p:pic>
      <p:pic>
        <p:nvPicPr>
          <p:cNvPr id="28674" name="Picture 2" descr="IBM Watson, stomping the opposition at Jeopardy">
            <a:hlinkClick r:id="rId6"/>
          </p:cNvPr>
          <p:cNvPicPr>
            <a:picLocks noChangeAspect="1" noChangeArrowheads="1"/>
          </p:cNvPicPr>
          <p:nvPr/>
        </p:nvPicPr>
        <p:blipFill>
          <a:blip r:embed="rId7" cstate="print"/>
          <a:srcRect l="18667" r="17333"/>
          <a:stretch>
            <a:fillRect/>
          </a:stretch>
        </p:blipFill>
        <p:spPr bwMode="auto">
          <a:xfrm>
            <a:off x="6629400" y="1047750"/>
            <a:ext cx="2286000" cy="2655094"/>
          </a:xfrm>
          <a:prstGeom prst="rect">
            <a:avLst/>
          </a:prstGeom>
          <a:noFill/>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34" name="Picture 1"/>
          <p:cNvPicPr>
            <a:picLocks noChangeAspect="1" noChangeArrowheads="1"/>
          </p:cNvPicPr>
          <p:nvPr/>
        </p:nvPicPr>
        <p:blipFill>
          <a:blip r:embed="rId3" cstate="print"/>
          <a:srcRect/>
          <a:stretch>
            <a:fillRect/>
          </a:stretch>
        </p:blipFill>
        <p:spPr bwMode="auto">
          <a:xfrm>
            <a:off x="495300" y="2234803"/>
            <a:ext cx="5524500" cy="2394347"/>
          </a:xfrm>
          <a:prstGeom prst="rect">
            <a:avLst/>
          </a:prstGeom>
          <a:noFill/>
          <a:ln w="12700">
            <a:noFill/>
            <a:miter lim="800000"/>
            <a:headEnd/>
            <a:tailEnd/>
          </a:ln>
        </p:spPr>
      </p:pic>
      <p:sp>
        <p:nvSpPr>
          <p:cNvPr id="18436" name="Rectangle 5"/>
          <p:cNvSpPr>
            <a:spLocks noGrp="1" noChangeArrowheads="1"/>
          </p:cNvSpPr>
          <p:nvPr>
            <p:ph type="title"/>
          </p:nvPr>
        </p:nvSpPr>
        <p:spPr/>
        <p:txBody>
          <a:bodyPr rIns="99058"/>
          <a:lstStyle/>
          <a:p>
            <a:r>
              <a:rPr lang="vi-VN" dirty="0"/>
              <a:t>Thị giác máy (Nhận thức hình ảnh)</a:t>
            </a:r>
          </a:p>
        </p:txBody>
      </p:sp>
      <p:sp>
        <p:nvSpPr>
          <p:cNvPr id="18437" name="Rectangle 6"/>
          <p:cNvSpPr>
            <a:spLocks/>
          </p:cNvSpPr>
          <p:nvPr/>
        </p:nvSpPr>
        <p:spPr bwMode="auto">
          <a:xfrm>
            <a:off x="647700" y="4781550"/>
            <a:ext cx="3467100" cy="228600"/>
          </a:xfrm>
          <a:prstGeom prst="rect">
            <a:avLst/>
          </a:prstGeom>
          <a:noFill/>
          <a:ln w="12700">
            <a:noFill/>
            <a:miter lim="800000"/>
            <a:headEnd/>
            <a:tailEnd/>
          </a:ln>
        </p:spPr>
        <p:txBody>
          <a:bodyPr lIns="0" tIns="0" rIns="30479" bIns="0"/>
          <a:lstStyle/>
          <a:p>
            <a:pPr marL="29765">
              <a:spcBef>
                <a:spcPts val="600"/>
              </a:spcBef>
            </a:pPr>
            <a:r>
              <a:rPr lang="vi-VN" sz="1100" dirty="0">
                <a:latin typeface="Calibri"/>
                <a:cs typeface="Calibri"/>
              </a:rPr>
              <a:t>Hình ảnh từ Erik Sudderth (trái), wikipedia (phải)</a:t>
            </a:r>
          </a:p>
        </p:txBody>
      </p:sp>
      <p:sp>
        <p:nvSpPr>
          <p:cNvPr id="18438" name="Rectangle 7"/>
          <p:cNvSpPr>
            <a:spLocks/>
          </p:cNvSpPr>
          <p:nvPr/>
        </p:nvSpPr>
        <p:spPr bwMode="auto">
          <a:xfrm>
            <a:off x="457200" y="1047750"/>
            <a:ext cx="6172200" cy="990600"/>
          </a:xfrm>
          <a:prstGeom prst="rect">
            <a:avLst/>
          </a:prstGeom>
          <a:noFill/>
          <a:ln w="12700">
            <a:noFill/>
            <a:miter lim="800000"/>
            <a:headEnd/>
            <a:tailEnd/>
          </a:ln>
        </p:spPr>
        <p:txBody>
          <a:bodyPr lIns="0" tIns="0" rIns="30479" bIns="0"/>
          <a:lstStyle/>
          <a:p>
            <a:pPr marL="244073" indent="-214308">
              <a:spcBef>
                <a:spcPts val="479"/>
              </a:spcBef>
              <a:buSzPct val="100000"/>
              <a:buFont typeface="Wingdings" pitchFamily="2" charset="2"/>
              <a:buChar char="§"/>
            </a:pPr>
            <a:r>
              <a:rPr lang="vi-VN" dirty="0">
                <a:solidFill>
                  <a:schemeClr val="accent6"/>
                </a:solidFill>
                <a:latin typeface="Calibri"/>
                <a:cs typeface="Calibri"/>
              </a:rPr>
              <a:t>Nhận dạng đối tượng và mặt người</a:t>
            </a:r>
          </a:p>
          <a:p>
            <a:pPr marL="244073" indent="-214308">
              <a:spcBef>
                <a:spcPts val="479"/>
              </a:spcBef>
              <a:buSzPct val="100000"/>
              <a:buFont typeface="Wingdings" pitchFamily="2" charset="2"/>
              <a:buChar char="§"/>
            </a:pPr>
            <a:r>
              <a:rPr lang="vi-VN" dirty="0">
                <a:solidFill>
                  <a:schemeClr val="accent6"/>
                </a:solidFill>
                <a:latin typeface="Calibri"/>
                <a:cs typeface="Calibri"/>
              </a:rPr>
              <a:t>Phân vùng hình ảnh</a:t>
            </a:r>
          </a:p>
          <a:p>
            <a:pPr marL="244073" indent="-214308">
              <a:spcBef>
                <a:spcPts val="479"/>
              </a:spcBef>
              <a:buSzPct val="100000"/>
              <a:buFont typeface="Wingdings" pitchFamily="2" charset="2"/>
              <a:buChar char="§"/>
            </a:pPr>
            <a:r>
              <a:rPr lang="vi-VN" dirty="0">
                <a:solidFill>
                  <a:schemeClr val="accent6"/>
                </a:solidFill>
                <a:latin typeface="Calibri"/>
                <a:cs typeface="Calibri"/>
              </a:rPr>
              <a:t>Phân loại hình ảnh</a:t>
            </a:r>
          </a:p>
        </p:txBody>
      </p:sp>
      <p:pic>
        <p:nvPicPr>
          <p:cNvPr id="59394" name="Picture 2" descr="File:Kinect2-ir-image.png">
            <a:hlinkClick r:id="rId4"/>
          </p:cNvPr>
          <p:cNvPicPr>
            <a:picLocks noChangeAspect="1" noChangeArrowheads="1"/>
          </p:cNvPicPr>
          <p:nvPr/>
        </p:nvPicPr>
        <p:blipFill>
          <a:blip r:embed="rId5" cstate="print"/>
          <a:srcRect/>
          <a:stretch>
            <a:fillRect/>
          </a:stretch>
        </p:blipFill>
        <p:spPr bwMode="auto">
          <a:xfrm>
            <a:off x="6324600" y="895350"/>
            <a:ext cx="1833880" cy="1447800"/>
          </a:xfrm>
          <a:prstGeom prst="rect">
            <a:avLst/>
          </a:prstGeom>
          <a:noFill/>
        </p:spPr>
      </p:pic>
      <p:pic>
        <p:nvPicPr>
          <p:cNvPr id="59396" name="Picture 4" descr="File:Kinect2-deepmap.png">
            <a:hlinkClick r:id="rId6"/>
          </p:cNvPr>
          <p:cNvPicPr>
            <a:picLocks noChangeAspect="1" noChangeArrowheads="1"/>
          </p:cNvPicPr>
          <p:nvPr/>
        </p:nvPicPr>
        <p:blipFill>
          <a:blip r:embed="rId7" cstate="print"/>
          <a:srcRect/>
          <a:stretch>
            <a:fillRect/>
          </a:stretch>
        </p:blipFill>
        <p:spPr bwMode="auto">
          <a:xfrm>
            <a:off x="6324600" y="2419350"/>
            <a:ext cx="1828800" cy="1472859"/>
          </a:xfrm>
          <a:prstGeom prst="rect">
            <a:avLst/>
          </a:prstGeom>
          <a:noFill/>
        </p:spPr>
      </p:pic>
      <p:pic>
        <p:nvPicPr>
          <p:cNvPr id="59398" name="Picture 6" descr="File:Xbox-360-Kinect-Standalone.png">
            <a:hlinkClick r:id="rId8"/>
          </p:cNvPr>
          <p:cNvPicPr>
            <a:picLocks noChangeAspect="1" noChangeArrowheads="1"/>
          </p:cNvPicPr>
          <p:nvPr/>
        </p:nvPicPr>
        <p:blipFill>
          <a:blip r:embed="rId9" cstate="print"/>
          <a:srcRect/>
          <a:stretch>
            <a:fillRect/>
          </a:stretch>
        </p:blipFill>
        <p:spPr bwMode="auto">
          <a:xfrm>
            <a:off x="3886200" y="1123950"/>
            <a:ext cx="2286000" cy="789657"/>
          </a:xfrm>
          <a:prstGeom prst="rect">
            <a:avLst/>
          </a:prstGeom>
          <a:noFill/>
        </p:spPr>
      </p:pic>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74D480-916E-9D4C-BDBD-089B0C8F38DE}"/>
              </a:ext>
            </a:extLst>
          </p:cNvPr>
          <p:cNvSpPr>
            <a:spLocks noGrp="1"/>
          </p:cNvSpPr>
          <p:nvPr>
            <p:ph type="title"/>
          </p:nvPr>
        </p:nvSpPr>
        <p:spPr/>
        <p:txBody>
          <a:bodyPr/>
          <a:lstStyle/>
          <a:p>
            <a:r>
              <a:rPr lang="en-US" dirty="0"/>
              <a:t>Object detection</a:t>
            </a:r>
          </a:p>
        </p:txBody>
      </p:sp>
      <p:pic>
        <p:nvPicPr>
          <p:cNvPr id="12" name="Picture 11">
            <a:extLst>
              <a:ext uri="{FF2B5EF4-FFF2-40B4-BE49-F238E27FC236}">
                <a16:creationId xmlns:a16="http://schemas.microsoft.com/office/drawing/2014/main" id="{77C328C9-B066-DF4E-8845-3779F30D7972}"/>
              </a:ext>
            </a:extLst>
          </p:cNvPr>
          <p:cNvPicPr>
            <a:picLocks noChangeAspect="1"/>
          </p:cNvPicPr>
          <p:nvPr/>
        </p:nvPicPr>
        <p:blipFill>
          <a:blip r:embed="rId2"/>
          <a:stretch>
            <a:fillRect/>
          </a:stretch>
        </p:blipFill>
        <p:spPr>
          <a:xfrm>
            <a:off x="1056156" y="766408"/>
            <a:ext cx="7059144" cy="4262792"/>
          </a:xfrm>
          <a:prstGeom prst="rect">
            <a:avLst/>
          </a:prstGeom>
        </p:spPr>
      </p:pic>
      <p:sp>
        <p:nvSpPr>
          <p:cNvPr id="13" name="TextBox 12">
            <a:extLst>
              <a:ext uri="{FF2B5EF4-FFF2-40B4-BE49-F238E27FC236}">
                <a16:creationId xmlns:a16="http://schemas.microsoft.com/office/drawing/2014/main" id="{AF98FBE1-1B65-0246-983F-9E4E7F1BA694}"/>
              </a:ext>
            </a:extLst>
          </p:cNvPr>
          <p:cNvSpPr txBox="1"/>
          <p:nvPr/>
        </p:nvSpPr>
        <p:spPr>
          <a:xfrm>
            <a:off x="8172204" y="4800600"/>
            <a:ext cx="1002197" cy="253916"/>
          </a:xfrm>
          <a:prstGeom prst="rect">
            <a:avLst/>
          </a:prstGeom>
          <a:noFill/>
        </p:spPr>
        <p:txBody>
          <a:bodyPr wrap="none" rtlCol="0">
            <a:spAutoFit/>
          </a:bodyPr>
          <a:lstStyle/>
          <a:p>
            <a:pPr defTabSz="685800" eaLnBrk="0" hangingPunct="0">
              <a:defRPr/>
            </a:pPr>
            <a:r>
              <a:rPr lang="en-US" sz="1050" dirty="0">
                <a:solidFill>
                  <a:srgbClr val="000000"/>
                </a:solidFill>
                <a:cs typeface="Arial" charset="0"/>
                <a:hlinkClick r:id="rId3"/>
              </a:rPr>
              <a:t>Image source</a:t>
            </a:r>
            <a:endParaRPr lang="en-US" sz="1050" dirty="0">
              <a:solidFill>
                <a:srgbClr val="000000"/>
              </a:solidFill>
              <a:cs typeface="Arial" charset="0"/>
            </a:endParaRPr>
          </a:p>
        </p:txBody>
      </p:sp>
    </p:spTree>
    <p:extLst>
      <p:ext uri="{BB962C8B-B14F-4D97-AF65-F5344CB8AC3E}">
        <p14:creationId xmlns:p14="http://schemas.microsoft.com/office/powerpoint/2010/main" val="86312032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3011" name="Picture 3"/>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51531" y="1190626"/>
            <a:ext cx="2005868" cy="3133722"/>
          </a:xfrm>
          <a:prstGeom prst="rect">
            <a:avLst/>
          </a:prstGeom>
          <a:noFill/>
        </p:spPr>
      </p:pic>
      <p:pic>
        <p:nvPicPr>
          <p:cNvPr id="43010" name="Picture 2"/>
          <p:cNvPicPr>
            <a:picLocks noChangeAspect="1" noChangeArrowheads="1"/>
          </p:cNvPicPr>
          <p:nvPr/>
        </p:nvPicPr>
        <p:blipFill>
          <a:blip r:embed="rId4">
            <a:extLst>
              <a:ext uri="{28A0092B-C50C-407E-A947-70E740481C1C}">
                <a14:useLocalDpi xmlns:a14="http://schemas.microsoft.com/office/drawing/2010/main" val="0"/>
              </a:ext>
            </a:extLst>
          </a:blip>
          <a:stretch>
            <a:fillRect/>
          </a:stretch>
        </p:blipFill>
        <p:spPr bwMode="auto">
          <a:xfrm>
            <a:off x="5881026" y="1352550"/>
            <a:ext cx="2986748" cy="2666998"/>
          </a:xfrm>
          <a:prstGeom prst="rect">
            <a:avLst/>
          </a:prstGeom>
          <a:noFill/>
        </p:spPr>
      </p:pic>
      <p:sp>
        <p:nvSpPr>
          <p:cNvPr id="21507" name="Rectangle 4"/>
          <p:cNvSpPr>
            <a:spLocks noGrp="1" noChangeArrowheads="1"/>
          </p:cNvSpPr>
          <p:nvPr>
            <p:ph type="title"/>
          </p:nvPr>
        </p:nvSpPr>
        <p:spPr/>
        <p:txBody>
          <a:bodyPr rIns="99058"/>
          <a:lstStyle/>
          <a:p>
            <a:r>
              <a:rPr lang="en-US" dirty="0"/>
              <a:t>Ra </a:t>
            </a:r>
            <a:r>
              <a:rPr lang="en-US" dirty="0" err="1"/>
              <a:t>quyết</a:t>
            </a:r>
            <a:r>
              <a:rPr lang="en-US" dirty="0"/>
              <a:t> </a:t>
            </a:r>
            <a:r>
              <a:rPr lang="en-US" dirty="0" err="1"/>
              <a:t>định</a:t>
            </a:r>
            <a:endParaRPr lang="en-US" dirty="0"/>
          </a:p>
        </p:txBody>
      </p:sp>
      <p:sp>
        <p:nvSpPr>
          <p:cNvPr id="21508" name="Rectangle 5"/>
          <p:cNvSpPr>
            <a:spLocks noGrp="1" noChangeArrowheads="1"/>
          </p:cNvSpPr>
          <p:nvPr>
            <p:ph idx="1"/>
          </p:nvPr>
        </p:nvSpPr>
        <p:spPr>
          <a:xfrm>
            <a:off x="1524000" y="1047750"/>
            <a:ext cx="6324600" cy="3546873"/>
          </a:xfrm>
        </p:spPr>
        <p:txBody>
          <a:bodyPr rIns="99058"/>
          <a:lstStyle/>
          <a:p>
            <a:pPr marL="586964" lvl="1">
              <a:buClrTx/>
            </a:pPr>
            <a:r>
              <a:rPr lang="en-US" dirty="0" err="1">
                <a:solidFill>
                  <a:schemeClr val="accent6"/>
                </a:solidFill>
              </a:rPr>
              <a:t>Ứng</a:t>
            </a:r>
            <a:r>
              <a:rPr lang="en-US" dirty="0">
                <a:solidFill>
                  <a:schemeClr val="accent6"/>
                </a:solidFill>
              </a:rPr>
              <a:t> </a:t>
            </a:r>
            <a:r>
              <a:rPr lang="en-US" dirty="0" err="1">
                <a:solidFill>
                  <a:schemeClr val="accent6"/>
                </a:solidFill>
              </a:rPr>
              <a:t>dụng</a:t>
            </a:r>
            <a:r>
              <a:rPr lang="en-US" dirty="0">
                <a:solidFill>
                  <a:schemeClr val="accent6"/>
                </a:solidFill>
              </a:rPr>
              <a:t> TTNT </a:t>
            </a:r>
            <a:r>
              <a:rPr lang="en-US" dirty="0" err="1">
                <a:solidFill>
                  <a:schemeClr val="accent6"/>
                </a:solidFill>
              </a:rPr>
              <a:t>trong</a:t>
            </a:r>
            <a:r>
              <a:rPr lang="en-US" dirty="0">
                <a:solidFill>
                  <a:schemeClr val="accent6"/>
                </a:solidFill>
              </a:rPr>
              <a:t> </a:t>
            </a:r>
            <a:r>
              <a:rPr lang="en-US" dirty="0" err="1">
                <a:solidFill>
                  <a:schemeClr val="accent6"/>
                </a:solidFill>
              </a:rPr>
              <a:t>ra</a:t>
            </a:r>
            <a:r>
              <a:rPr lang="en-US" dirty="0">
                <a:solidFill>
                  <a:schemeClr val="accent6"/>
                </a:solidFill>
              </a:rPr>
              <a:t> </a:t>
            </a:r>
            <a:r>
              <a:rPr lang="en-US" dirty="0" err="1">
                <a:solidFill>
                  <a:schemeClr val="accent6"/>
                </a:solidFill>
              </a:rPr>
              <a:t>quyết</a:t>
            </a:r>
            <a:r>
              <a:rPr lang="en-US" dirty="0">
                <a:solidFill>
                  <a:schemeClr val="accent6"/>
                </a:solidFill>
              </a:rPr>
              <a:t> </a:t>
            </a:r>
            <a:r>
              <a:rPr lang="en-US" dirty="0" err="1">
                <a:solidFill>
                  <a:schemeClr val="accent6"/>
                </a:solidFill>
              </a:rPr>
              <a:t>định</a:t>
            </a:r>
            <a:r>
              <a:rPr lang="en-US" dirty="0">
                <a:solidFill>
                  <a:schemeClr val="accent6"/>
                </a:solidFill>
              </a:rPr>
              <a:t> </a:t>
            </a:r>
            <a:r>
              <a:rPr lang="en-US" dirty="0" err="1">
                <a:solidFill>
                  <a:schemeClr val="accent6"/>
                </a:solidFill>
              </a:rPr>
              <a:t>rất</a:t>
            </a:r>
            <a:r>
              <a:rPr lang="en-US" dirty="0">
                <a:solidFill>
                  <a:schemeClr val="accent6"/>
                </a:solidFill>
              </a:rPr>
              <a:t> </a:t>
            </a:r>
            <a:r>
              <a:rPr lang="en-US" dirty="0" err="1">
                <a:solidFill>
                  <a:schemeClr val="accent6"/>
                </a:solidFill>
              </a:rPr>
              <a:t>đa</a:t>
            </a:r>
            <a:r>
              <a:rPr lang="en-US" dirty="0">
                <a:solidFill>
                  <a:schemeClr val="accent6"/>
                </a:solidFill>
              </a:rPr>
              <a:t> </a:t>
            </a:r>
            <a:r>
              <a:rPr lang="en-US" dirty="0" err="1">
                <a:solidFill>
                  <a:schemeClr val="accent6"/>
                </a:solidFill>
              </a:rPr>
              <a:t>dạng</a:t>
            </a:r>
            <a:endParaRPr lang="en-US" dirty="0">
              <a:solidFill>
                <a:schemeClr val="accent6"/>
              </a:solidFill>
            </a:endParaRPr>
          </a:p>
          <a:p>
            <a:pPr marL="886993" lvl="2">
              <a:buClrTx/>
            </a:pPr>
            <a:r>
              <a:rPr lang="en-US" dirty="0" err="1"/>
              <a:t>Lập</a:t>
            </a:r>
            <a:r>
              <a:rPr lang="en-US" dirty="0"/>
              <a:t> </a:t>
            </a:r>
            <a:r>
              <a:rPr lang="en-US" dirty="0" err="1"/>
              <a:t>lịch</a:t>
            </a:r>
            <a:r>
              <a:rPr lang="en-US" dirty="0"/>
              <a:t>, </a:t>
            </a:r>
            <a:r>
              <a:rPr lang="en-US" dirty="0" err="1"/>
              <a:t>v.d.</a:t>
            </a:r>
            <a:r>
              <a:rPr lang="en-US" dirty="0"/>
              <a:t> </a:t>
            </a:r>
            <a:r>
              <a:rPr lang="en-US" dirty="0" err="1"/>
              <a:t>đường</a:t>
            </a:r>
            <a:r>
              <a:rPr lang="en-US" dirty="0"/>
              <a:t> bay, </a:t>
            </a:r>
            <a:r>
              <a:rPr lang="en-US" dirty="0" err="1"/>
              <a:t>quân</a:t>
            </a:r>
            <a:r>
              <a:rPr lang="en-US" dirty="0"/>
              <a:t> </a:t>
            </a:r>
            <a:r>
              <a:rPr lang="en-US" dirty="0" err="1"/>
              <a:t>sự</a:t>
            </a:r>
            <a:endParaRPr lang="en-US" dirty="0"/>
          </a:p>
          <a:p>
            <a:pPr marL="886993" lvl="2">
              <a:buClrTx/>
            </a:pPr>
            <a:r>
              <a:rPr lang="en-US" dirty="0" err="1"/>
              <a:t>Tìm</a:t>
            </a:r>
            <a:r>
              <a:rPr lang="en-US" dirty="0"/>
              <a:t> </a:t>
            </a:r>
            <a:r>
              <a:rPr lang="en-US" dirty="0" err="1"/>
              <a:t>đường</a:t>
            </a:r>
            <a:r>
              <a:rPr lang="en-US" dirty="0"/>
              <a:t> </a:t>
            </a:r>
            <a:r>
              <a:rPr lang="en-US" dirty="0" err="1"/>
              <a:t>đi</a:t>
            </a:r>
            <a:r>
              <a:rPr lang="en-US" dirty="0"/>
              <a:t>, </a:t>
            </a:r>
            <a:r>
              <a:rPr lang="en-US" dirty="0" err="1"/>
              <a:t>v.d.</a:t>
            </a:r>
            <a:r>
              <a:rPr lang="en-US" dirty="0"/>
              <a:t> Google maps</a:t>
            </a:r>
          </a:p>
          <a:p>
            <a:pPr marL="886993" lvl="2">
              <a:buClrTx/>
            </a:pPr>
            <a:r>
              <a:rPr lang="en-US" dirty="0" err="1"/>
              <a:t>Chẩn</a:t>
            </a:r>
            <a:r>
              <a:rPr lang="en-US" dirty="0"/>
              <a:t> </a:t>
            </a:r>
            <a:r>
              <a:rPr lang="en-US" dirty="0" err="1"/>
              <a:t>đoán</a:t>
            </a:r>
            <a:r>
              <a:rPr lang="en-US" dirty="0"/>
              <a:t> y </a:t>
            </a:r>
            <a:r>
              <a:rPr lang="en-US" dirty="0" err="1"/>
              <a:t>tế</a:t>
            </a:r>
            <a:endParaRPr lang="en-US" dirty="0"/>
          </a:p>
          <a:p>
            <a:pPr marL="886993" lvl="2">
              <a:buClrTx/>
            </a:pPr>
            <a:r>
              <a:rPr lang="en-US" dirty="0" err="1"/>
              <a:t>Máy</a:t>
            </a:r>
            <a:r>
              <a:rPr lang="en-US" dirty="0"/>
              <a:t> </a:t>
            </a:r>
            <a:r>
              <a:rPr lang="en-US" dirty="0" err="1"/>
              <a:t>tìm</a:t>
            </a:r>
            <a:r>
              <a:rPr lang="en-US" dirty="0"/>
              <a:t> </a:t>
            </a:r>
            <a:r>
              <a:rPr lang="en-US" dirty="0" err="1"/>
              <a:t>kiếm</a:t>
            </a:r>
            <a:r>
              <a:rPr lang="en-US" dirty="0"/>
              <a:t> Web</a:t>
            </a:r>
          </a:p>
          <a:p>
            <a:pPr marL="886993" lvl="2">
              <a:buClrTx/>
            </a:pPr>
            <a:r>
              <a:rPr lang="en-US" dirty="0" err="1"/>
              <a:t>Phân</a:t>
            </a:r>
            <a:r>
              <a:rPr lang="en-US" dirty="0"/>
              <a:t> </a:t>
            </a:r>
            <a:r>
              <a:rPr lang="en-US" dirty="0" err="1"/>
              <a:t>loại</a:t>
            </a:r>
            <a:r>
              <a:rPr lang="en-US" dirty="0"/>
              <a:t> </a:t>
            </a:r>
            <a:r>
              <a:rPr lang="en-US" dirty="0" err="1"/>
              <a:t>thư</a:t>
            </a:r>
            <a:r>
              <a:rPr lang="en-US" dirty="0"/>
              <a:t> </a:t>
            </a:r>
            <a:r>
              <a:rPr lang="en-US" dirty="0" err="1"/>
              <a:t>rác</a:t>
            </a:r>
            <a:endParaRPr lang="en-US" dirty="0"/>
          </a:p>
          <a:p>
            <a:pPr marL="886993" lvl="2">
              <a:buClrTx/>
            </a:pPr>
            <a:r>
              <a:rPr lang="en-US" dirty="0" err="1"/>
              <a:t>Trả</a:t>
            </a:r>
            <a:r>
              <a:rPr lang="en-US" dirty="0"/>
              <a:t> </a:t>
            </a:r>
            <a:r>
              <a:rPr lang="en-US" dirty="0" err="1"/>
              <a:t>lời</a:t>
            </a:r>
            <a:r>
              <a:rPr lang="en-US" dirty="0"/>
              <a:t> </a:t>
            </a:r>
            <a:r>
              <a:rPr lang="en-US" dirty="0" err="1"/>
              <a:t>tự</a:t>
            </a:r>
            <a:r>
              <a:rPr lang="en-US" dirty="0"/>
              <a:t> </a:t>
            </a:r>
            <a:r>
              <a:rPr lang="en-US" dirty="0" err="1"/>
              <a:t>động</a:t>
            </a:r>
            <a:endParaRPr lang="en-US" dirty="0"/>
          </a:p>
          <a:p>
            <a:pPr marL="886993" lvl="2">
              <a:buClrTx/>
            </a:pPr>
            <a:r>
              <a:rPr lang="en-US" dirty="0" err="1"/>
              <a:t>Phát</a:t>
            </a:r>
            <a:r>
              <a:rPr lang="en-US" dirty="0"/>
              <a:t> </a:t>
            </a:r>
            <a:r>
              <a:rPr lang="en-US" dirty="0" err="1"/>
              <a:t>hiện</a:t>
            </a:r>
            <a:r>
              <a:rPr lang="en-US" dirty="0"/>
              <a:t> </a:t>
            </a:r>
            <a:r>
              <a:rPr lang="en-US" dirty="0" err="1"/>
              <a:t>gian</a:t>
            </a:r>
            <a:r>
              <a:rPr lang="en-US" dirty="0"/>
              <a:t> </a:t>
            </a:r>
            <a:r>
              <a:rPr lang="en-US" dirty="0" err="1"/>
              <a:t>lận</a:t>
            </a:r>
            <a:endParaRPr lang="en-US" dirty="0"/>
          </a:p>
          <a:p>
            <a:pPr marL="886993" lvl="2">
              <a:buClrTx/>
            </a:pPr>
            <a:r>
              <a:rPr lang="en-US" dirty="0" err="1"/>
              <a:t>Khuyến</a:t>
            </a:r>
            <a:r>
              <a:rPr lang="en-US" dirty="0"/>
              <a:t> </a:t>
            </a:r>
            <a:r>
              <a:rPr lang="en-US" dirty="0" err="1"/>
              <a:t>nghị</a:t>
            </a:r>
            <a:r>
              <a:rPr lang="en-US" dirty="0"/>
              <a:t> </a:t>
            </a:r>
            <a:r>
              <a:rPr lang="en-US" dirty="0" err="1"/>
              <a:t>sản</a:t>
            </a:r>
            <a:r>
              <a:rPr lang="en-US" dirty="0"/>
              <a:t> </a:t>
            </a:r>
            <a:r>
              <a:rPr lang="en-US" dirty="0" err="1"/>
              <a:t>phẩm</a:t>
            </a:r>
            <a:endParaRPr lang="en-US" dirty="0"/>
          </a:p>
          <a:p>
            <a:pPr marL="886993" lvl="2">
              <a:buClrTx/>
            </a:pPr>
            <a:r>
              <a:rPr lang="en-US" dirty="0"/>
              <a:t>… </a:t>
            </a:r>
            <a:r>
              <a:rPr lang="en-US" dirty="0" err="1"/>
              <a:t>và</a:t>
            </a:r>
            <a:r>
              <a:rPr lang="en-US" dirty="0"/>
              <a:t> </a:t>
            </a:r>
            <a:r>
              <a:rPr lang="en-US" dirty="0" err="1"/>
              <a:t>rất</a:t>
            </a:r>
            <a:r>
              <a:rPr lang="en-US" dirty="0"/>
              <a:t> </a:t>
            </a:r>
            <a:r>
              <a:rPr lang="en-US" dirty="0" err="1"/>
              <a:t>nhiều</a:t>
            </a:r>
            <a:r>
              <a:rPr lang="en-US" dirty="0"/>
              <a:t> </a:t>
            </a:r>
            <a:r>
              <a:rPr lang="en-US" dirty="0" err="1"/>
              <a:t>ứng</a:t>
            </a:r>
            <a:r>
              <a:rPr lang="en-US" dirty="0"/>
              <a:t> </a:t>
            </a:r>
            <a:r>
              <a:rPr lang="en-US" dirty="0" err="1"/>
              <a:t>dụng</a:t>
            </a:r>
            <a:r>
              <a:rPr lang="en-US" dirty="0"/>
              <a:t> </a:t>
            </a:r>
            <a:r>
              <a:rPr lang="en-US" dirty="0" err="1"/>
              <a:t>khác</a:t>
            </a:r>
            <a:r>
              <a:rPr lang="en-US" dirty="0"/>
              <a:t> !</a:t>
            </a:r>
          </a:p>
        </p:txBody>
      </p:sp>
    </p:spTree>
    <p:extLst>
      <p:ext uri="{BB962C8B-B14F-4D97-AF65-F5344CB8AC3E}">
        <p14:creationId xmlns:p14="http://schemas.microsoft.com/office/powerpoint/2010/main" val="948943016"/>
      </p:ext>
    </p:extLst>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554" name="Picture 1"/>
          <p:cNvPicPr>
            <a:picLocks noChangeAspect="1" noChangeArrowheads="1"/>
          </p:cNvPicPr>
          <p:nvPr/>
        </p:nvPicPr>
        <p:blipFill>
          <a:blip r:embed="rId3" cstate="print"/>
          <a:srcRect/>
          <a:stretch>
            <a:fillRect/>
          </a:stretch>
        </p:blipFill>
        <p:spPr bwMode="auto">
          <a:xfrm>
            <a:off x="2209800" y="971550"/>
            <a:ext cx="4644534" cy="2057400"/>
          </a:xfrm>
          <a:prstGeom prst="rect">
            <a:avLst/>
          </a:prstGeom>
          <a:noFill/>
          <a:ln w="12700">
            <a:noFill/>
            <a:miter lim="800000"/>
            <a:headEnd/>
            <a:tailEnd/>
          </a:ln>
        </p:spPr>
      </p:pic>
      <p:sp>
        <p:nvSpPr>
          <p:cNvPr id="23556" name="Rectangle 5"/>
          <p:cNvSpPr>
            <a:spLocks noGrp="1" noChangeArrowheads="1"/>
          </p:cNvSpPr>
          <p:nvPr>
            <p:ph type="title"/>
          </p:nvPr>
        </p:nvSpPr>
        <p:spPr/>
        <p:txBody>
          <a:bodyPr rIns="99058"/>
          <a:lstStyle/>
          <a:p>
            <a:r>
              <a:rPr lang="vi-VN" dirty="0"/>
              <a:t>Tác tử (agent) Pac-Man</a:t>
            </a:r>
          </a:p>
        </p:txBody>
      </p:sp>
      <p:grpSp>
        <p:nvGrpSpPr>
          <p:cNvPr id="2" name="Group 1">
            <a:extLst>
              <a:ext uri="{FF2B5EF4-FFF2-40B4-BE49-F238E27FC236}">
                <a16:creationId xmlns:a16="http://schemas.microsoft.com/office/drawing/2014/main" id="{9187B7B3-F5F6-64B6-AD07-C2FF4F50FFF0}"/>
              </a:ext>
            </a:extLst>
          </p:cNvPr>
          <p:cNvGrpSpPr/>
          <p:nvPr/>
        </p:nvGrpSpPr>
        <p:grpSpPr>
          <a:xfrm>
            <a:off x="2209800" y="3194447"/>
            <a:ext cx="4692252" cy="1587103"/>
            <a:chOff x="2209800" y="3194447"/>
            <a:chExt cx="4692252" cy="1587103"/>
          </a:xfrm>
        </p:grpSpPr>
        <p:sp>
          <p:nvSpPr>
            <p:cNvPr id="23557" name="AutoShape 7"/>
            <p:cNvSpPr>
              <a:spLocks/>
            </p:cNvSpPr>
            <p:nvPr/>
          </p:nvSpPr>
          <p:spPr bwMode="auto">
            <a:xfrm>
              <a:off x="2209800" y="3200398"/>
              <a:ext cx="2155031" cy="1581152"/>
            </a:xfrm>
            <a:prstGeom prst="roundRect">
              <a:avLst>
                <a:gd name="adj" fmla="val 10912"/>
              </a:avLst>
            </a:prstGeom>
            <a:solidFill>
              <a:srgbClr val="9FB0D1"/>
            </a:solidFill>
            <a:ln w="12700">
              <a:solidFill>
                <a:schemeClr val="tx1"/>
              </a:solidFill>
              <a:round/>
              <a:headEnd/>
              <a:tailEnd/>
            </a:ln>
          </p:spPr>
          <p:txBody>
            <a:bodyPr lIns="0" tIns="0" rIns="0" bIns="0"/>
            <a:lstStyle/>
            <a:p>
              <a:endParaRPr lang="vi-VN">
                <a:latin typeface="Calibri" pitchFamily="34" charset="0"/>
              </a:endParaRPr>
            </a:p>
          </p:txBody>
        </p:sp>
        <p:sp>
          <p:nvSpPr>
            <p:cNvPr id="23558" name="Line 8"/>
            <p:cNvSpPr>
              <a:spLocks noChangeShapeType="1"/>
            </p:cNvSpPr>
            <p:nvPr/>
          </p:nvSpPr>
          <p:spPr bwMode="auto">
            <a:xfrm rot="10800000" flipH="1">
              <a:off x="3325414" y="3672670"/>
              <a:ext cx="0" cy="531019"/>
            </a:xfrm>
            <a:prstGeom prst="line">
              <a:avLst/>
            </a:prstGeom>
            <a:noFill/>
            <a:ln w="25400">
              <a:solidFill>
                <a:schemeClr val="tx1"/>
              </a:solidFill>
              <a:round/>
              <a:headEnd type="stealth" w="med" len="med"/>
              <a:tailEnd/>
            </a:ln>
          </p:spPr>
          <p:txBody>
            <a:bodyPr lIns="68579" tIns="34289" rIns="68579" bIns="34289"/>
            <a:lstStyle/>
            <a:p>
              <a:endParaRPr lang="vi-VN">
                <a:latin typeface="Calibri" pitchFamily="34" charset="0"/>
              </a:endParaRPr>
            </a:p>
          </p:txBody>
        </p:sp>
        <p:sp>
          <p:nvSpPr>
            <p:cNvPr id="23559" name="Rectangle 9"/>
            <p:cNvSpPr>
              <a:spLocks/>
            </p:cNvSpPr>
            <p:nvPr/>
          </p:nvSpPr>
          <p:spPr bwMode="auto">
            <a:xfrm>
              <a:off x="2286000" y="3226592"/>
              <a:ext cx="790575" cy="352425"/>
            </a:xfrm>
            <a:prstGeom prst="rect">
              <a:avLst/>
            </a:prstGeom>
            <a:noFill/>
            <a:ln w="12700">
              <a:noFill/>
              <a:miter lim="800000"/>
              <a:headEnd/>
              <a:tailEnd/>
            </a:ln>
          </p:spPr>
          <p:txBody>
            <a:bodyPr lIns="0" tIns="0" rIns="30479" bIns="0"/>
            <a:lstStyle/>
            <a:p>
              <a:pPr marL="29765"/>
              <a:r>
                <a:rPr lang="vi-VN" b="1" dirty="0">
                  <a:latin typeface="Calibri" pitchFamily="34" charset="0"/>
                  <a:cs typeface="Arial" charset="0"/>
                </a:rPr>
                <a:t>Tác tử</a:t>
              </a:r>
            </a:p>
          </p:txBody>
        </p:sp>
        <p:grpSp>
          <p:nvGrpSpPr>
            <p:cNvPr id="23560" name="Group 10"/>
            <p:cNvGrpSpPr>
              <a:grpSpLocks/>
            </p:cNvGrpSpPr>
            <p:nvPr/>
          </p:nvGrpSpPr>
          <p:grpSpPr bwMode="auto">
            <a:xfrm>
              <a:off x="3077764" y="3748869"/>
              <a:ext cx="476250" cy="323850"/>
              <a:chOff x="0" y="0"/>
              <a:chExt cx="400" cy="272"/>
            </a:xfrm>
          </p:grpSpPr>
          <p:sp>
            <p:nvSpPr>
              <p:cNvPr id="23571" name="AutoShape 11"/>
              <p:cNvSpPr>
                <a:spLocks/>
              </p:cNvSpPr>
              <p:nvPr/>
            </p:nvSpPr>
            <p:spPr bwMode="auto">
              <a:xfrm>
                <a:off x="0" y="0"/>
                <a:ext cx="400" cy="272"/>
              </a:xfrm>
              <a:prstGeom prst="roundRect">
                <a:avLst>
                  <a:gd name="adj" fmla="val 28120"/>
                </a:avLst>
              </a:prstGeom>
              <a:solidFill>
                <a:srgbClr val="FFFFFF"/>
              </a:solidFill>
              <a:ln w="12700">
                <a:solidFill>
                  <a:schemeClr val="tx1"/>
                </a:solidFill>
                <a:round/>
                <a:headEnd/>
                <a:tailEnd/>
              </a:ln>
            </p:spPr>
            <p:txBody>
              <a:bodyPr lIns="0" tIns="0" rIns="0" bIns="0"/>
              <a:lstStyle/>
              <a:p>
                <a:endParaRPr lang="vi-VN">
                  <a:latin typeface="Calibri" pitchFamily="34" charset="0"/>
                </a:endParaRPr>
              </a:p>
            </p:txBody>
          </p:sp>
          <p:sp>
            <p:nvSpPr>
              <p:cNvPr id="23572" name="Rectangle 12"/>
              <p:cNvSpPr>
                <a:spLocks/>
              </p:cNvSpPr>
              <p:nvPr/>
            </p:nvSpPr>
            <p:spPr bwMode="auto">
              <a:xfrm>
                <a:off x="135" y="32"/>
                <a:ext cx="139" cy="236"/>
              </a:xfrm>
              <a:prstGeom prst="rect">
                <a:avLst/>
              </a:prstGeom>
              <a:noFill/>
              <a:ln w="12700">
                <a:noFill/>
                <a:miter lim="800000"/>
                <a:headEnd/>
                <a:tailEnd/>
              </a:ln>
            </p:spPr>
            <p:txBody>
              <a:bodyPr lIns="0" tIns="0" rIns="40639" bIns="0"/>
              <a:lstStyle/>
              <a:p>
                <a:pPr marL="29765" algn="ctr"/>
                <a:r>
                  <a:rPr lang="vi-VN" b="1">
                    <a:latin typeface="Calibri" pitchFamily="34" charset="0"/>
                    <a:cs typeface="Arial" charset="0"/>
                  </a:rPr>
                  <a:t>?</a:t>
                </a:r>
              </a:p>
            </p:txBody>
          </p:sp>
        </p:grpSp>
        <p:grpSp>
          <p:nvGrpSpPr>
            <p:cNvPr id="23561" name="Group 13"/>
            <p:cNvGrpSpPr>
              <a:grpSpLocks/>
            </p:cNvGrpSpPr>
            <p:nvPr/>
          </p:nvGrpSpPr>
          <p:grpSpPr bwMode="auto">
            <a:xfrm>
              <a:off x="2749152" y="3400425"/>
              <a:ext cx="1104900" cy="1337073"/>
              <a:chOff x="0" y="-6"/>
              <a:chExt cx="928" cy="1123"/>
            </a:xfrm>
          </p:grpSpPr>
          <p:sp>
            <p:nvSpPr>
              <p:cNvPr id="23569" name="Rectangle 14"/>
              <p:cNvSpPr>
                <a:spLocks/>
              </p:cNvSpPr>
              <p:nvPr/>
            </p:nvSpPr>
            <p:spPr bwMode="auto">
              <a:xfrm>
                <a:off x="52" y="-6"/>
                <a:ext cx="824" cy="304"/>
              </a:xfrm>
              <a:prstGeom prst="rect">
                <a:avLst/>
              </a:prstGeom>
              <a:noFill/>
              <a:ln w="12700">
                <a:noFill/>
                <a:miter lim="800000"/>
                <a:headEnd/>
                <a:tailEnd/>
              </a:ln>
            </p:spPr>
            <p:txBody>
              <a:bodyPr lIns="0" tIns="0" rIns="40639" bIns="0"/>
              <a:lstStyle/>
              <a:p>
                <a:pPr marL="29765" algn="ctr"/>
                <a:r>
                  <a:rPr lang="vi-VN" dirty="0">
                    <a:latin typeface="Calibri" pitchFamily="34" charset="0"/>
                    <a:cs typeface="Arial" charset="0"/>
                  </a:rPr>
                  <a:t>Cảm biến</a:t>
                </a:r>
              </a:p>
            </p:txBody>
          </p:sp>
          <p:sp>
            <p:nvSpPr>
              <p:cNvPr id="23570" name="Rectangle 15"/>
              <p:cNvSpPr>
                <a:spLocks/>
              </p:cNvSpPr>
              <p:nvPr/>
            </p:nvSpPr>
            <p:spPr bwMode="auto">
              <a:xfrm>
                <a:off x="0" y="636"/>
                <a:ext cx="928" cy="481"/>
              </a:xfrm>
              <a:prstGeom prst="rect">
                <a:avLst/>
              </a:prstGeom>
              <a:noFill/>
              <a:ln w="12700">
                <a:noFill/>
                <a:miter lim="800000"/>
                <a:headEnd/>
                <a:tailEnd/>
              </a:ln>
            </p:spPr>
            <p:txBody>
              <a:bodyPr lIns="0" tIns="0" rIns="40639" bIns="0" anchor="ctr"/>
              <a:lstStyle/>
              <a:p>
                <a:pPr marL="29765" algn="ctr"/>
                <a:r>
                  <a:rPr lang="vi-VN" dirty="0">
                    <a:latin typeface="Calibri" pitchFamily="34" charset="0"/>
                    <a:cs typeface="Arial" charset="0"/>
                  </a:rPr>
                  <a:t>Cơ cấu</a:t>
                </a:r>
                <a:br>
                  <a:rPr lang="vi-VN" dirty="0">
                    <a:latin typeface="Calibri" pitchFamily="34" charset="0"/>
                    <a:cs typeface="Arial" charset="0"/>
                  </a:rPr>
                </a:br>
                <a:r>
                  <a:rPr lang="vi-VN" dirty="0">
                    <a:latin typeface="Calibri" pitchFamily="34" charset="0"/>
                    <a:cs typeface="Arial" charset="0"/>
                  </a:rPr>
                  <a:t>chấp hành</a:t>
                </a:r>
              </a:p>
            </p:txBody>
          </p:sp>
        </p:grpSp>
        <p:sp>
          <p:nvSpPr>
            <p:cNvPr id="23562" name="AutoShape 16"/>
            <p:cNvSpPr>
              <a:spLocks/>
            </p:cNvSpPr>
            <p:nvPr/>
          </p:nvSpPr>
          <p:spPr bwMode="auto">
            <a:xfrm>
              <a:off x="5380433" y="3194447"/>
              <a:ext cx="1428750" cy="1581152"/>
            </a:xfrm>
            <a:prstGeom prst="roundRect">
              <a:avLst>
                <a:gd name="adj" fmla="val 10944"/>
              </a:avLst>
            </a:prstGeom>
            <a:solidFill>
              <a:srgbClr val="9FB0D1"/>
            </a:solidFill>
            <a:ln w="12700">
              <a:solidFill>
                <a:schemeClr val="tx1"/>
              </a:solidFill>
              <a:round/>
              <a:headEnd/>
              <a:tailEnd/>
            </a:ln>
          </p:spPr>
          <p:txBody>
            <a:bodyPr lIns="0" tIns="0" rIns="0" bIns="0"/>
            <a:lstStyle/>
            <a:p>
              <a:endParaRPr lang="vi-VN">
                <a:latin typeface="Calibri" pitchFamily="34" charset="0"/>
              </a:endParaRPr>
            </a:p>
          </p:txBody>
        </p:sp>
        <p:sp>
          <p:nvSpPr>
            <p:cNvPr id="23563" name="Rectangle 17"/>
            <p:cNvSpPr>
              <a:spLocks/>
            </p:cNvSpPr>
            <p:nvPr/>
          </p:nvSpPr>
          <p:spPr bwMode="auto">
            <a:xfrm>
              <a:off x="5282802" y="3257550"/>
              <a:ext cx="1619250" cy="352425"/>
            </a:xfrm>
            <a:prstGeom prst="rect">
              <a:avLst/>
            </a:prstGeom>
            <a:noFill/>
            <a:ln w="12700">
              <a:noFill/>
              <a:miter lim="800000"/>
              <a:headEnd/>
              <a:tailEnd/>
            </a:ln>
          </p:spPr>
          <p:txBody>
            <a:bodyPr lIns="0" tIns="0" rIns="30479" bIns="0"/>
            <a:lstStyle/>
            <a:p>
              <a:pPr marL="29765" algn="ctr"/>
              <a:r>
                <a:rPr lang="vi-VN" b="1" dirty="0">
                  <a:latin typeface="Calibri" pitchFamily="34" charset="0"/>
                  <a:cs typeface="Arial" charset="0"/>
                </a:rPr>
                <a:t>Môi trường</a:t>
              </a:r>
            </a:p>
          </p:txBody>
        </p:sp>
        <p:sp>
          <p:nvSpPr>
            <p:cNvPr id="23564" name="Line 18"/>
            <p:cNvSpPr>
              <a:spLocks noChangeShapeType="1"/>
            </p:cNvSpPr>
            <p:nvPr/>
          </p:nvSpPr>
          <p:spPr bwMode="auto">
            <a:xfrm rot="10800000" flipH="1">
              <a:off x="3896915" y="3574256"/>
              <a:ext cx="1859756" cy="0"/>
            </a:xfrm>
            <a:prstGeom prst="line">
              <a:avLst/>
            </a:prstGeom>
            <a:noFill/>
            <a:ln w="25400">
              <a:solidFill>
                <a:schemeClr val="tx1"/>
              </a:solidFill>
              <a:round/>
              <a:headEnd type="stealth" w="med" len="med"/>
              <a:tailEnd/>
            </a:ln>
          </p:spPr>
          <p:txBody>
            <a:bodyPr lIns="68579" tIns="34289" rIns="68579" bIns="34289"/>
            <a:lstStyle/>
            <a:p>
              <a:endParaRPr lang="vi-VN">
                <a:latin typeface="Calibri" pitchFamily="34" charset="0"/>
              </a:endParaRPr>
            </a:p>
          </p:txBody>
        </p:sp>
        <p:sp>
          <p:nvSpPr>
            <p:cNvPr id="23565" name="Line 19"/>
            <p:cNvSpPr>
              <a:spLocks noChangeShapeType="1"/>
            </p:cNvSpPr>
            <p:nvPr/>
          </p:nvSpPr>
          <p:spPr bwMode="auto">
            <a:xfrm flipH="1">
              <a:off x="3989783" y="4324350"/>
              <a:ext cx="1760934" cy="0"/>
            </a:xfrm>
            <a:prstGeom prst="line">
              <a:avLst/>
            </a:prstGeom>
            <a:noFill/>
            <a:ln w="25400">
              <a:solidFill>
                <a:schemeClr val="tx1"/>
              </a:solidFill>
              <a:round/>
              <a:headEnd type="stealth" w="med" len="med"/>
              <a:tailEnd/>
            </a:ln>
          </p:spPr>
          <p:txBody>
            <a:bodyPr lIns="68579" tIns="34289" rIns="68579" bIns="34289"/>
            <a:lstStyle/>
            <a:p>
              <a:endParaRPr lang="vi-VN">
                <a:latin typeface="Calibri" pitchFamily="34" charset="0"/>
              </a:endParaRPr>
            </a:p>
          </p:txBody>
        </p:sp>
        <p:sp>
          <p:nvSpPr>
            <p:cNvPr id="23566" name="Rectangle 20"/>
            <p:cNvSpPr>
              <a:spLocks/>
            </p:cNvSpPr>
            <p:nvPr/>
          </p:nvSpPr>
          <p:spPr bwMode="auto">
            <a:xfrm>
              <a:off x="4396977" y="3584972"/>
              <a:ext cx="942975" cy="266700"/>
            </a:xfrm>
            <a:prstGeom prst="rect">
              <a:avLst/>
            </a:prstGeom>
            <a:noFill/>
            <a:ln w="12700">
              <a:noFill/>
              <a:miter lim="800000"/>
              <a:headEnd/>
              <a:tailEnd/>
            </a:ln>
          </p:spPr>
          <p:txBody>
            <a:bodyPr lIns="0" tIns="0" rIns="30479" bIns="0"/>
            <a:lstStyle/>
            <a:p>
              <a:pPr marL="29765" algn="ctr"/>
              <a:r>
                <a:rPr lang="vi-VN" sz="1200" dirty="0">
                  <a:latin typeface="Calibri" pitchFamily="34" charset="0"/>
                  <a:cs typeface="Arial" charset="0"/>
                </a:rPr>
                <a:t>Nhận thức</a:t>
              </a:r>
            </a:p>
          </p:txBody>
        </p:sp>
        <p:sp>
          <p:nvSpPr>
            <p:cNvPr id="23567" name="Rectangle 21"/>
            <p:cNvSpPr>
              <a:spLocks/>
            </p:cNvSpPr>
            <p:nvPr/>
          </p:nvSpPr>
          <p:spPr bwMode="auto">
            <a:xfrm>
              <a:off x="4463652" y="4324350"/>
              <a:ext cx="809625" cy="304800"/>
            </a:xfrm>
            <a:prstGeom prst="rect">
              <a:avLst/>
            </a:prstGeom>
            <a:noFill/>
            <a:ln w="12700">
              <a:noFill/>
              <a:miter lim="800000"/>
              <a:headEnd/>
              <a:tailEnd/>
            </a:ln>
          </p:spPr>
          <p:txBody>
            <a:bodyPr lIns="0" tIns="0" rIns="30479" bIns="0"/>
            <a:lstStyle/>
            <a:p>
              <a:pPr marL="29765" algn="ctr"/>
              <a:r>
                <a:rPr lang="vi-VN" sz="1200" dirty="0">
                  <a:latin typeface="Calibri" pitchFamily="34" charset="0"/>
                  <a:cs typeface="Arial" charset="0"/>
                </a:rPr>
                <a:t>Hành động</a:t>
              </a:r>
            </a:p>
          </p:txBody>
        </p:sp>
      </p:grpSp>
      <p:sp>
        <p:nvSpPr>
          <p:cNvPr id="20" name="Text Box 4"/>
          <p:cNvSpPr txBox="1">
            <a:spLocks noChangeArrowheads="1"/>
          </p:cNvSpPr>
          <p:nvPr/>
        </p:nvSpPr>
        <p:spPr bwMode="auto">
          <a:xfrm>
            <a:off x="0" y="4857750"/>
            <a:ext cx="6477000" cy="223136"/>
          </a:xfrm>
          <a:prstGeom prst="rect">
            <a:avLst/>
          </a:prstGeom>
          <a:noFill/>
          <a:ln w="9525">
            <a:noFill/>
            <a:miter lim="800000"/>
            <a:headEnd/>
            <a:tailEnd/>
          </a:ln>
        </p:spPr>
        <p:txBody>
          <a:bodyPr wrap="square" lIns="68579" tIns="34289" rIns="68579" bIns="34289">
            <a:spAutoFit/>
          </a:bodyPr>
          <a:lstStyle/>
          <a:p>
            <a:pPr algn="ctr">
              <a:spcBef>
                <a:spcPct val="50000"/>
              </a:spcBef>
            </a:pPr>
            <a:r>
              <a:rPr lang="vi-VN" sz="1000" dirty="0"/>
              <a:t>Pac-Man nhãn hiệu của Namco-Bandai Games, sử dụng ở đây với mục đích giáo dục</a:t>
            </a:r>
          </a:p>
        </p:txBody>
      </p:sp>
    </p:spTree>
    <p:extLst>
      <p:ext uri="{BB962C8B-B14F-4D97-AF65-F5344CB8AC3E}">
        <p14:creationId xmlns:p14="http://schemas.microsoft.com/office/powerpoint/2010/main" val="2738945622"/>
      </p:ext>
    </p:extLst>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2531" name="Rectangle 4"/>
          <p:cNvSpPr>
            <a:spLocks noGrp="1" noChangeArrowheads="1"/>
          </p:cNvSpPr>
          <p:nvPr>
            <p:ph type="title"/>
          </p:nvPr>
        </p:nvSpPr>
        <p:spPr/>
        <p:txBody>
          <a:bodyPr rIns="99058"/>
          <a:lstStyle/>
          <a:p>
            <a:r>
              <a:rPr lang="en-US" dirty="0" err="1"/>
              <a:t>Thiết</a:t>
            </a:r>
            <a:r>
              <a:rPr lang="en-US" dirty="0"/>
              <a:t> </a:t>
            </a:r>
            <a:r>
              <a:rPr lang="en-US" dirty="0" err="1"/>
              <a:t>kế</a:t>
            </a:r>
            <a:r>
              <a:rPr lang="en-US" dirty="0"/>
              <a:t> </a:t>
            </a:r>
            <a:r>
              <a:rPr lang="en-US" dirty="0" err="1"/>
              <a:t>tác</a:t>
            </a:r>
            <a:r>
              <a:rPr lang="en-US" dirty="0"/>
              <a:t> </a:t>
            </a:r>
            <a:r>
              <a:rPr lang="en-US" dirty="0" err="1"/>
              <a:t>tử</a:t>
            </a:r>
            <a:r>
              <a:rPr lang="en-US" dirty="0"/>
              <a:t> </a:t>
            </a:r>
            <a:r>
              <a:rPr lang="en-US" dirty="0" err="1"/>
              <a:t>hợp</a:t>
            </a:r>
            <a:r>
              <a:rPr lang="en-US" dirty="0"/>
              <a:t> </a:t>
            </a:r>
            <a:r>
              <a:rPr lang="en-US" dirty="0" err="1"/>
              <a:t>lý</a:t>
            </a:r>
            <a:endParaRPr lang="en-US" dirty="0"/>
          </a:p>
        </p:txBody>
      </p:sp>
      <p:sp>
        <p:nvSpPr>
          <p:cNvPr id="27653" name="Rectangle 5"/>
          <p:cNvSpPr>
            <a:spLocks noGrp="1" noChangeArrowheads="1"/>
          </p:cNvSpPr>
          <p:nvPr>
            <p:ph type="body" idx="1"/>
          </p:nvPr>
        </p:nvSpPr>
        <p:spPr>
          <a:xfrm>
            <a:off x="342900" y="1200149"/>
            <a:ext cx="4838700" cy="3586901"/>
          </a:xfrm>
        </p:spPr>
        <p:txBody>
          <a:bodyPr rIns="99058"/>
          <a:lstStyle/>
          <a:p>
            <a:pPr marL="342892" indent="-342892">
              <a:spcBef>
                <a:spcPct val="0"/>
              </a:spcBef>
              <a:buClrTx/>
            </a:pPr>
            <a:r>
              <a:rPr lang="en-US" sz="1600" dirty="0" err="1"/>
              <a:t>Tác</a:t>
            </a:r>
            <a:r>
              <a:rPr lang="en-US" sz="1600" dirty="0"/>
              <a:t> </a:t>
            </a:r>
            <a:r>
              <a:rPr lang="en-US" sz="1600" dirty="0" err="1"/>
              <a:t>tử</a:t>
            </a:r>
            <a:r>
              <a:rPr lang="en-US" sz="1600" dirty="0"/>
              <a:t> </a:t>
            </a:r>
            <a:r>
              <a:rPr lang="en-US" sz="1600" dirty="0" err="1"/>
              <a:t>là</a:t>
            </a:r>
            <a:r>
              <a:rPr lang="en-US" sz="1600" dirty="0"/>
              <a:t> </a:t>
            </a:r>
            <a:r>
              <a:rPr lang="en-US" sz="1600" dirty="0" err="1"/>
              <a:t>đối</a:t>
            </a:r>
            <a:r>
              <a:rPr lang="en-US" sz="1600" dirty="0"/>
              <a:t> </a:t>
            </a:r>
            <a:r>
              <a:rPr lang="en-US" sz="1600" dirty="0" err="1"/>
              <a:t>tượng</a:t>
            </a:r>
            <a:r>
              <a:rPr lang="en-US" sz="1600" dirty="0"/>
              <a:t> </a:t>
            </a:r>
            <a:r>
              <a:rPr lang="en-US" sz="1600" dirty="0" err="1"/>
              <a:t>có</a:t>
            </a:r>
            <a:r>
              <a:rPr lang="en-US" sz="1600" dirty="0"/>
              <a:t> </a:t>
            </a:r>
            <a:r>
              <a:rPr lang="en-US" sz="1600" dirty="0" err="1"/>
              <a:t>khả</a:t>
            </a:r>
            <a:r>
              <a:rPr lang="en-US" sz="1600" dirty="0"/>
              <a:t> </a:t>
            </a:r>
            <a:r>
              <a:rPr lang="en-US" sz="1600" dirty="0" err="1"/>
              <a:t>năng</a:t>
            </a:r>
            <a:r>
              <a:rPr lang="en-US" sz="1600" dirty="0"/>
              <a:t> </a:t>
            </a:r>
            <a:r>
              <a:rPr lang="en-US" sz="1600" b="1" i="1" dirty="0" err="1"/>
              <a:t>nhận</a:t>
            </a:r>
            <a:r>
              <a:rPr lang="en-US" sz="1600" b="1" i="1" dirty="0"/>
              <a:t> </a:t>
            </a:r>
            <a:r>
              <a:rPr lang="en-US" sz="1600" b="1" i="1" dirty="0" err="1"/>
              <a:t>thức</a:t>
            </a:r>
            <a:r>
              <a:rPr lang="en-US" sz="1600" b="1" i="1" dirty="0"/>
              <a:t> </a:t>
            </a:r>
            <a:r>
              <a:rPr lang="en-US" sz="1600" dirty="0" err="1"/>
              <a:t>và</a:t>
            </a:r>
            <a:r>
              <a:rPr lang="en-US" sz="1600" dirty="0"/>
              <a:t> </a:t>
            </a:r>
            <a:r>
              <a:rPr lang="en-US" sz="1600" b="1" i="1" dirty="0" err="1"/>
              <a:t>hành</a:t>
            </a:r>
            <a:r>
              <a:rPr lang="en-US" sz="1600" b="1" i="1" dirty="0"/>
              <a:t> </a:t>
            </a:r>
            <a:r>
              <a:rPr lang="en-US" sz="1600" b="1" i="1" dirty="0" err="1"/>
              <a:t>động</a:t>
            </a:r>
            <a:endParaRPr lang="en-US" sz="1600" b="1" i="1" dirty="0"/>
          </a:p>
          <a:p>
            <a:pPr marL="342892" indent="-342892">
              <a:spcBef>
                <a:spcPts val="1125"/>
              </a:spcBef>
              <a:buClrTx/>
            </a:pPr>
            <a:r>
              <a:rPr lang="en-US" sz="1600" dirty="0" err="1"/>
              <a:t>Tác</a:t>
            </a:r>
            <a:r>
              <a:rPr lang="en-US" sz="1600" dirty="0"/>
              <a:t> </a:t>
            </a:r>
            <a:r>
              <a:rPr lang="en-US" sz="1600" dirty="0" err="1"/>
              <a:t>tử</a:t>
            </a:r>
            <a:r>
              <a:rPr lang="en-US" sz="1600" dirty="0"/>
              <a:t> </a:t>
            </a:r>
            <a:r>
              <a:rPr lang="en-US" sz="1600" dirty="0" err="1"/>
              <a:t>hợp</a:t>
            </a:r>
            <a:r>
              <a:rPr lang="en-US" sz="1600" dirty="0"/>
              <a:t> </a:t>
            </a:r>
            <a:r>
              <a:rPr lang="en-US" sz="1600" dirty="0" err="1"/>
              <a:t>lý</a:t>
            </a:r>
            <a:r>
              <a:rPr lang="en-US" sz="1600" dirty="0"/>
              <a:t> </a:t>
            </a:r>
            <a:r>
              <a:rPr lang="en-US" sz="1600" dirty="0" err="1"/>
              <a:t>chọn</a:t>
            </a:r>
            <a:r>
              <a:rPr lang="en-US" sz="1600" dirty="0"/>
              <a:t> </a:t>
            </a:r>
            <a:r>
              <a:rPr lang="en-US" sz="1600" dirty="0" err="1"/>
              <a:t>hành</a:t>
            </a:r>
            <a:r>
              <a:rPr lang="en-US" sz="1600" dirty="0"/>
              <a:t> </a:t>
            </a:r>
            <a:r>
              <a:rPr lang="en-US" sz="1600" dirty="0" err="1"/>
              <a:t>động</a:t>
            </a:r>
            <a:r>
              <a:rPr lang="en-US" sz="1600" dirty="0"/>
              <a:t> </a:t>
            </a:r>
            <a:r>
              <a:rPr lang="en-US" sz="1600" b="1" i="1" dirty="0" err="1"/>
              <a:t>cực</a:t>
            </a:r>
            <a:r>
              <a:rPr lang="en-US" sz="1600" b="1" i="1" dirty="0"/>
              <a:t> </a:t>
            </a:r>
            <a:r>
              <a:rPr lang="en-US" sz="1600" b="1" i="1" dirty="0" err="1"/>
              <a:t>đại</a:t>
            </a:r>
            <a:r>
              <a:rPr lang="en-US" sz="1600" b="1" i="1" dirty="0"/>
              <a:t> </a:t>
            </a:r>
            <a:r>
              <a:rPr lang="en-US" sz="1600" b="1" i="1" dirty="0" err="1"/>
              <a:t>hóa</a:t>
            </a:r>
            <a:r>
              <a:rPr lang="en-US" sz="1600" b="1" i="1" dirty="0"/>
              <a:t> </a:t>
            </a:r>
            <a:r>
              <a:rPr lang="en-US" sz="1600" b="1" i="1" dirty="0" err="1"/>
              <a:t>lợi</a:t>
            </a:r>
            <a:r>
              <a:rPr lang="en-US" sz="1600" b="1" i="1" dirty="0"/>
              <a:t> </a:t>
            </a:r>
            <a:r>
              <a:rPr lang="en-US" sz="1600" b="1" i="1" dirty="0" err="1"/>
              <a:t>ích</a:t>
            </a:r>
            <a:r>
              <a:rPr lang="en-US" sz="1600" dirty="0"/>
              <a:t>. </a:t>
            </a:r>
          </a:p>
          <a:p>
            <a:pPr marL="342892" indent="-342892">
              <a:spcBef>
                <a:spcPts val="1125"/>
              </a:spcBef>
              <a:buClrTx/>
            </a:pPr>
            <a:r>
              <a:rPr lang="en-US" sz="1600" dirty="0" err="1"/>
              <a:t>Các</a:t>
            </a:r>
            <a:r>
              <a:rPr lang="en-US" sz="1600" dirty="0"/>
              <a:t> </a:t>
            </a:r>
            <a:r>
              <a:rPr lang="en-US" sz="1600" dirty="0" err="1"/>
              <a:t>đặc</a:t>
            </a:r>
            <a:r>
              <a:rPr lang="en-US" sz="1600" dirty="0"/>
              <a:t> </a:t>
            </a:r>
            <a:r>
              <a:rPr lang="en-US" sz="1600" dirty="0" err="1"/>
              <a:t>trưng</a:t>
            </a:r>
            <a:r>
              <a:rPr lang="en-US" sz="1600" dirty="0"/>
              <a:t> </a:t>
            </a:r>
            <a:r>
              <a:rPr lang="en-US" sz="1600" dirty="0" err="1"/>
              <a:t>của</a:t>
            </a:r>
            <a:r>
              <a:rPr lang="en-US" sz="1600" dirty="0"/>
              <a:t> </a:t>
            </a:r>
            <a:r>
              <a:rPr lang="en-US" sz="1600" b="1" i="1" dirty="0" err="1"/>
              <a:t>khả</a:t>
            </a:r>
            <a:r>
              <a:rPr lang="en-US" sz="1600" b="1" i="1" dirty="0"/>
              <a:t> </a:t>
            </a:r>
            <a:r>
              <a:rPr lang="en-US" sz="1600" b="1" i="1" dirty="0" err="1"/>
              <a:t>năng</a:t>
            </a:r>
            <a:r>
              <a:rPr lang="en-US" sz="1600" b="1" i="1" dirty="0"/>
              <a:t> </a:t>
            </a:r>
            <a:r>
              <a:rPr lang="en-US" sz="1600" b="1" i="1" dirty="0" err="1"/>
              <a:t>nhận</a:t>
            </a:r>
            <a:r>
              <a:rPr lang="en-US" sz="1600" b="1" i="1" dirty="0"/>
              <a:t> </a:t>
            </a:r>
            <a:r>
              <a:rPr lang="en-US" sz="1600" b="1" i="1" dirty="0" err="1"/>
              <a:t>thức</a:t>
            </a:r>
            <a:r>
              <a:rPr lang="en-US" sz="1600" dirty="0"/>
              <a:t>, </a:t>
            </a:r>
            <a:r>
              <a:rPr lang="en-US" sz="1600" b="1" i="1" dirty="0" err="1"/>
              <a:t>khả</a:t>
            </a:r>
            <a:r>
              <a:rPr lang="en-US" sz="1600" b="1" i="1" dirty="0"/>
              <a:t> </a:t>
            </a:r>
            <a:r>
              <a:rPr lang="en-US" sz="1600" b="1" i="1" dirty="0" err="1"/>
              <a:t>năng</a:t>
            </a:r>
            <a:r>
              <a:rPr lang="en-US" sz="1600" b="1" i="1" dirty="0"/>
              <a:t> </a:t>
            </a:r>
            <a:r>
              <a:rPr lang="en-US" sz="1600" b="1" i="1" dirty="0" err="1"/>
              <a:t>hành</a:t>
            </a:r>
            <a:r>
              <a:rPr lang="en-US" sz="1600" b="1" i="1" dirty="0"/>
              <a:t> </a:t>
            </a:r>
            <a:r>
              <a:rPr lang="en-US" sz="1600" b="1" i="1" dirty="0" err="1"/>
              <a:t>động</a:t>
            </a:r>
            <a:r>
              <a:rPr lang="en-US" sz="1600" dirty="0"/>
              <a:t> </a:t>
            </a:r>
            <a:r>
              <a:rPr lang="en-US" sz="1600" dirty="0" err="1"/>
              <a:t>và</a:t>
            </a:r>
            <a:r>
              <a:rPr lang="en-US" sz="1600" dirty="0"/>
              <a:t> </a:t>
            </a:r>
            <a:r>
              <a:rPr lang="en-US" sz="1600" b="1" i="1" dirty="0" err="1"/>
              <a:t>môi</a:t>
            </a:r>
            <a:r>
              <a:rPr lang="en-US" sz="1600" b="1" i="1" dirty="0"/>
              <a:t> </a:t>
            </a:r>
            <a:r>
              <a:rPr lang="en-US" sz="1600" b="1" i="1" dirty="0" err="1"/>
              <a:t>trường</a:t>
            </a:r>
            <a:r>
              <a:rPr lang="en-US" sz="1600" b="1" i="1" dirty="0"/>
              <a:t> </a:t>
            </a:r>
            <a:r>
              <a:rPr lang="en-US" sz="1600" dirty="0" err="1"/>
              <a:t>quyết</a:t>
            </a:r>
            <a:r>
              <a:rPr lang="en-US" sz="1600" dirty="0"/>
              <a:t> </a:t>
            </a:r>
            <a:r>
              <a:rPr lang="en-US" sz="1600" dirty="0" err="1"/>
              <a:t>định</a:t>
            </a:r>
            <a:r>
              <a:rPr lang="en-US" sz="1600" dirty="0"/>
              <a:t> </a:t>
            </a:r>
            <a:r>
              <a:rPr lang="en-US" sz="1600" dirty="0" err="1"/>
              <a:t>các</a:t>
            </a:r>
            <a:r>
              <a:rPr lang="en-US" sz="1600" dirty="0"/>
              <a:t> </a:t>
            </a:r>
            <a:r>
              <a:rPr lang="en-US" sz="1600" dirty="0" err="1"/>
              <a:t>kỹ</a:t>
            </a:r>
            <a:r>
              <a:rPr lang="en-US" sz="1600" dirty="0"/>
              <a:t> </a:t>
            </a:r>
            <a:r>
              <a:rPr lang="en-US" sz="1600" dirty="0" err="1"/>
              <a:t>thuật</a:t>
            </a:r>
            <a:r>
              <a:rPr lang="en-US" sz="1600" dirty="0"/>
              <a:t> </a:t>
            </a:r>
            <a:r>
              <a:rPr lang="en-US" sz="1600" dirty="0" err="1"/>
              <a:t>lựa</a:t>
            </a:r>
            <a:r>
              <a:rPr lang="en-US" sz="1600" dirty="0"/>
              <a:t> </a:t>
            </a:r>
            <a:r>
              <a:rPr lang="en-US" sz="1600" dirty="0" err="1"/>
              <a:t>chọn</a:t>
            </a:r>
            <a:r>
              <a:rPr lang="en-US" sz="1600" dirty="0"/>
              <a:t> </a:t>
            </a:r>
            <a:r>
              <a:rPr lang="en-US" sz="1600" dirty="0" err="1"/>
              <a:t>hành</a:t>
            </a:r>
            <a:r>
              <a:rPr lang="en-US" sz="1600" dirty="0"/>
              <a:t> </a:t>
            </a:r>
            <a:r>
              <a:rPr lang="en-US" sz="1600" dirty="0" err="1"/>
              <a:t>động</a:t>
            </a:r>
            <a:r>
              <a:rPr lang="en-US" sz="1600" dirty="0"/>
              <a:t>.</a:t>
            </a:r>
          </a:p>
          <a:p>
            <a:pPr marL="342892" indent="-342892">
              <a:spcBef>
                <a:spcPts val="1125"/>
              </a:spcBef>
              <a:buClrTx/>
            </a:pPr>
            <a:r>
              <a:rPr lang="en-US" sz="1600" b="1" dirty="0" err="1">
                <a:solidFill>
                  <a:srgbClr val="333399"/>
                </a:solidFill>
                <a:cs typeface="Arial" charset="0"/>
              </a:rPr>
              <a:t>Trong</a:t>
            </a:r>
            <a:r>
              <a:rPr lang="en-US" sz="1600" b="1" dirty="0">
                <a:solidFill>
                  <a:srgbClr val="333399"/>
                </a:solidFill>
                <a:cs typeface="Arial" charset="0"/>
              </a:rPr>
              <a:t> </a:t>
            </a:r>
            <a:r>
              <a:rPr lang="en-US" sz="1600" b="1" dirty="0" err="1">
                <a:solidFill>
                  <a:srgbClr val="333399"/>
                </a:solidFill>
                <a:cs typeface="Arial" charset="0"/>
              </a:rPr>
              <a:t>khóa</a:t>
            </a:r>
            <a:r>
              <a:rPr lang="en-US" sz="1600" b="1" dirty="0">
                <a:solidFill>
                  <a:srgbClr val="333399"/>
                </a:solidFill>
                <a:cs typeface="Arial" charset="0"/>
              </a:rPr>
              <a:t> </a:t>
            </a:r>
            <a:r>
              <a:rPr lang="en-US" sz="1600" b="1" dirty="0" err="1">
                <a:solidFill>
                  <a:srgbClr val="333399"/>
                </a:solidFill>
                <a:cs typeface="Arial" charset="0"/>
              </a:rPr>
              <a:t>học</a:t>
            </a:r>
            <a:r>
              <a:rPr lang="en-US" sz="1600" b="1" dirty="0">
                <a:solidFill>
                  <a:srgbClr val="333399"/>
                </a:solidFill>
                <a:cs typeface="Arial" charset="0"/>
              </a:rPr>
              <a:t> </a:t>
            </a:r>
            <a:r>
              <a:rPr lang="en-US" sz="1600" b="1" dirty="0" err="1">
                <a:solidFill>
                  <a:srgbClr val="333399"/>
                </a:solidFill>
                <a:cs typeface="Arial" charset="0"/>
              </a:rPr>
              <a:t>này</a:t>
            </a:r>
            <a:r>
              <a:rPr lang="en-US" sz="1600" dirty="0">
                <a:solidFill>
                  <a:srgbClr val="333399"/>
                </a:solidFill>
                <a:cs typeface="Arial" charset="0"/>
              </a:rPr>
              <a:t>:</a:t>
            </a:r>
          </a:p>
          <a:p>
            <a:pPr marL="629825" lvl="1" indent="-257168">
              <a:lnSpc>
                <a:spcPct val="80000"/>
              </a:lnSpc>
              <a:spcBef>
                <a:spcPts val="554"/>
              </a:spcBef>
              <a:buSzPct val="100000"/>
            </a:pPr>
            <a:r>
              <a:rPr lang="en-US" sz="1600" dirty="0" err="1">
                <a:cs typeface="Arial" charset="0"/>
              </a:rPr>
              <a:t>Các</a:t>
            </a:r>
            <a:r>
              <a:rPr lang="en-US" sz="1600" dirty="0">
                <a:cs typeface="Arial" charset="0"/>
              </a:rPr>
              <a:t> </a:t>
            </a:r>
            <a:r>
              <a:rPr lang="en-US" sz="1600" dirty="0" err="1">
                <a:cs typeface="Arial" charset="0"/>
              </a:rPr>
              <a:t>kỹ</a:t>
            </a:r>
            <a:r>
              <a:rPr lang="en-US" sz="1600" dirty="0">
                <a:cs typeface="Arial" charset="0"/>
              </a:rPr>
              <a:t> </a:t>
            </a:r>
            <a:r>
              <a:rPr lang="en-US" sz="1600" dirty="0" err="1">
                <a:cs typeface="Arial" charset="0"/>
              </a:rPr>
              <a:t>thuật</a:t>
            </a:r>
            <a:r>
              <a:rPr lang="en-US" sz="1600" dirty="0">
                <a:cs typeface="Arial" charset="0"/>
              </a:rPr>
              <a:t> TTNT </a:t>
            </a:r>
            <a:r>
              <a:rPr lang="en-US" sz="1600" dirty="0" err="1">
                <a:cs typeface="Arial" charset="0"/>
              </a:rPr>
              <a:t>tổng</a:t>
            </a:r>
            <a:r>
              <a:rPr lang="en-US" sz="1600" dirty="0">
                <a:cs typeface="Arial" charset="0"/>
              </a:rPr>
              <a:t> </a:t>
            </a:r>
            <a:r>
              <a:rPr lang="en-US" sz="1600" dirty="0" err="1">
                <a:cs typeface="Arial" charset="0"/>
              </a:rPr>
              <a:t>quát</a:t>
            </a:r>
            <a:r>
              <a:rPr lang="en-US" sz="1600" dirty="0">
                <a:cs typeface="Arial" charset="0"/>
              </a:rPr>
              <a:t> </a:t>
            </a:r>
            <a:r>
              <a:rPr lang="en-US" sz="1600" dirty="0" err="1">
                <a:cs typeface="Arial" charset="0"/>
              </a:rPr>
              <a:t>cho</a:t>
            </a:r>
            <a:r>
              <a:rPr lang="en-US" sz="1600" dirty="0">
                <a:cs typeface="Arial" charset="0"/>
              </a:rPr>
              <a:t> </a:t>
            </a:r>
            <a:r>
              <a:rPr lang="en-US" sz="1600" dirty="0" err="1">
                <a:cs typeface="Arial" charset="0"/>
              </a:rPr>
              <a:t>nhiều</a:t>
            </a:r>
            <a:r>
              <a:rPr lang="en-US" sz="1600" dirty="0">
                <a:cs typeface="Arial" charset="0"/>
              </a:rPr>
              <a:t> </a:t>
            </a:r>
            <a:r>
              <a:rPr lang="en-US" sz="1600" dirty="0" err="1">
                <a:cs typeface="Arial" charset="0"/>
              </a:rPr>
              <a:t>bài</a:t>
            </a:r>
            <a:r>
              <a:rPr lang="en-US" sz="1600" dirty="0">
                <a:cs typeface="Arial" charset="0"/>
              </a:rPr>
              <a:t> </a:t>
            </a:r>
            <a:r>
              <a:rPr lang="en-US" sz="1600" dirty="0" err="1">
                <a:cs typeface="Arial" charset="0"/>
              </a:rPr>
              <a:t>toán</a:t>
            </a:r>
            <a:endParaRPr lang="en-US" sz="1600" dirty="0">
              <a:cs typeface="Arial" charset="0"/>
            </a:endParaRPr>
          </a:p>
          <a:p>
            <a:pPr marL="629825" lvl="1" indent="-257168">
              <a:lnSpc>
                <a:spcPct val="80000"/>
              </a:lnSpc>
              <a:spcBef>
                <a:spcPts val="554"/>
              </a:spcBef>
              <a:buSzPct val="100000"/>
            </a:pPr>
            <a:r>
              <a:rPr lang="en-US" sz="1600" dirty="0" err="1">
                <a:cs typeface="Arial" charset="0"/>
              </a:rPr>
              <a:t>Nhận</a:t>
            </a:r>
            <a:r>
              <a:rPr lang="en-US" sz="1600" dirty="0">
                <a:cs typeface="Arial" charset="0"/>
              </a:rPr>
              <a:t> </a:t>
            </a:r>
            <a:r>
              <a:rPr lang="en-US" sz="1600" dirty="0" err="1">
                <a:cs typeface="Arial" charset="0"/>
              </a:rPr>
              <a:t>biết</a:t>
            </a:r>
            <a:r>
              <a:rPr lang="en-US" sz="1600" dirty="0">
                <a:cs typeface="Arial" charset="0"/>
              </a:rPr>
              <a:t> </a:t>
            </a:r>
            <a:r>
              <a:rPr lang="en-US" sz="1600" dirty="0" err="1">
                <a:cs typeface="Arial" charset="0"/>
              </a:rPr>
              <a:t>được</a:t>
            </a:r>
            <a:r>
              <a:rPr lang="en-US" sz="1600" dirty="0">
                <a:cs typeface="Arial" charset="0"/>
              </a:rPr>
              <a:t> </a:t>
            </a:r>
            <a:r>
              <a:rPr lang="en-US" sz="1600" dirty="0" err="1">
                <a:cs typeface="Arial" charset="0"/>
              </a:rPr>
              <a:t>khi</a:t>
            </a:r>
            <a:r>
              <a:rPr lang="en-US" sz="1600" dirty="0">
                <a:cs typeface="Arial" charset="0"/>
              </a:rPr>
              <a:t> </a:t>
            </a:r>
            <a:r>
              <a:rPr lang="en-US" sz="1600" dirty="0" err="1">
                <a:cs typeface="Arial" charset="0"/>
              </a:rPr>
              <a:t>nào</a:t>
            </a:r>
            <a:r>
              <a:rPr lang="en-US" sz="1600" dirty="0">
                <a:cs typeface="Arial" charset="0"/>
              </a:rPr>
              <a:t> </a:t>
            </a:r>
            <a:r>
              <a:rPr lang="en-US" sz="1600" dirty="0" err="1">
                <a:cs typeface="Arial" charset="0"/>
              </a:rPr>
              <a:t>có</a:t>
            </a:r>
            <a:r>
              <a:rPr lang="en-US" sz="1600" dirty="0">
                <a:cs typeface="Arial" charset="0"/>
              </a:rPr>
              <a:t> </a:t>
            </a:r>
            <a:r>
              <a:rPr lang="en-US" sz="1600" dirty="0" err="1">
                <a:cs typeface="Arial" charset="0"/>
              </a:rPr>
              <a:t>thể</a:t>
            </a:r>
            <a:r>
              <a:rPr lang="en-US" sz="1600" dirty="0">
                <a:cs typeface="Arial" charset="0"/>
              </a:rPr>
              <a:t> </a:t>
            </a:r>
            <a:r>
              <a:rPr lang="en-US" sz="1600" dirty="0" err="1">
                <a:cs typeface="Arial" charset="0"/>
              </a:rPr>
              <a:t>giải</a:t>
            </a:r>
            <a:r>
              <a:rPr lang="en-US" sz="1600" dirty="0">
                <a:cs typeface="Arial" charset="0"/>
              </a:rPr>
              <a:t> </a:t>
            </a:r>
            <a:r>
              <a:rPr lang="en-US" sz="1600" dirty="0" err="1">
                <a:cs typeface="Arial" charset="0"/>
              </a:rPr>
              <a:t>một</a:t>
            </a:r>
            <a:r>
              <a:rPr lang="en-US" sz="1600" dirty="0">
                <a:cs typeface="Arial" charset="0"/>
              </a:rPr>
              <a:t> </a:t>
            </a:r>
            <a:r>
              <a:rPr lang="en-US" sz="1600" dirty="0" err="1">
                <a:cs typeface="Arial" charset="0"/>
              </a:rPr>
              <a:t>bài</a:t>
            </a:r>
            <a:r>
              <a:rPr lang="en-US" sz="1600" dirty="0">
                <a:cs typeface="Arial" charset="0"/>
              </a:rPr>
              <a:t> </a:t>
            </a:r>
            <a:r>
              <a:rPr lang="en-US" sz="1600" dirty="0" err="1">
                <a:cs typeface="Arial" charset="0"/>
              </a:rPr>
              <a:t>toán</a:t>
            </a:r>
            <a:r>
              <a:rPr lang="en-US" sz="1600" dirty="0">
                <a:cs typeface="Arial" charset="0"/>
              </a:rPr>
              <a:t> </a:t>
            </a:r>
            <a:r>
              <a:rPr lang="en-US" sz="1600" dirty="0" err="1">
                <a:cs typeface="Arial" charset="0"/>
              </a:rPr>
              <a:t>mới</a:t>
            </a:r>
            <a:r>
              <a:rPr lang="en-US" sz="1600" dirty="0">
                <a:cs typeface="Arial" charset="0"/>
              </a:rPr>
              <a:t> </a:t>
            </a:r>
            <a:r>
              <a:rPr lang="en-US" sz="1600" dirty="0" err="1">
                <a:cs typeface="Arial" charset="0"/>
              </a:rPr>
              <a:t>bằng</a:t>
            </a:r>
            <a:r>
              <a:rPr lang="en-US" sz="1600" dirty="0">
                <a:cs typeface="Arial" charset="0"/>
              </a:rPr>
              <a:t> </a:t>
            </a:r>
            <a:r>
              <a:rPr lang="en-US" sz="1600" dirty="0" err="1">
                <a:cs typeface="Arial" charset="0"/>
              </a:rPr>
              <a:t>kỹ</a:t>
            </a:r>
            <a:r>
              <a:rPr lang="en-US" sz="1600" dirty="0">
                <a:cs typeface="Arial" charset="0"/>
              </a:rPr>
              <a:t> </a:t>
            </a:r>
            <a:r>
              <a:rPr lang="en-US" sz="1600" dirty="0" err="1">
                <a:cs typeface="Arial" charset="0"/>
              </a:rPr>
              <a:t>thuật</a:t>
            </a:r>
            <a:r>
              <a:rPr lang="en-US" sz="1600" dirty="0">
                <a:cs typeface="Arial" charset="0"/>
              </a:rPr>
              <a:t> </a:t>
            </a:r>
            <a:r>
              <a:rPr lang="en-US" sz="1600" dirty="0" err="1">
                <a:cs typeface="Arial" charset="0"/>
              </a:rPr>
              <a:t>đã</a:t>
            </a:r>
            <a:r>
              <a:rPr lang="en-US" sz="1600" dirty="0">
                <a:cs typeface="Arial" charset="0"/>
              </a:rPr>
              <a:t> </a:t>
            </a:r>
            <a:r>
              <a:rPr lang="en-US" sz="1600" dirty="0" err="1">
                <a:cs typeface="Arial" charset="0"/>
              </a:rPr>
              <a:t>biết</a:t>
            </a:r>
            <a:r>
              <a:rPr lang="en-US" sz="1600" dirty="0">
                <a:cs typeface="Arial" charset="0"/>
              </a:rPr>
              <a:t> </a:t>
            </a:r>
            <a:r>
              <a:rPr lang="en-US" sz="1600" dirty="0" err="1">
                <a:cs typeface="Arial" charset="0"/>
              </a:rPr>
              <a:t>và</a:t>
            </a:r>
            <a:r>
              <a:rPr lang="en-US" sz="1600" dirty="0">
                <a:cs typeface="Arial" charset="0"/>
              </a:rPr>
              <a:t> </a:t>
            </a:r>
            <a:r>
              <a:rPr lang="en-US" sz="1600" dirty="0" err="1">
                <a:cs typeface="Arial" charset="0"/>
              </a:rPr>
              <a:t>bằng</a:t>
            </a:r>
            <a:r>
              <a:rPr lang="en-US" sz="1600" dirty="0">
                <a:cs typeface="Arial" charset="0"/>
              </a:rPr>
              <a:t> </a:t>
            </a:r>
            <a:r>
              <a:rPr lang="en-US" sz="1600" dirty="0" err="1">
                <a:cs typeface="Arial" charset="0"/>
              </a:rPr>
              <a:t>cách</a:t>
            </a:r>
            <a:r>
              <a:rPr lang="en-US" sz="1600" dirty="0">
                <a:cs typeface="Arial" charset="0"/>
              </a:rPr>
              <a:t> </a:t>
            </a:r>
            <a:r>
              <a:rPr lang="en-US" sz="1600" dirty="0" err="1">
                <a:cs typeface="Arial" charset="0"/>
              </a:rPr>
              <a:t>nào</a:t>
            </a:r>
            <a:r>
              <a:rPr lang="en-US" sz="1600" dirty="0">
                <a:cs typeface="Arial" charset="0"/>
              </a:rPr>
              <a:t> ?</a:t>
            </a:r>
          </a:p>
          <a:p>
            <a:pPr marL="342892" indent="-342892">
              <a:spcBef>
                <a:spcPts val="1125"/>
              </a:spcBef>
              <a:buClrTx/>
            </a:pPr>
            <a:endParaRPr lang="en-US" sz="1600" dirty="0"/>
          </a:p>
        </p:txBody>
      </p:sp>
      <p:pic>
        <p:nvPicPr>
          <p:cNvPr id="46083" name="Picture 3"/>
          <p:cNvPicPr preferRelativeResize="0">
            <a:picLocks noChangeArrowheads="1"/>
          </p:cNvPicPr>
          <p:nvPr/>
        </p:nvPicPr>
        <p:blipFill>
          <a:blip r:embed="rId2" cstate="print">
            <a:extLst>
              <a:ext uri="{28A0092B-C50C-407E-A947-70E740481C1C}">
                <a14:useLocalDpi xmlns:a14="http://schemas.microsoft.com/office/drawing/2010/main" val="0"/>
              </a:ext>
            </a:extLst>
          </a:blip>
          <a:stretch>
            <a:fillRect/>
          </a:stretch>
        </p:blipFill>
        <p:spPr bwMode="auto">
          <a:xfrm flipH="1">
            <a:off x="5791200" y="1122226"/>
            <a:ext cx="2819399" cy="2207151"/>
          </a:xfrm>
          <a:prstGeom prst="rect">
            <a:avLst/>
          </a:prstGeom>
          <a:noFill/>
        </p:spPr>
      </p:pic>
      <p:grpSp>
        <p:nvGrpSpPr>
          <p:cNvPr id="2" name="Group 1">
            <a:extLst>
              <a:ext uri="{FF2B5EF4-FFF2-40B4-BE49-F238E27FC236}">
                <a16:creationId xmlns:a16="http://schemas.microsoft.com/office/drawing/2014/main" id="{CE4833FB-3034-A1E0-8107-510603E5CCC4}"/>
              </a:ext>
            </a:extLst>
          </p:cNvPr>
          <p:cNvGrpSpPr/>
          <p:nvPr/>
        </p:nvGrpSpPr>
        <p:grpSpPr>
          <a:xfrm>
            <a:off x="5181600" y="3609101"/>
            <a:ext cx="3733800" cy="1303077"/>
            <a:chOff x="2209800" y="3194447"/>
            <a:chExt cx="4692252" cy="1587103"/>
          </a:xfrm>
        </p:grpSpPr>
        <p:sp>
          <p:nvSpPr>
            <p:cNvPr id="3" name="AutoShape 7">
              <a:extLst>
                <a:ext uri="{FF2B5EF4-FFF2-40B4-BE49-F238E27FC236}">
                  <a16:creationId xmlns:a16="http://schemas.microsoft.com/office/drawing/2014/main" id="{066EB55B-D873-C543-EBC5-8FD7403DE4EF}"/>
                </a:ext>
              </a:extLst>
            </p:cNvPr>
            <p:cNvSpPr>
              <a:spLocks/>
            </p:cNvSpPr>
            <p:nvPr/>
          </p:nvSpPr>
          <p:spPr bwMode="auto">
            <a:xfrm>
              <a:off x="2209800" y="3200398"/>
              <a:ext cx="2155031" cy="1581152"/>
            </a:xfrm>
            <a:prstGeom prst="roundRect">
              <a:avLst>
                <a:gd name="adj" fmla="val 10912"/>
              </a:avLst>
            </a:prstGeom>
            <a:solidFill>
              <a:srgbClr val="9FB0D1"/>
            </a:solidFill>
            <a:ln w="12700">
              <a:solidFill>
                <a:schemeClr val="tx1"/>
              </a:solidFill>
              <a:round/>
              <a:headEnd/>
              <a:tailEnd/>
            </a:ln>
          </p:spPr>
          <p:txBody>
            <a:bodyPr lIns="0" tIns="0" rIns="0" bIns="0"/>
            <a:lstStyle/>
            <a:p>
              <a:endParaRPr lang="vi-VN" sz="1400">
                <a:latin typeface="Calibri" pitchFamily="34" charset="0"/>
              </a:endParaRPr>
            </a:p>
          </p:txBody>
        </p:sp>
        <p:sp>
          <p:nvSpPr>
            <p:cNvPr id="4" name="Line 8">
              <a:extLst>
                <a:ext uri="{FF2B5EF4-FFF2-40B4-BE49-F238E27FC236}">
                  <a16:creationId xmlns:a16="http://schemas.microsoft.com/office/drawing/2014/main" id="{EC9852EC-DED7-2F46-2FAF-20E9A6F411BA}"/>
                </a:ext>
              </a:extLst>
            </p:cNvPr>
            <p:cNvSpPr>
              <a:spLocks noChangeShapeType="1"/>
            </p:cNvSpPr>
            <p:nvPr/>
          </p:nvSpPr>
          <p:spPr bwMode="auto">
            <a:xfrm rot="10800000" flipH="1">
              <a:off x="3325414" y="3672670"/>
              <a:ext cx="0" cy="531019"/>
            </a:xfrm>
            <a:prstGeom prst="line">
              <a:avLst/>
            </a:prstGeom>
            <a:noFill/>
            <a:ln w="25400">
              <a:solidFill>
                <a:schemeClr val="tx1"/>
              </a:solidFill>
              <a:round/>
              <a:headEnd type="stealth" w="med" len="med"/>
              <a:tailEnd/>
            </a:ln>
          </p:spPr>
          <p:txBody>
            <a:bodyPr lIns="68579" tIns="34289" rIns="68579" bIns="34289"/>
            <a:lstStyle/>
            <a:p>
              <a:endParaRPr lang="vi-VN" sz="1400">
                <a:latin typeface="Calibri" pitchFamily="34" charset="0"/>
              </a:endParaRPr>
            </a:p>
          </p:txBody>
        </p:sp>
        <p:sp>
          <p:nvSpPr>
            <p:cNvPr id="5" name="Rectangle 9">
              <a:extLst>
                <a:ext uri="{FF2B5EF4-FFF2-40B4-BE49-F238E27FC236}">
                  <a16:creationId xmlns:a16="http://schemas.microsoft.com/office/drawing/2014/main" id="{CF7CF6B2-5317-EEA2-A60C-B7937738D820}"/>
                </a:ext>
              </a:extLst>
            </p:cNvPr>
            <p:cNvSpPr>
              <a:spLocks/>
            </p:cNvSpPr>
            <p:nvPr/>
          </p:nvSpPr>
          <p:spPr bwMode="auto">
            <a:xfrm>
              <a:off x="2286000" y="3226592"/>
              <a:ext cx="790575" cy="352425"/>
            </a:xfrm>
            <a:prstGeom prst="rect">
              <a:avLst/>
            </a:prstGeom>
            <a:noFill/>
            <a:ln w="12700">
              <a:noFill/>
              <a:miter lim="800000"/>
              <a:headEnd/>
              <a:tailEnd/>
            </a:ln>
          </p:spPr>
          <p:txBody>
            <a:bodyPr lIns="0" tIns="0" rIns="30479" bIns="0"/>
            <a:lstStyle/>
            <a:p>
              <a:pPr marL="29765"/>
              <a:r>
                <a:rPr lang="vi-VN" sz="1400" b="1" dirty="0">
                  <a:latin typeface="Calibri" pitchFamily="34" charset="0"/>
                  <a:cs typeface="Arial" charset="0"/>
                </a:rPr>
                <a:t>Tác tử</a:t>
              </a:r>
            </a:p>
          </p:txBody>
        </p:sp>
        <p:grpSp>
          <p:nvGrpSpPr>
            <p:cNvPr id="6" name="Group 10">
              <a:extLst>
                <a:ext uri="{FF2B5EF4-FFF2-40B4-BE49-F238E27FC236}">
                  <a16:creationId xmlns:a16="http://schemas.microsoft.com/office/drawing/2014/main" id="{00C43D6D-834C-8550-53C7-0C32AE269C0B}"/>
                </a:ext>
              </a:extLst>
            </p:cNvPr>
            <p:cNvGrpSpPr>
              <a:grpSpLocks/>
            </p:cNvGrpSpPr>
            <p:nvPr/>
          </p:nvGrpSpPr>
          <p:grpSpPr bwMode="auto">
            <a:xfrm>
              <a:off x="3077764" y="3748869"/>
              <a:ext cx="476250" cy="323850"/>
              <a:chOff x="0" y="0"/>
              <a:chExt cx="400" cy="272"/>
            </a:xfrm>
          </p:grpSpPr>
          <p:sp>
            <p:nvSpPr>
              <p:cNvPr id="16" name="AutoShape 11">
                <a:extLst>
                  <a:ext uri="{FF2B5EF4-FFF2-40B4-BE49-F238E27FC236}">
                    <a16:creationId xmlns:a16="http://schemas.microsoft.com/office/drawing/2014/main" id="{6154BBDA-0FA1-2287-74E5-CE2459D8DFC2}"/>
                  </a:ext>
                </a:extLst>
              </p:cNvPr>
              <p:cNvSpPr>
                <a:spLocks/>
              </p:cNvSpPr>
              <p:nvPr/>
            </p:nvSpPr>
            <p:spPr bwMode="auto">
              <a:xfrm>
                <a:off x="0" y="0"/>
                <a:ext cx="400" cy="272"/>
              </a:xfrm>
              <a:prstGeom prst="roundRect">
                <a:avLst>
                  <a:gd name="adj" fmla="val 28120"/>
                </a:avLst>
              </a:prstGeom>
              <a:solidFill>
                <a:srgbClr val="FFFFFF"/>
              </a:solidFill>
              <a:ln w="12700">
                <a:solidFill>
                  <a:schemeClr val="tx1"/>
                </a:solidFill>
                <a:round/>
                <a:headEnd/>
                <a:tailEnd/>
              </a:ln>
            </p:spPr>
            <p:txBody>
              <a:bodyPr lIns="0" tIns="0" rIns="0" bIns="0"/>
              <a:lstStyle/>
              <a:p>
                <a:endParaRPr lang="vi-VN" sz="1400">
                  <a:latin typeface="Calibri" pitchFamily="34" charset="0"/>
                </a:endParaRPr>
              </a:p>
            </p:txBody>
          </p:sp>
          <p:sp>
            <p:nvSpPr>
              <p:cNvPr id="17" name="Rectangle 12">
                <a:extLst>
                  <a:ext uri="{FF2B5EF4-FFF2-40B4-BE49-F238E27FC236}">
                    <a16:creationId xmlns:a16="http://schemas.microsoft.com/office/drawing/2014/main" id="{84D73995-1092-2B45-1DB5-B04E6B8CCB5B}"/>
                  </a:ext>
                </a:extLst>
              </p:cNvPr>
              <p:cNvSpPr>
                <a:spLocks/>
              </p:cNvSpPr>
              <p:nvPr/>
            </p:nvSpPr>
            <p:spPr bwMode="auto">
              <a:xfrm>
                <a:off x="135" y="32"/>
                <a:ext cx="139" cy="236"/>
              </a:xfrm>
              <a:prstGeom prst="rect">
                <a:avLst/>
              </a:prstGeom>
              <a:noFill/>
              <a:ln w="12700">
                <a:noFill/>
                <a:miter lim="800000"/>
                <a:headEnd/>
                <a:tailEnd/>
              </a:ln>
            </p:spPr>
            <p:txBody>
              <a:bodyPr lIns="0" tIns="0" rIns="40639" bIns="0"/>
              <a:lstStyle/>
              <a:p>
                <a:pPr marL="29765" algn="ctr"/>
                <a:r>
                  <a:rPr lang="vi-VN" sz="1400" b="1">
                    <a:latin typeface="Calibri" pitchFamily="34" charset="0"/>
                    <a:cs typeface="Arial" charset="0"/>
                  </a:rPr>
                  <a:t>?</a:t>
                </a:r>
              </a:p>
            </p:txBody>
          </p:sp>
        </p:grpSp>
        <p:grpSp>
          <p:nvGrpSpPr>
            <p:cNvPr id="7" name="Group 13">
              <a:extLst>
                <a:ext uri="{FF2B5EF4-FFF2-40B4-BE49-F238E27FC236}">
                  <a16:creationId xmlns:a16="http://schemas.microsoft.com/office/drawing/2014/main" id="{A00980FE-0E5E-7349-96AC-C2B40C776FB3}"/>
                </a:ext>
              </a:extLst>
            </p:cNvPr>
            <p:cNvGrpSpPr>
              <a:grpSpLocks/>
            </p:cNvGrpSpPr>
            <p:nvPr/>
          </p:nvGrpSpPr>
          <p:grpSpPr bwMode="auto">
            <a:xfrm>
              <a:off x="2749152" y="3400425"/>
              <a:ext cx="1104900" cy="1337073"/>
              <a:chOff x="0" y="-6"/>
              <a:chExt cx="928" cy="1123"/>
            </a:xfrm>
          </p:grpSpPr>
          <p:sp>
            <p:nvSpPr>
              <p:cNvPr id="14" name="Rectangle 14">
                <a:extLst>
                  <a:ext uri="{FF2B5EF4-FFF2-40B4-BE49-F238E27FC236}">
                    <a16:creationId xmlns:a16="http://schemas.microsoft.com/office/drawing/2014/main" id="{F319395E-DDC4-4E18-2F9B-B089DD0A1891}"/>
                  </a:ext>
                </a:extLst>
              </p:cNvPr>
              <p:cNvSpPr>
                <a:spLocks/>
              </p:cNvSpPr>
              <p:nvPr/>
            </p:nvSpPr>
            <p:spPr bwMode="auto">
              <a:xfrm>
                <a:off x="52" y="-6"/>
                <a:ext cx="824" cy="304"/>
              </a:xfrm>
              <a:prstGeom prst="rect">
                <a:avLst/>
              </a:prstGeom>
              <a:noFill/>
              <a:ln w="12700">
                <a:noFill/>
                <a:miter lim="800000"/>
                <a:headEnd/>
                <a:tailEnd/>
              </a:ln>
            </p:spPr>
            <p:txBody>
              <a:bodyPr lIns="0" tIns="0" rIns="40639" bIns="0"/>
              <a:lstStyle/>
              <a:p>
                <a:pPr marL="29765" algn="ctr"/>
                <a:r>
                  <a:rPr lang="vi-VN" sz="1400" dirty="0">
                    <a:latin typeface="Calibri" pitchFamily="34" charset="0"/>
                    <a:cs typeface="Arial" charset="0"/>
                  </a:rPr>
                  <a:t>Cảm biến</a:t>
                </a:r>
              </a:p>
            </p:txBody>
          </p:sp>
          <p:sp>
            <p:nvSpPr>
              <p:cNvPr id="15" name="Rectangle 15">
                <a:extLst>
                  <a:ext uri="{FF2B5EF4-FFF2-40B4-BE49-F238E27FC236}">
                    <a16:creationId xmlns:a16="http://schemas.microsoft.com/office/drawing/2014/main" id="{BFF95D42-8BC7-7192-1F4D-3CFCCCE28101}"/>
                  </a:ext>
                </a:extLst>
              </p:cNvPr>
              <p:cNvSpPr>
                <a:spLocks/>
              </p:cNvSpPr>
              <p:nvPr/>
            </p:nvSpPr>
            <p:spPr bwMode="auto">
              <a:xfrm>
                <a:off x="0" y="636"/>
                <a:ext cx="928" cy="481"/>
              </a:xfrm>
              <a:prstGeom prst="rect">
                <a:avLst/>
              </a:prstGeom>
              <a:noFill/>
              <a:ln w="12700">
                <a:noFill/>
                <a:miter lim="800000"/>
                <a:headEnd/>
                <a:tailEnd/>
              </a:ln>
            </p:spPr>
            <p:txBody>
              <a:bodyPr lIns="0" tIns="0" rIns="40639" bIns="0" anchor="ctr"/>
              <a:lstStyle/>
              <a:p>
                <a:pPr marL="29765" algn="ctr"/>
                <a:r>
                  <a:rPr lang="vi-VN" sz="1400" dirty="0">
                    <a:latin typeface="Calibri" pitchFamily="34" charset="0"/>
                    <a:cs typeface="Arial" charset="0"/>
                  </a:rPr>
                  <a:t>Cơ cấu</a:t>
                </a:r>
                <a:br>
                  <a:rPr lang="vi-VN" sz="1400" dirty="0">
                    <a:latin typeface="Calibri" pitchFamily="34" charset="0"/>
                    <a:cs typeface="Arial" charset="0"/>
                  </a:rPr>
                </a:br>
                <a:r>
                  <a:rPr lang="vi-VN" sz="1400" dirty="0">
                    <a:latin typeface="Calibri" pitchFamily="34" charset="0"/>
                    <a:cs typeface="Arial" charset="0"/>
                  </a:rPr>
                  <a:t>chấp hành</a:t>
                </a:r>
              </a:p>
            </p:txBody>
          </p:sp>
        </p:grpSp>
        <p:sp>
          <p:nvSpPr>
            <p:cNvPr id="8" name="AutoShape 16">
              <a:extLst>
                <a:ext uri="{FF2B5EF4-FFF2-40B4-BE49-F238E27FC236}">
                  <a16:creationId xmlns:a16="http://schemas.microsoft.com/office/drawing/2014/main" id="{5CC185CB-35BE-055B-ABF1-B375ED53600C}"/>
                </a:ext>
              </a:extLst>
            </p:cNvPr>
            <p:cNvSpPr>
              <a:spLocks/>
            </p:cNvSpPr>
            <p:nvPr/>
          </p:nvSpPr>
          <p:spPr bwMode="auto">
            <a:xfrm>
              <a:off x="5380433" y="3194447"/>
              <a:ext cx="1428750" cy="1581152"/>
            </a:xfrm>
            <a:prstGeom prst="roundRect">
              <a:avLst>
                <a:gd name="adj" fmla="val 10944"/>
              </a:avLst>
            </a:prstGeom>
            <a:solidFill>
              <a:srgbClr val="9FB0D1"/>
            </a:solidFill>
            <a:ln w="12700">
              <a:solidFill>
                <a:schemeClr val="tx1"/>
              </a:solidFill>
              <a:round/>
              <a:headEnd/>
              <a:tailEnd/>
            </a:ln>
          </p:spPr>
          <p:txBody>
            <a:bodyPr lIns="0" tIns="0" rIns="0" bIns="0"/>
            <a:lstStyle/>
            <a:p>
              <a:endParaRPr lang="vi-VN" sz="1400">
                <a:latin typeface="Calibri" pitchFamily="34" charset="0"/>
              </a:endParaRPr>
            </a:p>
          </p:txBody>
        </p:sp>
        <p:sp>
          <p:nvSpPr>
            <p:cNvPr id="9" name="Rectangle 17">
              <a:extLst>
                <a:ext uri="{FF2B5EF4-FFF2-40B4-BE49-F238E27FC236}">
                  <a16:creationId xmlns:a16="http://schemas.microsoft.com/office/drawing/2014/main" id="{9E5DD82F-4049-D64D-A602-D4EA4A570807}"/>
                </a:ext>
              </a:extLst>
            </p:cNvPr>
            <p:cNvSpPr>
              <a:spLocks/>
            </p:cNvSpPr>
            <p:nvPr/>
          </p:nvSpPr>
          <p:spPr bwMode="auto">
            <a:xfrm>
              <a:off x="5282802" y="3257550"/>
              <a:ext cx="1619250" cy="352425"/>
            </a:xfrm>
            <a:prstGeom prst="rect">
              <a:avLst/>
            </a:prstGeom>
            <a:noFill/>
            <a:ln w="12700">
              <a:noFill/>
              <a:miter lim="800000"/>
              <a:headEnd/>
              <a:tailEnd/>
            </a:ln>
          </p:spPr>
          <p:txBody>
            <a:bodyPr lIns="0" tIns="0" rIns="30479" bIns="0"/>
            <a:lstStyle/>
            <a:p>
              <a:pPr marL="29765" algn="ctr"/>
              <a:r>
                <a:rPr lang="vi-VN" sz="1400" b="1" dirty="0">
                  <a:latin typeface="Calibri" pitchFamily="34" charset="0"/>
                  <a:cs typeface="Arial" charset="0"/>
                </a:rPr>
                <a:t>Môi trường</a:t>
              </a:r>
            </a:p>
          </p:txBody>
        </p:sp>
        <p:sp>
          <p:nvSpPr>
            <p:cNvPr id="10" name="Line 18">
              <a:extLst>
                <a:ext uri="{FF2B5EF4-FFF2-40B4-BE49-F238E27FC236}">
                  <a16:creationId xmlns:a16="http://schemas.microsoft.com/office/drawing/2014/main" id="{9618CF11-AD93-F1C3-FD88-DB04D93917D2}"/>
                </a:ext>
              </a:extLst>
            </p:cNvPr>
            <p:cNvSpPr>
              <a:spLocks noChangeShapeType="1"/>
            </p:cNvSpPr>
            <p:nvPr/>
          </p:nvSpPr>
          <p:spPr bwMode="auto">
            <a:xfrm rot="10800000" flipH="1">
              <a:off x="3896915" y="3574256"/>
              <a:ext cx="1859756" cy="0"/>
            </a:xfrm>
            <a:prstGeom prst="line">
              <a:avLst/>
            </a:prstGeom>
            <a:noFill/>
            <a:ln w="25400">
              <a:solidFill>
                <a:schemeClr val="tx1"/>
              </a:solidFill>
              <a:round/>
              <a:headEnd type="stealth" w="med" len="med"/>
              <a:tailEnd/>
            </a:ln>
          </p:spPr>
          <p:txBody>
            <a:bodyPr lIns="68579" tIns="34289" rIns="68579" bIns="34289"/>
            <a:lstStyle/>
            <a:p>
              <a:endParaRPr lang="vi-VN" sz="1400">
                <a:latin typeface="Calibri" pitchFamily="34" charset="0"/>
              </a:endParaRPr>
            </a:p>
          </p:txBody>
        </p:sp>
        <p:sp>
          <p:nvSpPr>
            <p:cNvPr id="11" name="Line 19">
              <a:extLst>
                <a:ext uri="{FF2B5EF4-FFF2-40B4-BE49-F238E27FC236}">
                  <a16:creationId xmlns:a16="http://schemas.microsoft.com/office/drawing/2014/main" id="{74D10509-1CB8-5C2A-F883-0FB6AC228004}"/>
                </a:ext>
              </a:extLst>
            </p:cNvPr>
            <p:cNvSpPr>
              <a:spLocks noChangeShapeType="1"/>
            </p:cNvSpPr>
            <p:nvPr/>
          </p:nvSpPr>
          <p:spPr bwMode="auto">
            <a:xfrm flipH="1">
              <a:off x="3989783" y="4324350"/>
              <a:ext cx="1760934" cy="0"/>
            </a:xfrm>
            <a:prstGeom prst="line">
              <a:avLst/>
            </a:prstGeom>
            <a:noFill/>
            <a:ln w="25400">
              <a:solidFill>
                <a:schemeClr val="tx1"/>
              </a:solidFill>
              <a:round/>
              <a:headEnd type="stealth" w="med" len="med"/>
              <a:tailEnd/>
            </a:ln>
          </p:spPr>
          <p:txBody>
            <a:bodyPr lIns="68579" tIns="34289" rIns="68579" bIns="34289"/>
            <a:lstStyle/>
            <a:p>
              <a:endParaRPr lang="vi-VN" sz="1400">
                <a:latin typeface="Calibri" pitchFamily="34" charset="0"/>
              </a:endParaRPr>
            </a:p>
          </p:txBody>
        </p:sp>
        <p:sp>
          <p:nvSpPr>
            <p:cNvPr id="12" name="Rectangle 20">
              <a:extLst>
                <a:ext uri="{FF2B5EF4-FFF2-40B4-BE49-F238E27FC236}">
                  <a16:creationId xmlns:a16="http://schemas.microsoft.com/office/drawing/2014/main" id="{2A5B55A0-C652-7706-044E-336F349D95F0}"/>
                </a:ext>
              </a:extLst>
            </p:cNvPr>
            <p:cNvSpPr>
              <a:spLocks/>
            </p:cNvSpPr>
            <p:nvPr/>
          </p:nvSpPr>
          <p:spPr bwMode="auto">
            <a:xfrm>
              <a:off x="4396977" y="3584972"/>
              <a:ext cx="942975" cy="266700"/>
            </a:xfrm>
            <a:prstGeom prst="rect">
              <a:avLst/>
            </a:prstGeom>
            <a:noFill/>
            <a:ln w="12700">
              <a:noFill/>
              <a:miter lim="800000"/>
              <a:headEnd/>
              <a:tailEnd/>
            </a:ln>
          </p:spPr>
          <p:txBody>
            <a:bodyPr lIns="0" tIns="0" rIns="30479" bIns="0"/>
            <a:lstStyle/>
            <a:p>
              <a:pPr marL="29765" algn="ctr"/>
              <a:r>
                <a:rPr lang="vi-VN" sz="1050" dirty="0">
                  <a:latin typeface="Calibri" pitchFamily="34" charset="0"/>
                  <a:cs typeface="Arial" charset="0"/>
                </a:rPr>
                <a:t>Nhận thức</a:t>
              </a:r>
            </a:p>
          </p:txBody>
        </p:sp>
        <p:sp>
          <p:nvSpPr>
            <p:cNvPr id="13" name="Rectangle 21">
              <a:extLst>
                <a:ext uri="{FF2B5EF4-FFF2-40B4-BE49-F238E27FC236}">
                  <a16:creationId xmlns:a16="http://schemas.microsoft.com/office/drawing/2014/main" id="{CB5B47A5-D2D9-DB7F-556A-FFBCF028440F}"/>
                </a:ext>
              </a:extLst>
            </p:cNvPr>
            <p:cNvSpPr>
              <a:spLocks/>
            </p:cNvSpPr>
            <p:nvPr/>
          </p:nvSpPr>
          <p:spPr bwMode="auto">
            <a:xfrm>
              <a:off x="4463652" y="4324350"/>
              <a:ext cx="809625" cy="304800"/>
            </a:xfrm>
            <a:prstGeom prst="rect">
              <a:avLst/>
            </a:prstGeom>
            <a:noFill/>
            <a:ln w="12700">
              <a:noFill/>
              <a:miter lim="800000"/>
              <a:headEnd/>
              <a:tailEnd/>
            </a:ln>
          </p:spPr>
          <p:txBody>
            <a:bodyPr lIns="0" tIns="0" rIns="30479" bIns="0"/>
            <a:lstStyle/>
            <a:p>
              <a:pPr marL="29765" algn="ctr"/>
              <a:r>
                <a:rPr lang="vi-VN" sz="1050" dirty="0">
                  <a:latin typeface="Calibri" pitchFamily="34" charset="0"/>
                  <a:cs typeface="Arial" charset="0"/>
                </a:rPr>
                <a:t>Hành động</a:t>
              </a:r>
            </a:p>
          </p:txBody>
        </p:sp>
      </p:grpSp>
    </p:spTree>
    <p:extLst>
      <p:ext uri="{BB962C8B-B14F-4D97-AF65-F5344CB8AC3E}">
        <p14:creationId xmlns:p14="http://schemas.microsoft.com/office/powerpoint/2010/main" val="2800530916"/>
      </p:ext>
    </p:extLst>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1" name="Rectangle 2"/>
          <p:cNvSpPr>
            <a:spLocks noGrp="1" noChangeArrowheads="1"/>
          </p:cNvSpPr>
          <p:nvPr>
            <p:ph type="title"/>
          </p:nvPr>
        </p:nvSpPr>
        <p:spPr>
          <a:xfrm>
            <a:off x="0" y="-19050"/>
            <a:ext cx="9067800" cy="857250"/>
          </a:xfrm>
        </p:spPr>
        <p:txBody>
          <a:bodyPr/>
          <a:lstStyle/>
          <a:p>
            <a:pPr eaLnBrk="1" hangingPunct="1"/>
            <a:r>
              <a:rPr lang="vi-VN" dirty="0">
                <a:solidFill>
                  <a:schemeClr val="tx1"/>
                </a:solidFill>
              </a:rPr>
              <a:t>Rô-bốt</a:t>
            </a:r>
          </a:p>
        </p:txBody>
      </p:sp>
      <p:sp>
        <p:nvSpPr>
          <p:cNvPr id="2052" name="Rectangle 3"/>
          <p:cNvSpPr>
            <a:spLocks noGrp="1" noChangeArrowheads="1"/>
          </p:cNvSpPr>
          <p:nvPr>
            <p:ph type="body" idx="1"/>
          </p:nvPr>
        </p:nvSpPr>
        <p:spPr>
          <a:xfrm>
            <a:off x="342900" y="1085850"/>
            <a:ext cx="3200400" cy="3543300"/>
          </a:xfrm>
        </p:spPr>
        <p:txBody>
          <a:bodyPr/>
          <a:lstStyle/>
          <a:p>
            <a:pPr eaLnBrk="1" hangingPunct="1">
              <a:lnSpc>
                <a:spcPct val="80000"/>
              </a:lnSpc>
            </a:pPr>
            <a:r>
              <a:rPr lang="vi-VN" sz="1500" dirty="0">
                <a:solidFill>
                  <a:schemeClr val="tx1"/>
                </a:solidFill>
              </a:rPr>
              <a:t>Rô-bốt</a:t>
            </a:r>
          </a:p>
          <a:p>
            <a:pPr lvl="1" eaLnBrk="1" hangingPunct="1">
              <a:lnSpc>
                <a:spcPct val="80000"/>
              </a:lnSpc>
            </a:pPr>
            <a:r>
              <a:rPr lang="vi-VN" sz="1400" dirty="0"/>
              <a:t>Một phần cơ kỹ thuật</a:t>
            </a:r>
          </a:p>
          <a:p>
            <a:pPr lvl="1" eaLnBrk="1" hangingPunct="1">
              <a:lnSpc>
                <a:spcPct val="80000"/>
              </a:lnSpc>
            </a:pPr>
            <a:r>
              <a:rPr lang="vi-VN" sz="1400" dirty="0"/>
              <a:t>Một phần TTNT</a:t>
            </a:r>
          </a:p>
          <a:p>
            <a:pPr lvl="1" eaLnBrk="1" hangingPunct="1">
              <a:lnSpc>
                <a:spcPct val="80000"/>
              </a:lnSpc>
            </a:pPr>
            <a:r>
              <a:rPr lang="vi-VN" sz="1400" dirty="0"/>
              <a:t>Mô phỏng</a:t>
            </a:r>
          </a:p>
          <a:p>
            <a:pPr lvl="1" eaLnBrk="1" hangingPunct="1">
              <a:lnSpc>
                <a:spcPct val="80000"/>
              </a:lnSpc>
            </a:pPr>
            <a:r>
              <a:rPr lang="vi-VN" sz="1400" dirty="0"/>
              <a:t>Thực tế khó hơn nhiều</a:t>
            </a:r>
          </a:p>
          <a:p>
            <a:pPr lvl="1" eaLnBrk="1" hangingPunct="1">
              <a:lnSpc>
                <a:spcPct val="80000"/>
              </a:lnSpc>
            </a:pPr>
            <a:endParaRPr lang="vi-VN" sz="1400" dirty="0"/>
          </a:p>
          <a:p>
            <a:pPr eaLnBrk="1" hangingPunct="1">
              <a:lnSpc>
                <a:spcPct val="80000"/>
              </a:lnSpc>
            </a:pPr>
            <a:r>
              <a:rPr lang="vi-VN" sz="1500" dirty="0">
                <a:solidFill>
                  <a:schemeClr val="tx1"/>
                </a:solidFill>
              </a:rPr>
              <a:t>Công nghệ</a:t>
            </a:r>
          </a:p>
          <a:p>
            <a:pPr lvl="1" eaLnBrk="1" hangingPunct="1">
              <a:lnSpc>
                <a:spcPct val="80000"/>
              </a:lnSpc>
            </a:pPr>
            <a:r>
              <a:rPr lang="vi-VN" sz="1400" dirty="0"/>
              <a:t>Xe tự hành</a:t>
            </a:r>
          </a:p>
          <a:p>
            <a:pPr lvl="1" eaLnBrk="1" hangingPunct="1">
              <a:lnSpc>
                <a:spcPct val="80000"/>
              </a:lnSpc>
            </a:pPr>
            <a:r>
              <a:rPr lang="vi-VN" sz="1400" dirty="0"/>
              <a:t>Cứu hộ</a:t>
            </a:r>
          </a:p>
          <a:p>
            <a:pPr lvl="1" eaLnBrk="1" hangingPunct="1">
              <a:lnSpc>
                <a:spcPct val="80000"/>
              </a:lnSpc>
            </a:pPr>
            <a:r>
              <a:rPr lang="vi-VN" sz="1400" dirty="0"/>
              <a:t>Bóng đá!</a:t>
            </a:r>
          </a:p>
          <a:p>
            <a:pPr lvl="1" eaLnBrk="1" hangingPunct="1">
              <a:lnSpc>
                <a:spcPct val="80000"/>
              </a:lnSpc>
            </a:pPr>
            <a:r>
              <a:rPr lang="vi-VN" sz="1400" dirty="0"/>
              <a:t>Tự động hóa…</a:t>
            </a:r>
          </a:p>
          <a:p>
            <a:pPr lvl="1" eaLnBrk="1" hangingPunct="1">
              <a:lnSpc>
                <a:spcPct val="80000"/>
              </a:lnSpc>
            </a:pPr>
            <a:endParaRPr lang="vi-VN" sz="1400" dirty="0"/>
          </a:p>
          <a:p>
            <a:pPr eaLnBrk="1" hangingPunct="1">
              <a:lnSpc>
                <a:spcPct val="80000"/>
              </a:lnSpc>
            </a:pPr>
            <a:r>
              <a:rPr lang="vi-VN" sz="1500" dirty="0">
                <a:solidFill>
                  <a:schemeClr val="tx1"/>
                </a:solidFill>
              </a:rPr>
              <a:t>Trong khóa học này:</a:t>
            </a:r>
          </a:p>
          <a:p>
            <a:pPr lvl="1" eaLnBrk="1" hangingPunct="1">
              <a:lnSpc>
                <a:spcPct val="80000"/>
              </a:lnSpc>
            </a:pPr>
            <a:r>
              <a:rPr lang="vi-VN" sz="1400" dirty="0"/>
              <a:t>Bỏ qua khía cạnh cơ học</a:t>
            </a:r>
          </a:p>
          <a:p>
            <a:pPr lvl="1" eaLnBrk="1" hangingPunct="1">
              <a:lnSpc>
                <a:spcPct val="80000"/>
              </a:lnSpc>
            </a:pPr>
            <a:r>
              <a:rPr lang="vi-VN" sz="1400" dirty="0"/>
              <a:t>Phương pháp lập kế hoạch</a:t>
            </a:r>
          </a:p>
          <a:p>
            <a:pPr lvl="1" eaLnBrk="1" hangingPunct="1">
              <a:lnSpc>
                <a:spcPct val="80000"/>
              </a:lnSpc>
            </a:pPr>
            <a:r>
              <a:rPr lang="vi-VN" sz="1400" dirty="0"/>
              <a:t>Phương pháp điều khiển</a:t>
            </a:r>
          </a:p>
        </p:txBody>
      </p:sp>
      <p:sp>
        <p:nvSpPr>
          <p:cNvPr id="2054" name="Text Box 7"/>
          <p:cNvSpPr txBox="1">
            <a:spLocks noChangeArrowheads="1"/>
          </p:cNvSpPr>
          <p:nvPr/>
        </p:nvSpPr>
        <p:spPr bwMode="auto">
          <a:xfrm>
            <a:off x="3124200" y="4857751"/>
            <a:ext cx="3676650" cy="238525"/>
          </a:xfrm>
          <a:prstGeom prst="rect">
            <a:avLst/>
          </a:prstGeom>
          <a:noFill/>
          <a:ln w="9525">
            <a:noFill/>
            <a:miter lim="800000"/>
            <a:headEnd/>
            <a:tailEnd/>
          </a:ln>
        </p:spPr>
        <p:txBody>
          <a:bodyPr wrap="square" lIns="68579" tIns="34289" rIns="68579" bIns="34289">
            <a:spAutoFit/>
          </a:bodyPr>
          <a:lstStyle/>
          <a:p>
            <a:pPr>
              <a:spcBef>
                <a:spcPct val="50000"/>
              </a:spcBef>
            </a:pPr>
            <a:r>
              <a:rPr lang="vi-VN" sz="1100" dirty="0">
                <a:latin typeface="Calibri"/>
                <a:cs typeface="Calibri"/>
              </a:rPr>
              <a:t>Hình ảnh từ UC Berkeley, Boston Dynamics, RoboCup, Google</a:t>
            </a:r>
          </a:p>
        </p:txBody>
      </p:sp>
      <p:pic>
        <p:nvPicPr>
          <p:cNvPr id="2" name="Picture 3"/>
          <p:cNvPicPr>
            <a:picLocks noChangeAspect="1" noChangeArrowheads="1"/>
          </p:cNvPicPr>
          <p:nvPr/>
        </p:nvPicPr>
        <p:blipFill>
          <a:blip r:embed="rId2" cstate="print"/>
          <a:srcRect/>
          <a:stretch>
            <a:fillRect/>
          </a:stretch>
        </p:blipFill>
        <p:spPr bwMode="auto">
          <a:xfrm>
            <a:off x="3101788" y="971550"/>
            <a:ext cx="1851212" cy="2057400"/>
          </a:xfrm>
          <a:prstGeom prst="rect">
            <a:avLst/>
          </a:prstGeom>
          <a:noFill/>
          <a:ln w="9525">
            <a:noFill/>
            <a:miter lim="800000"/>
            <a:headEnd/>
            <a:tailEnd/>
          </a:ln>
        </p:spPr>
      </p:pic>
      <p:pic>
        <p:nvPicPr>
          <p:cNvPr id="3" name="Picture 4"/>
          <p:cNvPicPr>
            <a:picLocks noChangeAspect="1" noChangeArrowheads="1"/>
          </p:cNvPicPr>
          <p:nvPr/>
        </p:nvPicPr>
        <p:blipFill>
          <a:blip r:embed="rId3" cstate="print"/>
          <a:srcRect/>
          <a:stretch>
            <a:fillRect/>
          </a:stretch>
        </p:blipFill>
        <p:spPr bwMode="auto">
          <a:xfrm>
            <a:off x="5344944" y="971550"/>
            <a:ext cx="3189456" cy="1600200"/>
          </a:xfrm>
          <a:prstGeom prst="rect">
            <a:avLst/>
          </a:prstGeom>
          <a:noFill/>
          <a:ln w="9525">
            <a:noFill/>
            <a:miter lim="800000"/>
            <a:headEnd/>
            <a:tailEnd/>
          </a:ln>
        </p:spPr>
      </p:pic>
      <p:pic>
        <p:nvPicPr>
          <p:cNvPr id="4" name="Picture 6" descr="http://www.bostondynamics.com/img/PETMAN_Mar-2012_crop.jpg"/>
          <p:cNvPicPr>
            <a:picLocks noChangeAspect="1" noChangeArrowheads="1"/>
          </p:cNvPicPr>
          <p:nvPr/>
        </p:nvPicPr>
        <p:blipFill>
          <a:blip r:embed="rId4" cstate="print"/>
          <a:srcRect l="28571" r="25714"/>
          <a:stretch>
            <a:fillRect/>
          </a:stretch>
        </p:blipFill>
        <p:spPr bwMode="auto">
          <a:xfrm>
            <a:off x="7010400" y="2724150"/>
            <a:ext cx="1600200" cy="2261821"/>
          </a:xfrm>
          <a:prstGeom prst="rect">
            <a:avLst/>
          </a:prstGeom>
          <a:noFill/>
        </p:spPr>
      </p:pic>
      <p:pic>
        <p:nvPicPr>
          <p:cNvPr id="1026" name="Picture 2"/>
          <p:cNvPicPr>
            <a:picLocks noChangeAspect="1" noChangeArrowheads="1"/>
          </p:cNvPicPr>
          <p:nvPr/>
        </p:nvPicPr>
        <p:blipFill>
          <a:blip r:embed="rId5" cstate="print"/>
          <a:srcRect/>
          <a:stretch>
            <a:fillRect/>
          </a:stretch>
        </p:blipFill>
        <p:spPr bwMode="auto">
          <a:xfrm>
            <a:off x="3733800" y="3137964"/>
            <a:ext cx="2590800" cy="1626368"/>
          </a:xfrm>
          <a:prstGeom prst="rect">
            <a:avLst/>
          </a:prstGeom>
          <a:noFill/>
          <a:ln w="9525">
            <a:noFill/>
            <a:miter lim="800000"/>
            <a:headEnd/>
            <a:tailEnd/>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16ECF0-B135-AC3B-FCC3-D7236E5241E9}"/>
              </a:ext>
            </a:extLst>
          </p:cNvPr>
          <p:cNvSpPr>
            <a:spLocks noGrp="1"/>
          </p:cNvSpPr>
          <p:nvPr>
            <p:ph type="title"/>
          </p:nvPr>
        </p:nvSpPr>
        <p:spPr/>
        <p:txBody>
          <a:bodyPr/>
          <a:lstStyle/>
          <a:p>
            <a:r>
              <a:rPr lang="en-US" dirty="0"/>
              <a:t>AI </a:t>
            </a:r>
            <a:r>
              <a:rPr lang="en-US" dirty="0" err="1"/>
              <a:t>và</a:t>
            </a:r>
            <a:r>
              <a:rPr lang="en-US" dirty="0"/>
              <a:t> Robot</a:t>
            </a:r>
          </a:p>
        </p:txBody>
      </p:sp>
      <p:sp>
        <p:nvSpPr>
          <p:cNvPr id="3" name="Content Placeholder 2">
            <a:extLst>
              <a:ext uri="{FF2B5EF4-FFF2-40B4-BE49-F238E27FC236}">
                <a16:creationId xmlns:a16="http://schemas.microsoft.com/office/drawing/2014/main" id="{966D80C0-7911-745D-4C18-3B175374D088}"/>
              </a:ext>
            </a:extLst>
          </p:cNvPr>
          <p:cNvSpPr>
            <a:spLocks noGrp="1"/>
          </p:cNvSpPr>
          <p:nvPr>
            <p:ph idx="1"/>
          </p:nvPr>
        </p:nvSpPr>
        <p:spPr/>
        <p:txBody>
          <a:bodyPr/>
          <a:lstStyle/>
          <a:p>
            <a:pPr marL="0" indent="0">
              <a:buNone/>
            </a:pPr>
            <a:r>
              <a:rPr lang="en-US" dirty="0"/>
              <a:t>Isaac Asimov’s </a:t>
            </a:r>
            <a:r>
              <a:rPr lang="en-US" b="1" dirty="0"/>
              <a:t>Three Laws of Robotics:</a:t>
            </a:r>
          </a:p>
          <a:p>
            <a:r>
              <a:rPr lang="en-US" b="1" dirty="0"/>
              <a:t>First Law:</a:t>
            </a:r>
            <a:r>
              <a:rPr lang="en-US" dirty="0"/>
              <a:t> A robot may not injure a human being or, through inaction, allow a human being to come to harm. </a:t>
            </a:r>
          </a:p>
          <a:p>
            <a:r>
              <a:rPr lang="en-US" b="1" dirty="0"/>
              <a:t>Second Law:</a:t>
            </a:r>
            <a:r>
              <a:rPr lang="en-US" dirty="0"/>
              <a:t> A robot must obey the orders given it by human beings except where such orders would conflict with the First Law. </a:t>
            </a:r>
          </a:p>
          <a:p>
            <a:r>
              <a:rPr lang="en-US" b="1" dirty="0"/>
              <a:t>Third Law:</a:t>
            </a:r>
            <a:r>
              <a:rPr lang="en-US" dirty="0"/>
              <a:t> A robot must protect its own existence as long as such protection does not conflict with the First or Second Law. </a:t>
            </a:r>
            <a:endParaRPr lang="en-US" b="1" dirty="0"/>
          </a:p>
          <a:p>
            <a:endParaRPr lang="en-US" dirty="0"/>
          </a:p>
        </p:txBody>
      </p:sp>
    </p:spTree>
    <p:extLst>
      <p:ext uri="{BB962C8B-B14F-4D97-AF65-F5344CB8AC3E}">
        <p14:creationId xmlns:p14="http://schemas.microsoft.com/office/powerpoint/2010/main" val="408112836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3011" name="Picture 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p:blipFill>
        <p:spPr bwMode="auto">
          <a:xfrm>
            <a:off x="400813" y="1581150"/>
            <a:ext cx="1656587" cy="2208782"/>
          </a:xfrm>
          <a:prstGeom prst="rect">
            <a:avLst/>
          </a:prstGeom>
          <a:noFill/>
        </p:spPr>
      </p:pic>
      <p:sp>
        <p:nvSpPr>
          <p:cNvPr id="21507" name="Rectangle 4"/>
          <p:cNvSpPr>
            <a:spLocks noGrp="1" noChangeArrowheads="1"/>
          </p:cNvSpPr>
          <p:nvPr>
            <p:ph type="title"/>
          </p:nvPr>
        </p:nvSpPr>
        <p:spPr/>
        <p:txBody>
          <a:bodyPr rIns="99058"/>
          <a:lstStyle/>
          <a:p>
            <a:r>
              <a:rPr lang="en-US" dirty="0" err="1"/>
              <a:t>Cơ</a:t>
            </a:r>
            <a:r>
              <a:rPr lang="en-US" dirty="0"/>
              <a:t> </a:t>
            </a:r>
            <a:r>
              <a:rPr lang="en-US" dirty="0" err="1"/>
              <a:t>sở</a:t>
            </a:r>
            <a:r>
              <a:rPr lang="en-US" dirty="0"/>
              <a:t> khoa </a:t>
            </a:r>
            <a:r>
              <a:rPr lang="en-US" dirty="0" err="1"/>
              <a:t>học</a:t>
            </a:r>
            <a:r>
              <a:rPr lang="en-US" dirty="0"/>
              <a:t> </a:t>
            </a:r>
            <a:r>
              <a:rPr lang="en-US" dirty="0" err="1"/>
              <a:t>của</a:t>
            </a:r>
            <a:r>
              <a:rPr lang="en-US" dirty="0"/>
              <a:t> TTNT: </a:t>
            </a:r>
            <a:r>
              <a:rPr lang="en-US" dirty="0" err="1"/>
              <a:t>Triết</a:t>
            </a:r>
            <a:r>
              <a:rPr lang="en-US" dirty="0"/>
              <a:t> </a:t>
            </a:r>
            <a:r>
              <a:rPr lang="en-US" dirty="0" err="1"/>
              <a:t>học</a:t>
            </a:r>
            <a:endParaRPr lang="en-US" dirty="0"/>
          </a:p>
        </p:txBody>
      </p:sp>
      <p:sp>
        <p:nvSpPr>
          <p:cNvPr id="21508" name="Rectangle 5"/>
          <p:cNvSpPr>
            <a:spLocks noGrp="1" noChangeArrowheads="1"/>
          </p:cNvSpPr>
          <p:nvPr>
            <p:ph idx="1"/>
          </p:nvPr>
        </p:nvSpPr>
        <p:spPr>
          <a:xfrm>
            <a:off x="2438400" y="1047750"/>
            <a:ext cx="6096000" cy="3546873"/>
          </a:xfrm>
        </p:spPr>
        <p:txBody>
          <a:bodyPr rIns="99058"/>
          <a:lstStyle/>
          <a:p>
            <a:r>
              <a:rPr lang="vi-VN" sz="2100" dirty="0">
                <a:solidFill>
                  <a:schemeClr val="accent6"/>
                </a:solidFill>
              </a:rPr>
              <a:t>Có thể dùng quy luật nào để đưa ra quyết định hoặc kết luận đúng ?</a:t>
            </a:r>
          </a:p>
          <a:p>
            <a:pPr algn="l">
              <a:buFont typeface="Arial" panose="020B0604020202020204" pitchFamily="34" charset="0"/>
              <a:buChar char="•"/>
            </a:pPr>
            <a:r>
              <a:rPr lang="vi-VN" sz="2100" dirty="0">
                <a:solidFill>
                  <a:schemeClr val="accent6"/>
                </a:solidFill>
              </a:rPr>
              <a:t>Tư duy hình thành thế nào từ bộ não ?</a:t>
            </a:r>
          </a:p>
          <a:p>
            <a:pPr marL="742950" lvl="1" indent="-285750" algn="l">
              <a:buFont typeface="Arial" panose="020B0604020202020204" pitchFamily="34" charset="0"/>
              <a:buChar char="•"/>
            </a:pPr>
            <a:r>
              <a:rPr lang="vi-VN" sz="1800" dirty="0"/>
              <a:t>Thuyết nhị nguyên, Chủ nghĩa duy vật</a:t>
            </a:r>
          </a:p>
          <a:p>
            <a:pPr algn="l">
              <a:buFont typeface="Arial" panose="020B0604020202020204" pitchFamily="34" charset="0"/>
              <a:buChar char="•"/>
            </a:pPr>
            <a:r>
              <a:rPr lang="vi-VN" sz="2100" dirty="0">
                <a:solidFill>
                  <a:schemeClr val="accent6"/>
                </a:solidFill>
              </a:rPr>
              <a:t>Tri thức đến từ đâu ?</a:t>
            </a:r>
          </a:p>
          <a:p>
            <a:pPr marL="742950" lvl="1" indent="-285750">
              <a:buFont typeface="Arial" panose="020B0604020202020204" pitchFamily="34" charset="0"/>
              <a:buChar char="•"/>
            </a:pPr>
            <a:r>
              <a:rPr lang="vi-VN" sz="1800" dirty="0"/>
              <a:t>Chủ nghĩa kinh nghiệm, quy nạp, diễn dịch (logic)</a:t>
            </a:r>
          </a:p>
          <a:p>
            <a:pPr algn="l">
              <a:buFont typeface="Arial" panose="020B0604020202020204" pitchFamily="34" charset="0"/>
              <a:buChar char="•"/>
            </a:pPr>
            <a:r>
              <a:rPr lang="vi-VN" sz="2100" dirty="0">
                <a:solidFill>
                  <a:schemeClr val="accent6"/>
                </a:solidFill>
              </a:rPr>
              <a:t>Tri thức dẫn đến hành động như thế nào ?</a:t>
            </a:r>
          </a:p>
          <a:p>
            <a:pPr marL="742950" lvl="1" indent="-285750" algn="l">
              <a:buFont typeface="Arial" panose="020B0604020202020204" pitchFamily="34" charset="0"/>
              <a:buChar char="•"/>
            </a:pPr>
            <a:r>
              <a:rPr lang="vi-VN" sz="1800" dirty="0"/>
              <a:t>Aristotle: mối quan hệ logic giữa mục tiêu và tri thức</a:t>
            </a:r>
          </a:p>
          <a:p>
            <a:pPr marL="742950" lvl="1" indent="-285750" algn="l">
              <a:buFont typeface="Arial" panose="020B0604020202020204" pitchFamily="34" charset="0"/>
              <a:buChar char="•"/>
            </a:pPr>
            <a:r>
              <a:rPr lang="vi-VN" sz="1800" dirty="0"/>
              <a:t>Chủ nghĩa duy lợi (Utilitarianism)</a:t>
            </a:r>
          </a:p>
        </p:txBody>
      </p:sp>
    </p:spTree>
    <p:extLst>
      <p:ext uri="{BB962C8B-B14F-4D97-AF65-F5344CB8AC3E}">
        <p14:creationId xmlns:p14="http://schemas.microsoft.com/office/powerpoint/2010/main" val="1301501804"/>
      </p:ext>
    </p:extLst>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301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p:blipFill>
        <p:spPr bwMode="auto">
          <a:xfrm>
            <a:off x="118135" y="2110107"/>
            <a:ext cx="2659330" cy="1494786"/>
          </a:xfrm>
          <a:prstGeom prst="rect">
            <a:avLst/>
          </a:prstGeom>
          <a:noFill/>
        </p:spPr>
      </p:pic>
      <p:sp>
        <p:nvSpPr>
          <p:cNvPr id="21507" name="Rectangle 4"/>
          <p:cNvSpPr>
            <a:spLocks noGrp="1" noChangeArrowheads="1"/>
          </p:cNvSpPr>
          <p:nvPr>
            <p:ph type="title"/>
          </p:nvPr>
        </p:nvSpPr>
        <p:spPr/>
        <p:txBody>
          <a:bodyPr rIns="99058"/>
          <a:lstStyle/>
          <a:p>
            <a:r>
              <a:rPr lang="en-US" dirty="0" err="1"/>
              <a:t>Cơ</a:t>
            </a:r>
            <a:r>
              <a:rPr lang="en-US" dirty="0"/>
              <a:t> </a:t>
            </a:r>
            <a:r>
              <a:rPr lang="en-US" dirty="0" err="1"/>
              <a:t>sở</a:t>
            </a:r>
            <a:r>
              <a:rPr lang="en-US" dirty="0"/>
              <a:t> khoa </a:t>
            </a:r>
            <a:r>
              <a:rPr lang="en-US" dirty="0" err="1"/>
              <a:t>học</a:t>
            </a:r>
            <a:r>
              <a:rPr lang="en-US" dirty="0"/>
              <a:t> </a:t>
            </a:r>
            <a:r>
              <a:rPr lang="en-US" dirty="0" err="1"/>
              <a:t>của</a:t>
            </a:r>
            <a:r>
              <a:rPr lang="en-US" dirty="0"/>
              <a:t> TTNT: </a:t>
            </a:r>
            <a:r>
              <a:rPr lang="en-US" dirty="0" err="1"/>
              <a:t>Toán</a:t>
            </a:r>
            <a:r>
              <a:rPr lang="en-US" dirty="0"/>
              <a:t> </a:t>
            </a:r>
            <a:r>
              <a:rPr lang="en-US" dirty="0" err="1"/>
              <a:t>học</a:t>
            </a:r>
            <a:endParaRPr lang="en-US" dirty="0"/>
          </a:p>
        </p:txBody>
      </p:sp>
      <p:sp>
        <p:nvSpPr>
          <p:cNvPr id="21508" name="Rectangle 5"/>
          <p:cNvSpPr>
            <a:spLocks noGrp="1" noChangeArrowheads="1"/>
          </p:cNvSpPr>
          <p:nvPr>
            <p:ph idx="1"/>
          </p:nvPr>
        </p:nvSpPr>
        <p:spPr>
          <a:xfrm>
            <a:off x="2667000" y="1047750"/>
            <a:ext cx="2819400" cy="3546873"/>
          </a:xfrm>
        </p:spPr>
        <p:txBody>
          <a:bodyPr rIns="99058"/>
          <a:lstStyle/>
          <a:p>
            <a:r>
              <a:rPr lang="vi-VN" sz="2100" dirty="0">
                <a:solidFill>
                  <a:schemeClr val="accent6"/>
                </a:solidFill>
              </a:rPr>
              <a:t>Logic</a:t>
            </a:r>
          </a:p>
          <a:p>
            <a:r>
              <a:rPr lang="vi-VN" sz="2100" dirty="0">
                <a:solidFill>
                  <a:schemeClr val="accent6"/>
                </a:solidFill>
              </a:rPr>
              <a:t>Toán học</a:t>
            </a:r>
          </a:p>
          <a:p>
            <a:pPr lvl="1"/>
            <a:r>
              <a:rPr lang="vi-VN" sz="1800" dirty="0">
                <a:solidFill>
                  <a:schemeClr val="accent6"/>
                </a:solidFill>
              </a:rPr>
              <a:t>Đại số</a:t>
            </a:r>
          </a:p>
          <a:p>
            <a:pPr lvl="1"/>
            <a:r>
              <a:rPr lang="vi-VN" sz="1800" dirty="0">
                <a:solidFill>
                  <a:schemeClr val="accent6"/>
                </a:solidFill>
              </a:rPr>
              <a:t>Giải tích</a:t>
            </a:r>
          </a:p>
          <a:p>
            <a:pPr lvl="1"/>
            <a:r>
              <a:rPr lang="vi-VN" sz="1800" dirty="0">
                <a:solidFill>
                  <a:schemeClr val="accent6"/>
                </a:solidFill>
              </a:rPr>
              <a:t>Tối ưu hóa</a:t>
            </a:r>
          </a:p>
          <a:p>
            <a:pPr lvl="1"/>
            <a:r>
              <a:rPr lang="vi-VN" sz="1800" dirty="0">
                <a:solidFill>
                  <a:schemeClr val="accent6"/>
                </a:solidFill>
              </a:rPr>
              <a:t>Xác suất - Thống kê</a:t>
            </a:r>
          </a:p>
        </p:txBody>
      </p:sp>
      <p:sp>
        <p:nvSpPr>
          <p:cNvPr id="6" name="Rectangle 5">
            <a:extLst>
              <a:ext uri="{FF2B5EF4-FFF2-40B4-BE49-F238E27FC236}">
                <a16:creationId xmlns:a16="http://schemas.microsoft.com/office/drawing/2014/main" id="{5DC68BAE-5449-5DAE-27B9-D3B72D08C7D5}"/>
              </a:ext>
            </a:extLst>
          </p:cNvPr>
          <p:cNvSpPr txBox="1">
            <a:spLocks noChangeArrowheads="1"/>
          </p:cNvSpPr>
          <p:nvPr/>
        </p:nvSpPr>
        <p:spPr bwMode="auto">
          <a:xfrm>
            <a:off x="5105400" y="1047750"/>
            <a:ext cx="3810000" cy="3546873"/>
          </a:xfrm>
          <a:prstGeom prst="rect">
            <a:avLst/>
          </a:prstGeom>
          <a:noFill/>
          <a:ln w="9525">
            <a:noFill/>
            <a:miter lim="800000"/>
            <a:headEnd/>
            <a:tailEnd/>
          </a:ln>
        </p:spPr>
        <p:txBody>
          <a:bodyPr vert="horz" wrap="square" lIns="68579" tIns="34289" rIns="99058" bIns="34289" numCol="1" anchor="t" anchorCtr="0" compatLnSpc="1">
            <a:prstTxWarp prst="textNoShape">
              <a:avLst/>
            </a:prstTxWarp>
          </a:bodyPr>
          <a:lstStyle>
            <a:lvl1pPr marL="257168" indent="-257168" algn="l" rtl="0" eaLnBrk="0" fontAlgn="base" hangingPunct="0">
              <a:spcBef>
                <a:spcPct val="20000"/>
              </a:spcBef>
              <a:spcAft>
                <a:spcPct val="0"/>
              </a:spcAft>
              <a:buClr>
                <a:schemeClr val="accent2"/>
              </a:buClr>
              <a:buFont typeface="Wingdings" pitchFamily="2" charset="2"/>
              <a:buChar char="§"/>
              <a:defRPr sz="2400">
                <a:solidFill>
                  <a:schemeClr val="accent2"/>
                </a:solidFill>
                <a:latin typeface="Calibri" pitchFamily="34" charset="0"/>
                <a:ea typeface="+mn-ea"/>
                <a:cs typeface="+mn-cs"/>
              </a:defRPr>
            </a:lvl1pPr>
            <a:lvl2pPr marL="557199" indent="-214308" algn="l" rtl="0" eaLnBrk="0" fontAlgn="base" hangingPunct="0">
              <a:spcBef>
                <a:spcPct val="20000"/>
              </a:spcBef>
              <a:spcAft>
                <a:spcPct val="0"/>
              </a:spcAft>
              <a:buClr>
                <a:schemeClr val="tx1"/>
              </a:buClr>
              <a:buFont typeface="Wingdings" pitchFamily="2" charset="2"/>
              <a:buChar char="§"/>
              <a:defRPr sz="2100">
                <a:solidFill>
                  <a:schemeClr val="tx1"/>
                </a:solidFill>
                <a:latin typeface="Calibri" pitchFamily="34" charset="0"/>
              </a:defRPr>
            </a:lvl2pPr>
            <a:lvl3pPr marL="857228" indent="-171446" algn="l" rtl="0" eaLnBrk="0" fontAlgn="base" hangingPunct="0">
              <a:spcBef>
                <a:spcPct val="20000"/>
              </a:spcBef>
              <a:spcAft>
                <a:spcPct val="0"/>
              </a:spcAft>
              <a:buClr>
                <a:schemeClr val="accent2"/>
              </a:buClr>
              <a:buFont typeface="Wingdings" pitchFamily="2" charset="2"/>
              <a:buChar char="§"/>
              <a:defRPr sz="1800">
                <a:solidFill>
                  <a:schemeClr val="tx1"/>
                </a:solidFill>
                <a:latin typeface="Calibri" pitchFamily="34" charset="0"/>
              </a:defRPr>
            </a:lvl3pPr>
            <a:lvl4pPr marL="1200120" indent="-171446" algn="l" rtl="0" eaLnBrk="0" fontAlgn="base" hangingPunct="0">
              <a:spcBef>
                <a:spcPct val="20000"/>
              </a:spcBef>
              <a:spcAft>
                <a:spcPct val="0"/>
              </a:spcAft>
              <a:buClr>
                <a:schemeClr val="tx1"/>
              </a:buClr>
              <a:buFont typeface="Wingdings" pitchFamily="2" charset="2"/>
              <a:buChar char="§"/>
              <a:defRPr sz="1500">
                <a:solidFill>
                  <a:schemeClr val="tx1"/>
                </a:solidFill>
                <a:latin typeface="Calibri" pitchFamily="34" charset="0"/>
              </a:defRPr>
            </a:lvl4pPr>
            <a:lvl5pPr marL="1543012" indent="-171446" algn="l" rtl="0" eaLnBrk="0" fontAlgn="base" hangingPunct="0">
              <a:spcBef>
                <a:spcPct val="20000"/>
              </a:spcBef>
              <a:spcAft>
                <a:spcPct val="0"/>
              </a:spcAft>
              <a:buClr>
                <a:schemeClr val="accent2"/>
              </a:buClr>
              <a:buFont typeface="Wingdings" pitchFamily="2" charset="2"/>
              <a:buChar char="§"/>
              <a:defRPr sz="1500">
                <a:solidFill>
                  <a:schemeClr val="tx1"/>
                </a:solidFill>
                <a:latin typeface="Calibri" pitchFamily="34" charset="0"/>
              </a:defRPr>
            </a:lvl5pPr>
            <a:lvl6pPr marL="1885903" indent="-171446" algn="l" rtl="0" fontAlgn="base">
              <a:spcBef>
                <a:spcPct val="20000"/>
              </a:spcBef>
              <a:spcAft>
                <a:spcPct val="0"/>
              </a:spcAft>
              <a:buClr>
                <a:schemeClr val="accent2"/>
              </a:buClr>
              <a:buFont typeface="Wingdings" pitchFamily="2" charset="2"/>
              <a:buChar char="§"/>
              <a:defRPr sz="1500">
                <a:solidFill>
                  <a:schemeClr val="tx1"/>
                </a:solidFill>
                <a:latin typeface="+mn-lt"/>
              </a:defRPr>
            </a:lvl6pPr>
            <a:lvl7pPr marL="2228795" indent="-171446" algn="l" rtl="0" fontAlgn="base">
              <a:spcBef>
                <a:spcPct val="20000"/>
              </a:spcBef>
              <a:spcAft>
                <a:spcPct val="0"/>
              </a:spcAft>
              <a:buClr>
                <a:schemeClr val="accent2"/>
              </a:buClr>
              <a:buFont typeface="Wingdings" pitchFamily="2" charset="2"/>
              <a:buChar char="§"/>
              <a:defRPr sz="1500">
                <a:solidFill>
                  <a:schemeClr val="tx1"/>
                </a:solidFill>
                <a:latin typeface="+mn-lt"/>
              </a:defRPr>
            </a:lvl7pPr>
            <a:lvl8pPr marL="2571686" indent="-171446" algn="l" rtl="0" fontAlgn="base">
              <a:spcBef>
                <a:spcPct val="20000"/>
              </a:spcBef>
              <a:spcAft>
                <a:spcPct val="0"/>
              </a:spcAft>
              <a:buClr>
                <a:schemeClr val="accent2"/>
              </a:buClr>
              <a:buFont typeface="Wingdings" pitchFamily="2" charset="2"/>
              <a:buChar char="§"/>
              <a:defRPr sz="1500">
                <a:solidFill>
                  <a:schemeClr val="tx1"/>
                </a:solidFill>
                <a:latin typeface="+mn-lt"/>
              </a:defRPr>
            </a:lvl8pPr>
            <a:lvl9pPr marL="2914577" indent="-171446" algn="l" rtl="0" fontAlgn="base">
              <a:spcBef>
                <a:spcPct val="20000"/>
              </a:spcBef>
              <a:spcAft>
                <a:spcPct val="0"/>
              </a:spcAft>
              <a:buClr>
                <a:schemeClr val="accent2"/>
              </a:buClr>
              <a:buFont typeface="Wingdings" pitchFamily="2" charset="2"/>
              <a:buChar char="§"/>
              <a:defRPr sz="1500">
                <a:solidFill>
                  <a:schemeClr val="tx1"/>
                </a:solidFill>
                <a:latin typeface="+mn-lt"/>
              </a:defRPr>
            </a:lvl9pPr>
          </a:lstStyle>
          <a:p>
            <a:r>
              <a:rPr lang="vi-VN" sz="2100" kern="0" dirty="0">
                <a:solidFill>
                  <a:schemeClr val="accent6"/>
                </a:solidFill>
              </a:rPr>
              <a:t>Khoa học tính toán</a:t>
            </a:r>
          </a:p>
          <a:p>
            <a:pPr lvl="1"/>
            <a:r>
              <a:rPr lang="vi-VN" sz="1800" kern="0" dirty="0">
                <a:solidFill>
                  <a:schemeClr val="accent6"/>
                </a:solidFill>
              </a:rPr>
              <a:t>Thuật toán</a:t>
            </a:r>
          </a:p>
          <a:p>
            <a:pPr lvl="1"/>
            <a:r>
              <a:rPr lang="vi-VN" sz="1800" kern="0" dirty="0">
                <a:solidFill>
                  <a:schemeClr val="accent6"/>
                </a:solidFill>
              </a:rPr>
              <a:t>Định lý không đầy đủ (Godel) - Tính chất khả tính (computability)</a:t>
            </a:r>
          </a:p>
          <a:p>
            <a:pPr lvl="1"/>
            <a:r>
              <a:rPr lang="vi-VN" sz="1800" kern="0" dirty="0">
                <a:solidFill>
                  <a:schemeClr val="accent6"/>
                </a:solidFill>
              </a:rPr>
              <a:t>Tính chất dễ tính (tractability) - NP-đầy đủ.</a:t>
            </a:r>
          </a:p>
          <a:p>
            <a:endParaRPr lang="vi-VN" sz="2100" kern="0" dirty="0">
              <a:solidFill>
                <a:schemeClr val="accent6"/>
              </a:solidFill>
            </a:endParaRPr>
          </a:p>
        </p:txBody>
      </p:sp>
    </p:spTree>
    <p:extLst>
      <p:ext uri="{BB962C8B-B14F-4D97-AF65-F5344CB8AC3E}">
        <p14:creationId xmlns:p14="http://schemas.microsoft.com/office/powerpoint/2010/main" val="1715811841"/>
      </p:ext>
    </p:extLst>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301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p:blipFill>
        <p:spPr bwMode="auto">
          <a:xfrm>
            <a:off x="2590800" y="2571750"/>
            <a:ext cx="3274886" cy="1683640"/>
          </a:xfrm>
          <a:prstGeom prst="rect">
            <a:avLst/>
          </a:prstGeom>
          <a:noFill/>
        </p:spPr>
      </p:pic>
      <p:sp>
        <p:nvSpPr>
          <p:cNvPr id="21507" name="Rectangle 4"/>
          <p:cNvSpPr>
            <a:spLocks noGrp="1" noChangeArrowheads="1"/>
          </p:cNvSpPr>
          <p:nvPr>
            <p:ph type="title"/>
          </p:nvPr>
        </p:nvSpPr>
        <p:spPr/>
        <p:txBody>
          <a:bodyPr rIns="99058"/>
          <a:lstStyle/>
          <a:p>
            <a:r>
              <a:rPr lang="en-US" dirty="0" err="1"/>
              <a:t>Cơ</a:t>
            </a:r>
            <a:r>
              <a:rPr lang="en-US" dirty="0"/>
              <a:t> </a:t>
            </a:r>
            <a:r>
              <a:rPr lang="en-US" dirty="0" err="1"/>
              <a:t>sở</a:t>
            </a:r>
            <a:r>
              <a:rPr lang="en-US" dirty="0"/>
              <a:t> khoa </a:t>
            </a:r>
            <a:r>
              <a:rPr lang="en-US" dirty="0" err="1"/>
              <a:t>học</a:t>
            </a:r>
            <a:r>
              <a:rPr lang="en-US" dirty="0"/>
              <a:t> </a:t>
            </a:r>
            <a:r>
              <a:rPr lang="en-US" dirty="0" err="1"/>
              <a:t>của</a:t>
            </a:r>
            <a:r>
              <a:rPr lang="en-US" dirty="0"/>
              <a:t> TTNT: </a:t>
            </a:r>
            <a:r>
              <a:rPr lang="en-US" dirty="0" err="1"/>
              <a:t>Kinh</a:t>
            </a:r>
            <a:r>
              <a:rPr lang="en-US" dirty="0"/>
              <a:t> </a:t>
            </a:r>
            <a:r>
              <a:rPr lang="en-US" dirty="0" err="1"/>
              <a:t>tế</a:t>
            </a:r>
            <a:endParaRPr lang="en-US" dirty="0"/>
          </a:p>
        </p:txBody>
      </p:sp>
      <p:sp>
        <p:nvSpPr>
          <p:cNvPr id="21508" name="Rectangle 5"/>
          <p:cNvSpPr>
            <a:spLocks noGrp="1" noChangeArrowheads="1"/>
          </p:cNvSpPr>
          <p:nvPr>
            <p:ph idx="1"/>
          </p:nvPr>
        </p:nvSpPr>
        <p:spPr>
          <a:xfrm>
            <a:off x="2743200" y="1047750"/>
            <a:ext cx="5105400" cy="3546873"/>
          </a:xfrm>
        </p:spPr>
        <p:txBody>
          <a:bodyPr rIns="99058"/>
          <a:lstStyle/>
          <a:p>
            <a:r>
              <a:rPr lang="vi-VN" sz="2100" dirty="0">
                <a:solidFill>
                  <a:schemeClr val="accent6"/>
                </a:solidFill>
              </a:rPr>
              <a:t>Kinh tế</a:t>
            </a:r>
          </a:p>
          <a:p>
            <a:pPr lvl="1"/>
            <a:r>
              <a:rPr lang="vi-VN" sz="1800" dirty="0">
                <a:solidFill>
                  <a:schemeClr val="accent6"/>
                </a:solidFill>
              </a:rPr>
              <a:t>Lý thuyết quyết định</a:t>
            </a:r>
          </a:p>
          <a:p>
            <a:pPr lvl="1"/>
            <a:r>
              <a:rPr lang="vi-VN" sz="1800" dirty="0">
                <a:solidFill>
                  <a:schemeClr val="accent6"/>
                </a:solidFill>
              </a:rPr>
              <a:t>Quy hoạch</a:t>
            </a:r>
            <a:endParaRPr lang="vi-VN" sz="1500" dirty="0"/>
          </a:p>
        </p:txBody>
      </p:sp>
    </p:spTree>
    <p:extLst>
      <p:ext uri="{BB962C8B-B14F-4D97-AF65-F5344CB8AC3E}">
        <p14:creationId xmlns:p14="http://schemas.microsoft.com/office/powerpoint/2010/main" val="659107727"/>
      </p:ext>
    </p:extLst>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3011" name="Picture 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p:blipFill>
        <p:spPr bwMode="auto">
          <a:xfrm>
            <a:off x="239661" y="2063489"/>
            <a:ext cx="2198739" cy="1651261"/>
          </a:xfrm>
          <a:prstGeom prst="rect">
            <a:avLst/>
          </a:prstGeom>
          <a:noFill/>
        </p:spPr>
      </p:pic>
      <p:sp>
        <p:nvSpPr>
          <p:cNvPr id="21507" name="Rectangle 4"/>
          <p:cNvSpPr>
            <a:spLocks noGrp="1" noChangeArrowheads="1"/>
          </p:cNvSpPr>
          <p:nvPr>
            <p:ph type="title"/>
          </p:nvPr>
        </p:nvSpPr>
        <p:spPr/>
        <p:txBody>
          <a:bodyPr rIns="99058"/>
          <a:lstStyle/>
          <a:p>
            <a:r>
              <a:rPr lang="en-US" sz="2800" dirty="0" err="1"/>
              <a:t>Cơ</a:t>
            </a:r>
            <a:r>
              <a:rPr lang="en-US" sz="2800" dirty="0"/>
              <a:t> </a:t>
            </a:r>
            <a:r>
              <a:rPr lang="en-US" sz="2800" dirty="0" err="1"/>
              <a:t>sở</a:t>
            </a:r>
            <a:r>
              <a:rPr lang="en-US" sz="2800" dirty="0"/>
              <a:t> khoa </a:t>
            </a:r>
            <a:r>
              <a:rPr lang="en-US" sz="2800" dirty="0" err="1"/>
              <a:t>học</a:t>
            </a:r>
            <a:r>
              <a:rPr lang="en-US" sz="2800" dirty="0"/>
              <a:t> </a:t>
            </a:r>
            <a:r>
              <a:rPr lang="en-US" sz="2800" dirty="0" err="1"/>
              <a:t>của</a:t>
            </a:r>
            <a:r>
              <a:rPr lang="en-US" sz="2800" dirty="0"/>
              <a:t> TTNT: Khoa </a:t>
            </a:r>
            <a:r>
              <a:rPr lang="en-US" sz="2800" dirty="0" err="1"/>
              <a:t>học</a:t>
            </a:r>
            <a:r>
              <a:rPr lang="en-US" sz="2800" dirty="0"/>
              <a:t> </a:t>
            </a:r>
            <a:r>
              <a:rPr lang="en-US" sz="2800" dirty="0" err="1"/>
              <a:t>thần</a:t>
            </a:r>
            <a:r>
              <a:rPr lang="en-US" sz="2800" dirty="0"/>
              <a:t> </a:t>
            </a:r>
            <a:r>
              <a:rPr lang="en-US" sz="2800" dirty="0" err="1"/>
              <a:t>kinh</a:t>
            </a:r>
            <a:r>
              <a:rPr lang="en-US" sz="2800" dirty="0"/>
              <a:t>, </a:t>
            </a:r>
            <a:r>
              <a:rPr lang="en-US" sz="2800" dirty="0" err="1"/>
              <a:t>tâm</a:t>
            </a:r>
            <a:r>
              <a:rPr lang="en-US" sz="2800" dirty="0"/>
              <a:t> </a:t>
            </a:r>
            <a:r>
              <a:rPr lang="en-US" sz="2800" dirty="0" err="1"/>
              <a:t>lý</a:t>
            </a:r>
            <a:r>
              <a:rPr lang="en-US" sz="2800" dirty="0"/>
              <a:t> </a:t>
            </a:r>
            <a:r>
              <a:rPr lang="en-US" sz="2800" dirty="0" err="1"/>
              <a:t>học</a:t>
            </a:r>
            <a:endParaRPr lang="en-US" sz="2800" dirty="0"/>
          </a:p>
        </p:txBody>
      </p:sp>
      <p:sp>
        <p:nvSpPr>
          <p:cNvPr id="21508" name="Rectangle 5"/>
          <p:cNvSpPr>
            <a:spLocks noGrp="1" noChangeArrowheads="1"/>
          </p:cNvSpPr>
          <p:nvPr>
            <p:ph idx="1"/>
          </p:nvPr>
        </p:nvSpPr>
        <p:spPr>
          <a:xfrm>
            <a:off x="2667000" y="1047750"/>
            <a:ext cx="6096000" cy="3546873"/>
          </a:xfrm>
        </p:spPr>
        <p:txBody>
          <a:bodyPr rIns="99058"/>
          <a:lstStyle/>
          <a:p>
            <a:r>
              <a:rPr lang="vi-VN" sz="2100" dirty="0">
                <a:solidFill>
                  <a:schemeClr val="accent6"/>
                </a:solidFill>
              </a:rPr>
              <a:t>Khoa học thần kinh</a:t>
            </a:r>
          </a:p>
          <a:p>
            <a:pPr lvl="1"/>
            <a:r>
              <a:rPr lang="vi-VN" sz="1800" dirty="0">
                <a:solidFill>
                  <a:schemeClr val="accent6"/>
                </a:solidFill>
              </a:rPr>
              <a:t>Bộ não xử lý thông tin thế nào ?</a:t>
            </a:r>
          </a:p>
          <a:p>
            <a:pPr lvl="1"/>
            <a:r>
              <a:rPr lang="vi-VN" sz="1800" dirty="0">
                <a:solidFill>
                  <a:schemeClr val="accent6"/>
                </a:solidFill>
              </a:rPr>
              <a:t>Tế bào thần kinh (neuron) hoạt động thế nào ?</a:t>
            </a:r>
          </a:p>
          <a:p>
            <a:pPr lvl="1"/>
            <a:r>
              <a:rPr lang="vi-VN" sz="1800" dirty="0">
                <a:solidFill>
                  <a:schemeClr val="accent6"/>
                </a:solidFill>
              </a:rPr>
              <a:t>Giao diện giữa bộ não và máy (brain - machine interface)</a:t>
            </a:r>
          </a:p>
          <a:p>
            <a:pPr lvl="1"/>
            <a:r>
              <a:rPr lang="vi-VN" sz="1800" dirty="0">
                <a:solidFill>
                  <a:schemeClr val="accent6"/>
                </a:solidFill>
              </a:rPr>
              <a:t>So sánh giữa bộ não và máy tính</a:t>
            </a:r>
            <a:endParaRPr lang="vi-VN" sz="2100" dirty="0">
              <a:solidFill>
                <a:schemeClr val="accent6"/>
              </a:solidFill>
            </a:endParaRPr>
          </a:p>
          <a:p>
            <a:r>
              <a:rPr lang="vi-VN" sz="2100" dirty="0">
                <a:solidFill>
                  <a:schemeClr val="accent6"/>
                </a:solidFill>
              </a:rPr>
              <a:t>Tâm lý học</a:t>
            </a:r>
          </a:p>
          <a:p>
            <a:pPr lvl="1"/>
            <a:r>
              <a:rPr lang="vi-VN" sz="1800" dirty="0">
                <a:solidFill>
                  <a:schemeClr val="accent6"/>
                </a:solidFill>
              </a:rPr>
              <a:t>Con người hành động và suy nghĩ như thế nào ?</a:t>
            </a:r>
          </a:p>
          <a:p>
            <a:pPr lvl="1"/>
            <a:r>
              <a:rPr lang="vi-VN" sz="1800" dirty="0">
                <a:solidFill>
                  <a:schemeClr val="accent6"/>
                </a:solidFill>
              </a:rPr>
              <a:t>Khoa học hành vi (Behaviorism)</a:t>
            </a:r>
          </a:p>
          <a:p>
            <a:pPr lvl="1"/>
            <a:r>
              <a:rPr lang="vi-VN" sz="1800" dirty="0">
                <a:solidFill>
                  <a:schemeClr val="accent6"/>
                </a:solidFill>
              </a:rPr>
              <a:t>Khoa học nhận thức (Cognitive science, Cognitive psychology)</a:t>
            </a:r>
          </a:p>
          <a:p>
            <a:pPr lvl="1"/>
            <a:r>
              <a:rPr lang="vi-VN" sz="1800" dirty="0">
                <a:solidFill>
                  <a:schemeClr val="accent6"/>
                </a:solidFill>
              </a:rPr>
              <a:t>Giao diện người máy (human - machine interface)</a:t>
            </a:r>
            <a:endParaRPr lang="vi-VN" sz="1500" dirty="0"/>
          </a:p>
        </p:txBody>
      </p:sp>
    </p:spTree>
    <p:extLst>
      <p:ext uri="{BB962C8B-B14F-4D97-AF65-F5344CB8AC3E}">
        <p14:creationId xmlns:p14="http://schemas.microsoft.com/office/powerpoint/2010/main" val="291214602"/>
      </p:ext>
    </p:extLst>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301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p:blipFill>
        <p:spPr bwMode="auto">
          <a:xfrm>
            <a:off x="838200" y="1115682"/>
            <a:ext cx="3048000" cy="1709615"/>
          </a:xfrm>
          <a:prstGeom prst="rect">
            <a:avLst/>
          </a:prstGeom>
          <a:noFill/>
        </p:spPr>
      </p:pic>
      <p:sp>
        <p:nvSpPr>
          <p:cNvPr id="21507" name="Rectangle 4"/>
          <p:cNvSpPr>
            <a:spLocks noGrp="1" noChangeArrowheads="1"/>
          </p:cNvSpPr>
          <p:nvPr>
            <p:ph type="title"/>
          </p:nvPr>
        </p:nvSpPr>
        <p:spPr/>
        <p:txBody>
          <a:bodyPr rIns="99058"/>
          <a:lstStyle/>
          <a:p>
            <a:r>
              <a:rPr lang="en-US" sz="2800" dirty="0" err="1"/>
              <a:t>Cơ</a:t>
            </a:r>
            <a:r>
              <a:rPr lang="en-US" sz="2800" dirty="0"/>
              <a:t> </a:t>
            </a:r>
            <a:r>
              <a:rPr lang="en-US" sz="2800" dirty="0" err="1"/>
              <a:t>sở</a:t>
            </a:r>
            <a:r>
              <a:rPr lang="en-US" sz="2800" dirty="0"/>
              <a:t> khoa </a:t>
            </a:r>
            <a:r>
              <a:rPr lang="en-US" sz="2800" dirty="0" err="1"/>
              <a:t>học</a:t>
            </a:r>
            <a:r>
              <a:rPr lang="en-US" sz="2800" dirty="0"/>
              <a:t> </a:t>
            </a:r>
            <a:r>
              <a:rPr lang="en-US" sz="2800" dirty="0" err="1"/>
              <a:t>của</a:t>
            </a:r>
            <a:r>
              <a:rPr lang="en-US" sz="2800" dirty="0"/>
              <a:t> TTNT: </a:t>
            </a:r>
            <a:r>
              <a:rPr lang="en-US" sz="2800" dirty="0" err="1"/>
              <a:t>kỹ</a:t>
            </a:r>
            <a:r>
              <a:rPr lang="en-US" sz="2800" dirty="0"/>
              <a:t> </a:t>
            </a:r>
            <a:r>
              <a:rPr lang="en-US" sz="2800" dirty="0" err="1"/>
              <a:t>thuật</a:t>
            </a:r>
            <a:r>
              <a:rPr lang="en-US" sz="2800" dirty="0"/>
              <a:t> </a:t>
            </a:r>
            <a:r>
              <a:rPr lang="en-US" sz="2800" dirty="0" err="1"/>
              <a:t>máy</a:t>
            </a:r>
            <a:r>
              <a:rPr lang="en-US" sz="2800" dirty="0"/>
              <a:t> </a:t>
            </a:r>
            <a:r>
              <a:rPr lang="en-US" sz="2800" dirty="0" err="1"/>
              <a:t>tính</a:t>
            </a:r>
            <a:r>
              <a:rPr lang="en-US" sz="2800" dirty="0"/>
              <a:t>, </a:t>
            </a:r>
            <a:r>
              <a:rPr lang="en-US" sz="2800" dirty="0" err="1"/>
              <a:t>điều</a:t>
            </a:r>
            <a:r>
              <a:rPr lang="en-US" sz="2800" dirty="0"/>
              <a:t> </a:t>
            </a:r>
            <a:r>
              <a:rPr lang="en-US" sz="2800" dirty="0" err="1"/>
              <a:t>khiển</a:t>
            </a:r>
            <a:r>
              <a:rPr lang="en-US" sz="2800" dirty="0"/>
              <a:t> </a:t>
            </a:r>
            <a:r>
              <a:rPr lang="en-US" sz="2800" dirty="0" err="1"/>
              <a:t>học</a:t>
            </a:r>
            <a:endParaRPr lang="en-US" sz="2800" dirty="0"/>
          </a:p>
        </p:txBody>
      </p:sp>
      <p:sp>
        <p:nvSpPr>
          <p:cNvPr id="21508" name="Rectangle 5"/>
          <p:cNvSpPr>
            <a:spLocks noGrp="1" noChangeArrowheads="1"/>
          </p:cNvSpPr>
          <p:nvPr>
            <p:ph idx="1"/>
          </p:nvPr>
        </p:nvSpPr>
        <p:spPr>
          <a:xfrm>
            <a:off x="4191000" y="1119740"/>
            <a:ext cx="4038600" cy="3546873"/>
          </a:xfrm>
        </p:spPr>
        <p:txBody>
          <a:bodyPr rIns="99058"/>
          <a:lstStyle/>
          <a:p>
            <a:r>
              <a:rPr lang="vi-VN" sz="2100" dirty="0">
                <a:solidFill>
                  <a:schemeClr val="accent6"/>
                </a:solidFill>
              </a:rPr>
              <a:t>Kỹ thuật máy tính</a:t>
            </a:r>
          </a:p>
          <a:p>
            <a:pPr lvl="1"/>
            <a:r>
              <a:rPr lang="vi-VN" sz="1800" dirty="0">
                <a:solidFill>
                  <a:schemeClr val="accent6"/>
                </a:solidFill>
              </a:rPr>
              <a:t>Bộ xử lý: CPU, GPU, Quantum</a:t>
            </a:r>
          </a:p>
          <a:p>
            <a:pPr lvl="1"/>
            <a:r>
              <a:rPr lang="vi-VN" sz="1800" dirty="0">
                <a:solidFill>
                  <a:schemeClr val="accent6"/>
                </a:solidFill>
              </a:rPr>
              <a:t>Tuần tự, song song (parallel), đường ống (pipeline)</a:t>
            </a:r>
            <a:endParaRPr lang="vi-VN" sz="2100" dirty="0">
              <a:solidFill>
                <a:schemeClr val="accent6"/>
              </a:solidFill>
            </a:endParaRPr>
          </a:p>
          <a:p>
            <a:r>
              <a:rPr lang="vi-VN" sz="2100" dirty="0">
                <a:solidFill>
                  <a:schemeClr val="accent6"/>
                </a:solidFill>
              </a:rPr>
              <a:t>Điều khiển học</a:t>
            </a:r>
          </a:p>
          <a:p>
            <a:pPr lvl="1"/>
            <a:r>
              <a:rPr lang="vi-VN" sz="1800" dirty="0">
                <a:solidFill>
                  <a:schemeClr val="accent6"/>
                </a:solidFill>
              </a:rPr>
              <a:t>Lý thuyết điều khiển</a:t>
            </a:r>
          </a:p>
          <a:p>
            <a:pPr lvl="1"/>
            <a:r>
              <a:rPr lang="vi-VN" sz="1800" dirty="0">
                <a:solidFill>
                  <a:schemeClr val="accent6"/>
                </a:solidFill>
              </a:rPr>
              <a:t>Hàm chi phí</a:t>
            </a:r>
            <a:endParaRPr lang="vi-VN" sz="1200" dirty="0"/>
          </a:p>
        </p:txBody>
      </p:sp>
      <p:pic>
        <p:nvPicPr>
          <p:cNvPr id="2" name="Picture 3">
            <a:extLst>
              <a:ext uri="{FF2B5EF4-FFF2-40B4-BE49-F238E27FC236}">
                <a16:creationId xmlns:a16="http://schemas.microsoft.com/office/drawing/2014/main" id="{45B661DD-A11E-1A53-1FBA-59A887356FE4}"/>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p:blipFill>
        <p:spPr bwMode="auto">
          <a:xfrm>
            <a:off x="838200" y="3292073"/>
            <a:ext cx="3048000" cy="1056000"/>
          </a:xfrm>
          <a:prstGeom prst="rect">
            <a:avLst/>
          </a:prstGeom>
          <a:noFill/>
        </p:spPr>
      </p:pic>
    </p:spTree>
    <p:extLst>
      <p:ext uri="{BB962C8B-B14F-4D97-AF65-F5344CB8AC3E}">
        <p14:creationId xmlns:p14="http://schemas.microsoft.com/office/powerpoint/2010/main" val="292218871"/>
      </p:ext>
    </p:extLst>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3011" name="Picture 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p:blipFill>
        <p:spPr bwMode="auto">
          <a:xfrm>
            <a:off x="914400" y="2038350"/>
            <a:ext cx="3048000" cy="1524000"/>
          </a:xfrm>
          <a:prstGeom prst="rect">
            <a:avLst/>
          </a:prstGeom>
          <a:noFill/>
        </p:spPr>
      </p:pic>
      <p:sp>
        <p:nvSpPr>
          <p:cNvPr id="21507" name="Rectangle 4"/>
          <p:cNvSpPr>
            <a:spLocks noGrp="1" noChangeArrowheads="1"/>
          </p:cNvSpPr>
          <p:nvPr>
            <p:ph type="title"/>
          </p:nvPr>
        </p:nvSpPr>
        <p:spPr/>
        <p:txBody>
          <a:bodyPr rIns="99058"/>
          <a:lstStyle/>
          <a:p>
            <a:r>
              <a:rPr lang="en-US" sz="2800" dirty="0" err="1"/>
              <a:t>Cơ</a:t>
            </a:r>
            <a:r>
              <a:rPr lang="en-US" sz="2800" dirty="0"/>
              <a:t> </a:t>
            </a:r>
            <a:r>
              <a:rPr lang="en-US" sz="2800" dirty="0" err="1"/>
              <a:t>sở</a:t>
            </a:r>
            <a:r>
              <a:rPr lang="en-US" sz="2800" dirty="0"/>
              <a:t> khoa </a:t>
            </a:r>
            <a:r>
              <a:rPr lang="en-US" sz="2800" dirty="0" err="1"/>
              <a:t>học</a:t>
            </a:r>
            <a:r>
              <a:rPr lang="en-US" sz="2800" dirty="0"/>
              <a:t> </a:t>
            </a:r>
            <a:r>
              <a:rPr lang="en-US" sz="2800" dirty="0" err="1"/>
              <a:t>của</a:t>
            </a:r>
            <a:r>
              <a:rPr lang="en-US" sz="2800" dirty="0"/>
              <a:t> TTNT: </a:t>
            </a:r>
            <a:r>
              <a:rPr lang="en-US" sz="2800" dirty="0" err="1"/>
              <a:t>ngôn</a:t>
            </a:r>
            <a:r>
              <a:rPr lang="en-US" sz="2800" dirty="0"/>
              <a:t> </a:t>
            </a:r>
            <a:r>
              <a:rPr lang="en-US" sz="2800" dirty="0" err="1"/>
              <a:t>ngữ</a:t>
            </a:r>
            <a:r>
              <a:rPr lang="en-US" sz="2800" dirty="0"/>
              <a:t> </a:t>
            </a:r>
            <a:r>
              <a:rPr lang="en-US" sz="2800" dirty="0" err="1"/>
              <a:t>học</a:t>
            </a:r>
            <a:endParaRPr lang="en-US" sz="2800" dirty="0"/>
          </a:p>
        </p:txBody>
      </p:sp>
      <p:sp>
        <p:nvSpPr>
          <p:cNvPr id="21508" name="Rectangle 5"/>
          <p:cNvSpPr>
            <a:spLocks noGrp="1" noChangeArrowheads="1"/>
          </p:cNvSpPr>
          <p:nvPr>
            <p:ph idx="1"/>
          </p:nvPr>
        </p:nvSpPr>
        <p:spPr>
          <a:xfrm>
            <a:off x="4267200" y="1962150"/>
            <a:ext cx="4038600" cy="2704463"/>
          </a:xfrm>
        </p:spPr>
        <p:txBody>
          <a:bodyPr rIns="99058"/>
          <a:lstStyle/>
          <a:p>
            <a:r>
              <a:rPr lang="vi-VN" sz="2100" dirty="0">
                <a:solidFill>
                  <a:schemeClr val="accent6"/>
                </a:solidFill>
              </a:rPr>
              <a:t>Ngôn ngữ học</a:t>
            </a:r>
          </a:p>
          <a:p>
            <a:pPr lvl="1"/>
            <a:r>
              <a:rPr lang="vi-VN" sz="1800" dirty="0">
                <a:solidFill>
                  <a:schemeClr val="accent6"/>
                </a:solidFill>
              </a:rPr>
              <a:t>Xử lý ngôn ngữ tự nhiên</a:t>
            </a:r>
          </a:p>
          <a:p>
            <a:pPr lvl="1"/>
            <a:r>
              <a:rPr lang="vi-VN" sz="1800" dirty="0">
                <a:solidFill>
                  <a:schemeClr val="accent6"/>
                </a:solidFill>
              </a:rPr>
              <a:t>Ngôn ngữ học tính toán</a:t>
            </a:r>
          </a:p>
          <a:p>
            <a:pPr lvl="1"/>
            <a:r>
              <a:rPr lang="vi-VN" sz="1800" dirty="0">
                <a:solidFill>
                  <a:schemeClr val="accent6"/>
                </a:solidFill>
              </a:rPr>
              <a:t>Biểu diễn tri thức</a:t>
            </a:r>
            <a:endParaRPr lang="vi-VN" sz="900" dirty="0"/>
          </a:p>
        </p:txBody>
      </p:sp>
    </p:spTree>
    <p:extLst>
      <p:ext uri="{BB962C8B-B14F-4D97-AF65-F5344CB8AC3E}">
        <p14:creationId xmlns:p14="http://schemas.microsoft.com/office/powerpoint/2010/main" val="4283576322"/>
      </p:ext>
    </p:extLst>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B82C20-9A7C-3911-FF8B-B5422003F530}"/>
              </a:ext>
            </a:extLst>
          </p:cNvPr>
          <p:cNvSpPr>
            <a:spLocks noGrp="1"/>
          </p:cNvSpPr>
          <p:nvPr>
            <p:ph type="title"/>
          </p:nvPr>
        </p:nvSpPr>
        <p:spPr/>
        <p:txBody>
          <a:bodyPr/>
          <a:lstStyle/>
          <a:p>
            <a:r>
              <a:rPr lang="en-US" dirty="0"/>
              <a:t>Generative AI (</a:t>
            </a:r>
            <a:r>
              <a:rPr lang="en-US" dirty="0" err="1"/>
              <a:t>Trí</a:t>
            </a:r>
            <a:r>
              <a:rPr lang="en-US" dirty="0"/>
              <a:t> </a:t>
            </a:r>
            <a:r>
              <a:rPr lang="en-US" dirty="0" err="1"/>
              <a:t>tuệ</a:t>
            </a:r>
            <a:r>
              <a:rPr lang="en-US" dirty="0"/>
              <a:t> </a:t>
            </a:r>
            <a:r>
              <a:rPr lang="en-US" dirty="0" err="1"/>
              <a:t>nhân</a:t>
            </a:r>
            <a:r>
              <a:rPr lang="en-US" dirty="0"/>
              <a:t> </a:t>
            </a:r>
            <a:r>
              <a:rPr lang="en-US" dirty="0" err="1"/>
              <a:t>tạo</a:t>
            </a:r>
            <a:r>
              <a:rPr lang="en-US" dirty="0"/>
              <a:t> </a:t>
            </a:r>
            <a:r>
              <a:rPr lang="en-US" dirty="0" err="1"/>
              <a:t>tạo</a:t>
            </a:r>
            <a:r>
              <a:rPr lang="en-US" dirty="0"/>
              <a:t> </a:t>
            </a:r>
            <a:r>
              <a:rPr lang="en-US" dirty="0" err="1"/>
              <a:t>sinh</a:t>
            </a:r>
            <a:r>
              <a:rPr lang="en-US" dirty="0"/>
              <a:t>)</a:t>
            </a:r>
          </a:p>
        </p:txBody>
      </p:sp>
      <p:sp>
        <p:nvSpPr>
          <p:cNvPr id="3" name="Content Placeholder 2">
            <a:extLst>
              <a:ext uri="{FF2B5EF4-FFF2-40B4-BE49-F238E27FC236}">
                <a16:creationId xmlns:a16="http://schemas.microsoft.com/office/drawing/2014/main" id="{845C0A88-56D1-0FBD-F08E-ACDBD4D5C29B}"/>
              </a:ext>
            </a:extLst>
          </p:cNvPr>
          <p:cNvSpPr>
            <a:spLocks noGrp="1"/>
          </p:cNvSpPr>
          <p:nvPr>
            <p:ph idx="1"/>
          </p:nvPr>
        </p:nvSpPr>
        <p:spPr>
          <a:xfrm>
            <a:off x="342900" y="685800"/>
            <a:ext cx="7772400" cy="3943350"/>
          </a:xfrm>
        </p:spPr>
        <p:txBody>
          <a:bodyPr/>
          <a:lstStyle/>
          <a:p>
            <a:pPr marL="342900" indent="-342900">
              <a:buFont typeface="Arial" panose="020B0604020202020204" pitchFamily="34" charset="0"/>
              <a:buChar char="•"/>
            </a:pPr>
            <a:r>
              <a:rPr lang="en-US" dirty="0" err="1"/>
              <a:t>Từ</a:t>
            </a:r>
            <a:r>
              <a:rPr lang="en-US" dirty="0"/>
              <a:t> </a:t>
            </a:r>
            <a:r>
              <a:rPr lang="en-US" dirty="0" err="1"/>
              <a:t>bài</a:t>
            </a:r>
            <a:r>
              <a:rPr lang="en-US" dirty="0"/>
              <a:t> </a:t>
            </a:r>
            <a:r>
              <a:rPr lang="en-US" dirty="0" err="1"/>
              <a:t>toán</a:t>
            </a:r>
            <a:r>
              <a:rPr lang="en-US" dirty="0"/>
              <a:t> </a:t>
            </a:r>
            <a:r>
              <a:rPr lang="en-US" dirty="0" err="1"/>
              <a:t>nhận</a:t>
            </a:r>
            <a:r>
              <a:rPr lang="en-US" dirty="0"/>
              <a:t> </a:t>
            </a:r>
            <a:r>
              <a:rPr lang="en-US" dirty="0" err="1"/>
              <a:t>biết</a:t>
            </a:r>
            <a:r>
              <a:rPr lang="en-US" dirty="0"/>
              <a:t> (</a:t>
            </a:r>
            <a:r>
              <a:rPr lang="en-US" dirty="0" err="1">
                <a:solidFill>
                  <a:srgbClr val="FF0000"/>
                </a:solidFill>
              </a:rPr>
              <a:t>hiểu</a:t>
            </a:r>
            <a:r>
              <a:rPr lang="en-US" dirty="0"/>
              <a:t>) </a:t>
            </a:r>
            <a:r>
              <a:rPr lang="en-US" dirty="0" err="1"/>
              <a:t>thành</a:t>
            </a:r>
            <a:r>
              <a:rPr lang="en-US" dirty="0"/>
              <a:t> </a:t>
            </a:r>
            <a:r>
              <a:rPr lang="en-US" dirty="0" err="1"/>
              <a:t>bài</a:t>
            </a:r>
            <a:r>
              <a:rPr lang="en-US" dirty="0"/>
              <a:t> </a:t>
            </a:r>
            <a:r>
              <a:rPr lang="en-US" dirty="0" err="1"/>
              <a:t>toán</a:t>
            </a:r>
            <a:r>
              <a:rPr lang="en-US" dirty="0"/>
              <a:t> </a:t>
            </a:r>
            <a:r>
              <a:rPr lang="en-US" dirty="0" err="1"/>
              <a:t>sinh</a:t>
            </a:r>
            <a:r>
              <a:rPr lang="en-US" dirty="0"/>
              <a:t> </a:t>
            </a:r>
            <a:r>
              <a:rPr lang="en-US" dirty="0" err="1"/>
              <a:t>dữ</a:t>
            </a:r>
            <a:r>
              <a:rPr lang="en-US" dirty="0"/>
              <a:t> </a:t>
            </a:r>
            <a:r>
              <a:rPr lang="en-US" dirty="0" err="1"/>
              <a:t>liệu</a:t>
            </a:r>
            <a:r>
              <a:rPr lang="en-US" dirty="0"/>
              <a:t> </a:t>
            </a:r>
            <a:r>
              <a:rPr lang="en-US" dirty="0" err="1"/>
              <a:t>mới</a:t>
            </a:r>
            <a:r>
              <a:rPr lang="en-US" dirty="0"/>
              <a:t> (</a:t>
            </a:r>
            <a:r>
              <a:rPr lang="en-US" dirty="0">
                <a:solidFill>
                  <a:srgbClr val="C00000"/>
                </a:solidFill>
              </a:rPr>
              <a:t>AI </a:t>
            </a:r>
            <a:r>
              <a:rPr lang="en-US" dirty="0" err="1">
                <a:solidFill>
                  <a:srgbClr val="C00000"/>
                </a:solidFill>
              </a:rPr>
              <a:t>tạo</a:t>
            </a:r>
            <a:r>
              <a:rPr lang="en-US" dirty="0">
                <a:solidFill>
                  <a:srgbClr val="C00000"/>
                </a:solidFill>
              </a:rPr>
              <a:t> </a:t>
            </a:r>
            <a:r>
              <a:rPr lang="en-US" dirty="0" err="1">
                <a:solidFill>
                  <a:srgbClr val="C00000"/>
                </a:solidFill>
              </a:rPr>
              <a:t>sinh</a:t>
            </a:r>
            <a:r>
              <a:rPr lang="en-US" dirty="0"/>
              <a:t>), </a:t>
            </a:r>
            <a:r>
              <a:rPr lang="en-US" dirty="0" err="1"/>
              <a:t>ví</a:t>
            </a:r>
            <a:r>
              <a:rPr lang="en-US" dirty="0"/>
              <a:t> </a:t>
            </a:r>
            <a:r>
              <a:rPr lang="en-US" dirty="0" err="1"/>
              <a:t>dụ</a:t>
            </a:r>
            <a:endParaRPr lang="en-US" dirty="0"/>
          </a:p>
          <a:p>
            <a:pPr marL="685800" lvl="1" indent="-385763">
              <a:buFont typeface="Arial" panose="020B0604020202020204" pitchFamily="34" charset="0"/>
              <a:buChar char="•"/>
            </a:pPr>
            <a:r>
              <a:rPr lang="en-US" sz="1800" dirty="0" err="1"/>
              <a:t>Cải</a:t>
            </a:r>
            <a:r>
              <a:rPr lang="en-US" sz="1800" dirty="0"/>
              <a:t> </a:t>
            </a:r>
            <a:r>
              <a:rPr lang="en-US" sz="1800" dirty="0" err="1"/>
              <a:t>thiện</a:t>
            </a:r>
            <a:r>
              <a:rPr lang="en-US" sz="1800" dirty="0"/>
              <a:t> </a:t>
            </a:r>
            <a:r>
              <a:rPr lang="en-US" sz="1800" dirty="0" err="1"/>
              <a:t>chất</a:t>
            </a:r>
            <a:r>
              <a:rPr lang="en-US" sz="1800" dirty="0"/>
              <a:t> </a:t>
            </a:r>
            <a:r>
              <a:rPr lang="en-US" sz="1800" dirty="0" err="1"/>
              <a:t>lượng</a:t>
            </a:r>
            <a:r>
              <a:rPr lang="en-US" sz="1800" dirty="0"/>
              <a:t> </a:t>
            </a:r>
            <a:r>
              <a:rPr lang="en-US" sz="1800" dirty="0" err="1"/>
              <a:t>ảnh</a:t>
            </a:r>
            <a:endParaRPr lang="en-US" sz="1800" dirty="0"/>
          </a:p>
          <a:p>
            <a:pPr marL="685800" lvl="1" indent="-385763">
              <a:buFont typeface="Arial" panose="020B0604020202020204" pitchFamily="34" charset="0"/>
              <a:buChar char="•"/>
            </a:pPr>
            <a:r>
              <a:rPr lang="en-US" sz="1800" dirty="0" err="1"/>
              <a:t>Biến</a:t>
            </a:r>
            <a:r>
              <a:rPr lang="en-US" sz="1800" dirty="0"/>
              <a:t> </a:t>
            </a:r>
            <a:r>
              <a:rPr lang="en-US" sz="1800" dirty="0" err="1"/>
              <a:t>đổi</a:t>
            </a:r>
            <a:r>
              <a:rPr lang="en-US" sz="1800" dirty="0"/>
              <a:t> </a:t>
            </a:r>
            <a:r>
              <a:rPr lang="en-US" sz="1800" dirty="0" err="1"/>
              <a:t>ảnh</a:t>
            </a:r>
            <a:r>
              <a:rPr lang="en-US" sz="1800" dirty="0"/>
              <a:t>, </a:t>
            </a:r>
            <a:r>
              <a:rPr lang="en-US" sz="1800" dirty="0" err="1"/>
              <a:t>tạo</a:t>
            </a:r>
            <a:r>
              <a:rPr lang="en-US" sz="1800" dirty="0"/>
              <a:t> </a:t>
            </a:r>
            <a:r>
              <a:rPr lang="en-US" sz="1800" dirty="0" err="1"/>
              <a:t>dữ</a:t>
            </a:r>
            <a:r>
              <a:rPr lang="en-US" sz="1800" dirty="0"/>
              <a:t> </a:t>
            </a:r>
            <a:r>
              <a:rPr lang="en-US" sz="1800" dirty="0" err="1"/>
              <a:t>liệu</a:t>
            </a:r>
            <a:r>
              <a:rPr lang="en-US" sz="1800" dirty="0"/>
              <a:t> </a:t>
            </a:r>
            <a:r>
              <a:rPr lang="en-US" sz="1800" dirty="0" err="1"/>
              <a:t>giả</a:t>
            </a:r>
            <a:r>
              <a:rPr lang="en-US" sz="1800" dirty="0"/>
              <a:t> (deepfake)</a:t>
            </a:r>
          </a:p>
          <a:p>
            <a:pPr marL="685800" lvl="1" indent="-385763">
              <a:buFont typeface="Arial" panose="020B0604020202020204" pitchFamily="34" charset="0"/>
              <a:buChar char="•"/>
            </a:pPr>
            <a:r>
              <a:rPr lang="en-US" sz="1800" dirty="0" err="1"/>
              <a:t>Dịch</a:t>
            </a:r>
            <a:r>
              <a:rPr lang="en-US" sz="1800" dirty="0"/>
              <a:t> </a:t>
            </a:r>
            <a:r>
              <a:rPr lang="en-US" sz="1800" dirty="0" err="1"/>
              <a:t>máy</a:t>
            </a:r>
            <a:endParaRPr lang="en-US" sz="1800" dirty="0"/>
          </a:p>
          <a:p>
            <a:pPr marL="685800" lvl="1" indent="-385763">
              <a:buFont typeface="Arial" panose="020B0604020202020204" pitchFamily="34" charset="0"/>
              <a:buChar char="•"/>
            </a:pPr>
            <a:r>
              <a:rPr lang="en-US" sz="1800" dirty="0" err="1"/>
              <a:t>Trả</a:t>
            </a:r>
            <a:r>
              <a:rPr lang="en-US" sz="1800" dirty="0"/>
              <a:t> </a:t>
            </a:r>
            <a:r>
              <a:rPr lang="en-US" sz="1800" dirty="0" err="1"/>
              <a:t>lời</a:t>
            </a:r>
            <a:r>
              <a:rPr lang="en-US" sz="1800" dirty="0"/>
              <a:t> </a:t>
            </a:r>
            <a:r>
              <a:rPr lang="en-US" sz="1800" dirty="0" err="1"/>
              <a:t>câu</a:t>
            </a:r>
            <a:r>
              <a:rPr lang="en-US" sz="1800" dirty="0"/>
              <a:t> </a:t>
            </a:r>
            <a:r>
              <a:rPr lang="en-US" sz="1800" dirty="0" err="1"/>
              <a:t>hỏi</a:t>
            </a:r>
            <a:r>
              <a:rPr lang="en-US" sz="1800" dirty="0"/>
              <a:t>, </a:t>
            </a:r>
            <a:r>
              <a:rPr lang="en-US" sz="1800" dirty="0" err="1"/>
              <a:t>hội</a:t>
            </a:r>
            <a:r>
              <a:rPr lang="en-US" sz="1800" dirty="0"/>
              <a:t> </a:t>
            </a:r>
            <a:r>
              <a:rPr lang="en-US" sz="1800" dirty="0" err="1"/>
              <a:t>thoại</a:t>
            </a:r>
            <a:endParaRPr lang="en-US" sz="1800" dirty="0"/>
          </a:p>
          <a:p>
            <a:pPr marL="385763" indent="-385763">
              <a:buFont typeface="Arial" panose="020B0604020202020204" pitchFamily="34" charset="0"/>
              <a:buChar char="•"/>
            </a:pPr>
            <a:r>
              <a:rPr lang="en-US" sz="2400" dirty="0" err="1"/>
              <a:t>Ví</a:t>
            </a:r>
            <a:r>
              <a:rPr lang="en-US" sz="2400" dirty="0"/>
              <a:t> </a:t>
            </a:r>
            <a:r>
              <a:rPr lang="en-US" sz="2400" dirty="0" err="1"/>
              <a:t>dụ</a:t>
            </a:r>
            <a:r>
              <a:rPr lang="en-US" sz="2400" dirty="0"/>
              <a:t> </a:t>
            </a:r>
            <a:r>
              <a:rPr lang="en-US" sz="2400" dirty="0" err="1"/>
              <a:t>ứng</a:t>
            </a:r>
            <a:r>
              <a:rPr lang="en-US" sz="2400" dirty="0"/>
              <a:t> </a:t>
            </a:r>
            <a:r>
              <a:rPr lang="en-US" sz="2400" dirty="0" err="1"/>
              <a:t>dụng</a:t>
            </a:r>
            <a:r>
              <a:rPr lang="en-US" sz="2400" dirty="0"/>
              <a:t> </a:t>
            </a:r>
            <a:r>
              <a:rPr lang="en-US" sz="2400" dirty="0" err="1"/>
              <a:t>tạo</a:t>
            </a:r>
            <a:r>
              <a:rPr lang="en-US" sz="2400" dirty="0"/>
              <a:t> </a:t>
            </a:r>
            <a:r>
              <a:rPr lang="en-US" sz="2400" dirty="0" err="1"/>
              <a:t>sinh</a:t>
            </a:r>
            <a:endParaRPr lang="en-US" sz="2400" dirty="0"/>
          </a:p>
          <a:p>
            <a:pPr marL="685801" lvl="1" indent="-385763">
              <a:buFont typeface="Arial" panose="020B0604020202020204" pitchFamily="34" charset="0"/>
              <a:buChar char="•"/>
            </a:pPr>
            <a:r>
              <a:rPr lang="en-US" sz="1800" dirty="0"/>
              <a:t>Google Translate</a:t>
            </a:r>
          </a:p>
          <a:p>
            <a:pPr marL="685801" lvl="1" indent="-385763">
              <a:buFont typeface="Arial" panose="020B0604020202020204" pitchFamily="34" charset="0"/>
              <a:buChar char="•"/>
            </a:pPr>
            <a:r>
              <a:rPr lang="en-US" sz="1800" dirty="0"/>
              <a:t>ChatGPT</a:t>
            </a:r>
          </a:p>
          <a:p>
            <a:pPr marL="685801" lvl="1" indent="-385763">
              <a:buFont typeface="Arial" panose="020B0604020202020204" pitchFamily="34" charset="0"/>
              <a:buChar char="•"/>
            </a:pPr>
            <a:r>
              <a:rPr lang="en-US" sz="1800" dirty="0"/>
              <a:t>Dall-E</a:t>
            </a:r>
          </a:p>
          <a:p>
            <a:pPr marL="685800" lvl="1" indent="-385763">
              <a:buFont typeface="Arial" panose="020B0604020202020204" pitchFamily="34" charset="0"/>
              <a:buChar char="•"/>
            </a:pPr>
            <a:endParaRPr lang="en-US" dirty="0"/>
          </a:p>
          <a:p>
            <a:pPr marL="685800" lvl="1" indent="-385763">
              <a:buFont typeface="Arial" panose="020B0604020202020204" pitchFamily="34" charset="0"/>
              <a:buChar char="•"/>
            </a:pPr>
            <a:endParaRPr lang="en-US" dirty="0"/>
          </a:p>
        </p:txBody>
      </p:sp>
    </p:spTree>
    <p:extLst>
      <p:ext uri="{BB962C8B-B14F-4D97-AF65-F5344CB8AC3E}">
        <p14:creationId xmlns:p14="http://schemas.microsoft.com/office/powerpoint/2010/main" val="97378828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87911EA-10B2-074F-B922-A2D7A7469C58}"/>
              </a:ext>
            </a:extLst>
          </p:cNvPr>
          <p:cNvSpPr>
            <a:spLocks noGrp="1"/>
          </p:cNvSpPr>
          <p:nvPr>
            <p:ph type="title"/>
          </p:nvPr>
        </p:nvSpPr>
        <p:spPr/>
        <p:txBody>
          <a:bodyPr/>
          <a:lstStyle/>
          <a:p>
            <a:r>
              <a:rPr lang="en-US" dirty="0" err="1">
                <a:solidFill>
                  <a:srgbClr val="EB4A24"/>
                </a:solidFill>
              </a:rPr>
              <a:t>Mô</a:t>
            </a:r>
            <a:r>
              <a:rPr lang="en-US" dirty="0">
                <a:solidFill>
                  <a:srgbClr val="EB4A24"/>
                </a:solidFill>
              </a:rPr>
              <a:t> </a:t>
            </a:r>
            <a:r>
              <a:rPr lang="en-US" dirty="0" err="1">
                <a:solidFill>
                  <a:srgbClr val="EB4A24"/>
                </a:solidFill>
              </a:rPr>
              <a:t>hình</a:t>
            </a:r>
            <a:r>
              <a:rPr lang="en-US" dirty="0">
                <a:solidFill>
                  <a:srgbClr val="EB4A24"/>
                </a:solidFill>
              </a:rPr>
              <a:t> </a:t>
            </a:r>
            <a:r>
              <a:rPr lang="en-US" dirty="0" err="1">
                <a:solidFill>
                  <a:srgbClr val="EB4A24"/>
                </a:solidFill>
              </a:rPr>
              <a:t>tạo</a:t>
            </a:r>
            <a:r>
              <a:rPr lang="en-US" dirty="0">
                <a:solidFill>
                  <a:srgbClr val="EB4A24"/>
                </a:solidFill>
              </a:rPr>
              <a:t> </a:t>
            </a:r>
            <a:r>
              <a:rPr lang="en-US" dirty="0" err="1">
                <a:solidFill>
                  <a:srgbClr val="EB4A24"/>
                </a:solidFill>
              </a:rPr>
              <a:t>sinh</a:t>
            </a:r>
            <a:r>
              <a:rPr lang="en-US" dirty="0">
                <a:solidFill>
                  <a:srgbClr val="EB4A24"/>
                </a:solidFill>
              </a:rPr>
              <a:t> </a:t>
            </a:r>
            <a:r>
              <a:rPr lang="en-US" dirty="0" err="1">
                <a:solidFill>
                  <a:srgbClr val="EB4A24"/>
                </a:solidFill>
              </a:rPr>
              <a:t>dùng</a:t>
            </a:r>
            <a:r>
              <a:rPr lang="en-US" dirty="0">
                <a:solidFill>
                  <a:srgbClr val="EB4A24"/>
                </a:solidFill>
              </a:rPr>
              <a:t> </a:t>
            </a:r>
            <a:r>
              <a:rPr lang="en-US" dirty="0" err="1">
                <a:solidFill>
                  <a:srgbClr val="EB4A24"/>
                </a:solidFill>
              </a:rPr>
              <a:t>kiến</a:t>
            </a:r>
            <a:r>
              <a:rPr lang="en-US" dirty="0">
                <a:solidFill>
                  <a:srgbClr val="EB4A24"/>
                </a:solidFill>
              </a:rPr>
              <a:t> </a:t>
            </a:r>
            <a:r>
              <a:rPr lang="en-US" dirty="0" err="1">
                <a:solidFill>
                  <a:srgbClr val="EB4A24"/>
                </a:solidFill>
              </a:rPr>
              <a:t>trúc</a:t>
            </a:r>
            <a:r>
              <a:rPr lang="en-US" dirty="0">
                <a:solidFill>
                  <a:srgbClr val="EB4A24"/>
                </a:solidFill>
              </a:rPr>
              <a:t> encode - decode</a:t>
            </a:r>
          </a:p>
        </p:txBody>
      </p:sp>
      <p:sp>
        <p:nvSpPr>
          <p:cNvPr id="5" name="Rectangle 4">
            <a:extLst>
              <a:ext uri="{FF2B5EF4-FFF2-40B4-BE49-F238E27FC236}">
                <a16:creationId xmlns:a16="http://schemas.microsoft.com/office/drawing/2014/main" id="{C8DBA559-54B1-2F47-A21F-B7437E63650E}"/>
              </a:ext>
            </a:extLst>
          </p:cNvPr>
          <p:cNvSpPr/>
          <p:nvPr/>
        </p:nvSpPr>
        <p:spPr>
          <a:xfrm>
            <a:off x="1962837" y="2002121"/>
            <a:ext cx="2543175" cy="14478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fontAlgn="auto">
              <a:spcBef>
                <a:spcPts val="0"/>
              </a:spcBef>
              <a:spcAft>
                <a:spcPts val="0"/>
              </a:spcAft>
            </a:pPr>
            <a:endParaRPr lang="en-US" dirty="0">
              <a:solidFill>
                <a:srgbClr val="EB4A24"/>
              </a:solidFill>
              <a:latin typeface="Calibri" panose="020F0502020204030204"/>
            </a:endParaRPr>
          </a:p>
          <a:p>
            <a:pPr algn="ctr" defTabSz="685800" fontAlgn="auto">
              <a:spcBef>
                <a:spcPts val="0"/>
              </a:spcBef>
              <a:spcAft>
                <a:spcPts val="0"/>
              </a:spcAft>
            </a:pPr>
            <a:r>
              <a:rPr lang="en-US" dirty="0">
                <a:solidFill>
                  <a:srgbClr val="EB4A24"/>
                </a:solidFill>
                <a:latin typeface="Calibri" panose="020F0502020204030204"/>
              </a:rPr>
              <a:t>Transformer based Encoder</a:t>
            </a:r>
          </a:p>
          <a:p>
            <a:pPr algn="ctr" defTabSz="685800" fontAlgn="auto">
              <a:spcBef>
                <a:spcPts val="0"/>
              </a:spcBef>
              <a:spcAft>
                <a:spcPts val="0"/>
              </a:spcAft>
            </a:pPr>
            <a:endParaRPr lang="en-US" sz="1350" dirty="0">
              <a:solidFill>
                <a:srgbClr val="EB4A24"/>
              </a:solidFill>
              <a:latin typeface="Calibri" panose="020F0502020204030204"/>
            </a:endParaRPr>
          </a:p>
          <a:p>
            <a:pPr algn="ctr" defTabSz="685800" fontAlgn="auto">
              <a:spcBef>
                <a:spcPts val="0"/>
              </a:spcBef>
              <a:spcAft>
                <a:spcPts val="0"/>
              </a:spcAft>
            </a:pPr>
            <a:endParaRPr lang="en-US" sz="1350" dirty="0">
              <a:solidFill>
                <a:srgbClr val="EB4A24"/>
              </a:solidFill>
              <a:latin typeface="Calibri" panose="020F0502020204030204"/>
            </a:endParaRPr>
          </a:p>
          <a:p>
            <a:pPr algn="ctr" defTabSz="685800" fontAlgn="auto">
              <a:spcBef>
                <a:spcPts val="0"/>
              </a:spcBef>
              <a:spcAft>
                <a:spcPts val="0"/>
              </a:spcAft>
            </a:pPr>
            <a:endParaRPr lang="en-US" sz="1350" dirty="0">
              <a:solidFill>
                <a:srgbClr val="EB4A24"/>
              </a:solidFill>
              <a:latin typeface="Calibri" panose="020F0502020204030204"/>
            </a:endParaRPr>
          </a:p>
          <a:p>
            <a:pPr algn="ctr" defTabSz="685800" fontAlgn="auto">
              <a:spcBef>
                <a:spcPts val="0"/>
              </a:spcBef>
              <a:spcAft>
                <a:spcPts val="0"/>
              </a:spcAft>
            </a:pPr>
            <a:endParaRPr lang="en-US" sz="1350" dirty="0">
              <a:solidFill>
                <a:srgbClr val="EB4A24"/>
              </a:solidFill>
              <a:latin typeface="Calibri" panose="020F0502020204030204"/>
            </a:endParaRPr>
          </a:p>
          <a:p>
            <a:pPr algn="ctr" defTabSz="685800" fontAlgn="auto">
              <a:spcBef>
                <a:spcPts val="0"/>
              </a:spcBef>
              <a:spcAft>
                <a:spcPts val="0"/>
              </a:spcAft>
            </a:pPr>
            <a:endParaRPr lang="en-US" sz="1350" dirty="0">
              <a:solidFill>
                <a:srgbClr val="EB4A24"/>
              </a:solidFill>
              <a:latin typeface="Calibri" panose="020F0502020204030204"/>
            </a:endParaRPr>
          </a:p>
        </p:txBody>
      </p:sp>
      <p:pic>
        <p:nvPicPr>
          <p:cNvPr id="6" name="Picture 5">
            <a:extLst>
              <a:ext uri="{FF2B5EF4-FFF2-40B4-BE49-F238E27FC236}">
                <a16:creationId xmlns:a16="http://schemas.microsoft.com/office/drawing/2014/main" id="{B23EF0C7-2A03-144E-9366-79751E6AF8A8}"/>
              </a:ext>
            </a:extLst>
          </p:cNvPr>
          <p:cNvPicPr>
            <a:picLocks noChangeAspect="1"/>
          </p:cNvPicPr>
          <p:nvPr/>
        </p:nvPicPr>
        <p:blipFill>
          <a:blip r:embed="rId2"/>
          <a:stretch>
            <a:fillRect/>
          </a:stretch>
        </p:blipFill>
        <p:spPr>
          <a:xfrm>
            <a:off x="2315262" y="2583494"/>
            <a:ext cx="1828800" cy="819150"/>
          </a:xfrm>
          <a:prstGeom prst="rect">
            <a:avLst/>
          </a:prstGeom>
        </p:spPr>
      </p:pic>
      <p:sp>
        <p:nvSpPr>
          <p:cNvPr id="7" name="Rectangle 6">
            <a:extLst>
              <a:ext uri="{FF2B5EF4-FFF2-40B4-BE49-F238E27FC236}">
                <a16:creationId xmlns:a16="http://schemas.microsoft.com/office/drawing/2014/main" id="{A41478C8-09F9-5B41-976E-8C7A2CD5D829}"/>
              </a:ext>
            </a:extLst>
          </p:cNvPr>
          <p:cNvSpPr/>
          <p:nvPr/>
        </p:nvSpPr>
        <p:spPr>
          <a:xfrm>
            <a:off x="5210862" y="2002121"/>
            <a:ext cx="2543175" cy="14478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fontAlgn="auto">
              <a:spcBef>
                <a:spcPts val="0"/>
              </a:spcBef>
              <a:spcAft>
                <a:spcPts val="0"/>
              </a:spcAft>
            </a:pPr>
            <a:endParaRPr lang="en-US">
              <a:solidFill>
                <a:srgbClr val="EB4A24"/>
              </a:solidFill>
              <a:latin typeface="Calibri" panose="020F0502020204030204"/>
            </a:endParaRPr>
          </a:p>
          <a:p>
            <a:pPr algn="ctr" defTabSz="685800" fontAlgn="auto">
              <a:spcBef>
                <a:spcPts val="0"/>
              </a:spcBef>
              <a:spcAft>
                <a:spcPts val="0"/>
              </a:spcAft>
            </a:pPr>
            <a:r>
              <a:rPr lang="en-US">
                <a:solidFill>
                  <a:srgbClr val="EB4A24"/>
                </a:solidFill>
                <a:latin typeface="Calibri" panose="020F0502020204030204"/>
              </a:rPr>
              <a:t>Transformer based Decoder</a:t>
            </a:r>
          </a:p>
          <a:p>
            <a:pPr algn="ctr" defTabSz="685800" fontAlgn="auto">
              <a:spcBef>
                <a:spcPts val="0"/>
              </a:spcBef>
              <a:spcAft>
                <a:spcPts val="0"/>
              </a:spcAft>
            </a:pPr>
            <a:endParaRPr lang="en-US" sz="1350">
              <a:solidFill>
                <a:srgbClr val="EB4A24"/>
              </a:solidFill>
              <a:latin typeface="Calibri" panose="020F0502020204030204"/>
            </a:endParaRPr>
          </a:p>
          <a:p>
            <a:pPr algn="ctr" defTabSz="685800" fontAlgn="auto">
              <a:spcBef>
                <a:spcPts val="0"/>
              </a:spcBef>
              <a:spcAft>
                <a:spcPts val="0"/>
              </a:spcAft>
            </a:pPr>
            <a:endParaRPr lang="en-US" sz="1350">
              <a:solidFill>
                <a:srgbClr val="EB4A24"/>
              </a:solidFill>
              <a:latin typeface="Calibri" panose="020F0502020204030204"/>
            </a:endParaRPr>
          </a:p>
          <a:p>
            <a:pPr algn="ctr" defTabSz="685800" fontAlgn="auto">
              <a:spcBef>
                <a:spcPts val="0"/>
              </a:spcBef>
              <a:spcAft>
                <a:spcPts val="0"/>
              </a:spcAft>
            </a:pPr>
            <a:endParaRPr lang="en-US" sz="1350">
              <a:solidFill>
                <a:srgbClr val="EB4A24"/>
              </a:solidFill>
              <a:latin typeface="Calibri" panose="020F0502020204030204"/>
            </a:endParaRPr>
          </a:p>
          <a:p>
            <a:pPr algn="ctr" defTabSz="685800" fontAlgn="auto">
              <a:spcBef>
                <a:spcPts val="0"/>
              </a:spcBef>
              <a:spcAft>
                <a:spcPts val="0"/>
              </a:spcAft>
            </a:pPr>
            <a:endParaRPr lang="en-US" sz="1350">
              <a:solidFill>
                <a:srgbClr val="EB4A24"/>
              </a:solidFill>
              <a:latin typeface="Calibri" panose="020F0502020204030204"/>
            </a:endParaRPr>
          </a:p>
          <a:p>
            <a:pPr algn="ctr" defTabSz="685800" fontAlgn="auto">
              <a:spcBef>
                <a:spcPts val="0"/>
              </a:spcBef>
              <a:spcAft>
                <a:spcPts val="0"/>
              </a:spcAft>
            </a:pPr>
            <a:endParaRPr lang="en-US" sz="1350">
              <a:solidFill>
                <a:srgbClr val="EB4A24"/>
              </a:solidFill>
              <a:latin typeface="Calibri" panose="020F0502020204030204"/>
            </a:endParaRPr>
          </a:p>
        </p:txBody>
      </p:sp>
      <p:cxnSp>
        <p:nvCxnSpPr>
          <p:cNvPr id="10" name="Curved Connector 9">
            <a:extLst>
              <a:ext uri="{FF2B5EF4-FFF2-40B4-BE49-F238E27FC236}">
                <a16:creationId xmlns:a16="http://schemas.microsoft.com/office/drawing/2014/main" id="{29CB5393-0A6E-824A-97E5-D2F00BCF2107}"/>
              </a:ext>
            </a:extLst>
          </p:cNvPr>
          <p:cNvCxnSpPr>
            <a:cxnSpLocks/>
          </p:cNvCxnSpPr>
          <p:nvPr/>
        </p:nvCxnSpPr>
        <p:spPr>
          <a:xfrm>
            <a:off x="4506012" y="2125946"/>
            <a:ext cx="704850" cy="333375"/>
          </a:xfrm>
          <a:prstGeom prst="curved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Curved Connector 11">
            <a:extLst>
              <a:ext uri="{FF2B5EF4-FFF2-40B4-BE49-F238E27FC236}">
                <a16:creationId xmlns:a16="http://schemas.microsoft.com/office/drawing/2014/main" id="{0F2A4331-3256-5043-A6E5-F7C3E8DCFE67}"/>
              </a:ext>
            </a:extLst>
          </p:cNvPr>
          <p:cNvCxnSpPr>
            <a:cxnSpLocks/>
            <a:endCxn id="7" idx="1"/>
          </p:cNvCxnSpPr>
          <p:nvPr/>
        </p:nvCxnSpPr>
        <p:spPr>
          <a:xfrm>
            <a:off x="4506012" y="2459321"/>
            <a:ext cx="704850" cy="266700"/>
          </a:xfrm>
          <a:prstGeom prst="curvedConnector3">
            <a:avLst/>
          </a:prstGeom>
          <a:ln>
            <a:tailEnd type="triangle"/>
          </a:ln>
        </p:spPr>
        <p:style>
          <a:lnRef idx="1">
            <a:schemeClr val="accent1"/>
          </a:lnRef>
          <a:fillRef idx="0">
            <a:schemeClr val="accent1"/>
          </a:fillRef>
          <a:effectRef idx="0">
            <a:schemeClr val="accent1"/>
          </a:effectRef>
          <a:fontRef idx="minor">
            <a:schemeClr val="tx1"/>
          </a:fontRef>
        </p:style>
      </p:cxnSp>
      <p:pic>
        <p:nvPicPr>
          <p:cNvPr id="13" name="Picture 12">
            <a:extLst>
              <a:ext uri="{FF2B5EF4-FFF2-40B4-BE49-F238E27FC236}">
                <a16:creationId xmlns:a16="http://schemas.microsoft.com/office/drawing/2014/main" id="{2AF01ED6-95CF-3349-A11C-EA19FB95DF5C}"/>
              </a:ext>
            </a:extLst>
          </p:cNvPr>
          <p:cNvPicPr>
            <a:picLocks noChangeAspect="1"/>
          </p:cNvPicPr>
          <p:nvPr/>
        </p:nvPicPr>
        <p:blipFill>
          <a:blip r:embed="rId2"/>
          <a:stretch>
            <a:fillRect/>
          </a:stretch>
        </p:blipFill>
        <p:spPr>
          <a:xfrm>
            <a:off x="5420412" y="2583494"/>
            <a:ext cx="1828800" cy="819150"/>
          </a:xfrm>
          <a:prstGeom prst="rect">
            <a:avLst/>
          </a:prstGeom>
        </p:spPr>
      </p:pic>
      <p:sp>
        <p:nvSpPr>
          <p:cNvPr id="17" name="Rounded Rectangle 16">
            <a:extLst>
              <a:ext uri="{FF2B5EF4-FFF2-40B4-BE49-F238E27FC236}">
                <a16:creationId xmlns:a16="http://schemas.microsoft.com/office/drawing/2014/main" id="{5E700E4F-C3B1-3B44-9CA7-AE4C013B99E5}"/>
              </a:ext>
            </a:extLst>
          </p:cNvPr>
          <p:cNvSpPr/>
          <p:nvPr/>
        </p:nvSpPr>
        <p:spPr>
          <a:xfrm>
            <a:off x="829362" y="3899629"/>
            <a:ext cx="952500" cy="533400"/>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fontAlgn="auto">
              <a:spcBef>
                <a:spcPts val="0"/>
              </a:spcBef>
              <a:spcAft>
                <a:spcPts val="0"/>
              </a:spcAft>
            </a:pPr>
            <a:r>
              <a:rPr lang="en-US" sz="1350">
                <a:solidFill>
                  <a:prstClr val="black"/>
                </a:solidFill>
                <a:latin typeface="Calibri" panose="020F0502020204030204"/>
              </a:rPr>
              <a:t>prompt</a:t>
            </a:r>
          </a:p>
        </p:txBody>
      </p:sp>
      <p:pic>
        <p:nvPicPr>
          <p:cNvPr id="20" name="Picture 19">
            <a:extLst>
              <a:ext uri="{FF2B5EF4-FFF2-40B4-BE49-F238E27FC236}">
                <a16:creationId xmlns:a16="http://schemas.microsoft.com/office/drawing/2014/main" id="{47F3A0F7-447E-A44D-BE19-484261A4A090}"/>
              </a:ext>
            </a:extLst>
          </p:cNvPr>
          <p:cNvPicPr>
            <a:picLocks noChangeAspect="1"/>
          </p:cNvPicPr>
          <p:nvPr/>
        </p:nvPicPr>
        <p:blipFill>
          <a:blip r:embed="rId3"/>
          <a:stretch>
            <a:fillRect/>
          </a:stretch>
        </p:blipFill>
        <p:spPr>
          <a:xfrm>
            <a:off x="3470135" y="3887722"/>
            <a:ext cx="917762" cy="557213"/>
          </a:xfrm>
          <a:prstGeom prst="rect">
            <a:avLst/>
          </a:prstGeom>
        </p:spPr>
      </p:pic>
      <p:pic>
        <p:nvPicPr>
          <p:cNvPr id="21" name="Picture 20">
            <a:extLst>
              <a:ext uri="{FF2B5EF4-FFF2-40B4-BE49-F238E27FC236}">
                <a16:creationId xmlns:a16="http://schemas.microsoft.com/office/drawing/2014/main" id="{41979B72-FD22-CC43-AF41-3ADADA6FC54A}"/>
              </a:ext>
            </a:extLst>
          </p:cNvPr>
          <p:cNvPicPr>
            <a:picLocks noChangeAspect="1"/>
          </p:cNvPicPr>
          <p:nvPr/>
        </p:nvPicPr>
        <p:blipFill>
          <a:blip r:embed="rId4"/>
          <a:stretch>
            <a:fillRect/>
          </a:stretch>
        </p:blipFill>
        <p:spPr>
          <a:xfrm>
            <a:off x="1969634" y="3745370"/>
            <a:ext cx="552764" cy="742601"/>
          </a:xfrm>
          <a:prstGeom prst="rect">
            <a:avLst/>
          </a:prstGeom>
        </p:spPr>
      </p:pic>
      <p:pic>
        <p:nvPicPr>
          <p:cNvPr id="22" name="Picture 21">
            <a:extLst>
              <a:ext uri="{FF2B5EF4-FFF2-40B4-BE49-F238E27FC236}">
                <a16:creationId xmlns:a16="http://schemas.microsoft.com/office/drawing/2014/main" id="{F5AC891A-9778-4942-8C0D-E4E57DB8160C}"/>
              </a:ext>
            </a:extLst>
          </p:cNvPr>
          <p:cNvPicPr>
            <a:picLocks noChangeAspect="1"/>
          </p:cNvPicPr>
          <p:nvPr/>
        </p:nvPicPr>
        <p:blipFill>
          <a:blip r:embed="rId5"/>
          <a:stretch>
            <a:fillRect/>
          </a:stretch>
        </p:blipFill>
        <p:spPr>
          <a:xfrm>
            <a:off x="2670364" y="3786867"/>
            <a:ext cx="799772" cy="659606"/>
          </a:xfrm>
          <a:prstGeom prst="rect">
            <a:avLst/>
          </a:prstGeom>
        </p:spPr>
      </p:pic>
      <p:cxnSp>
        <p:nvCxnSpPr>
          <p:cNvPr id="24" name="Elbow Connector 23">
            <a:extLst>
              <a:ext uri="{FF2B5EF4-FFF2-40B4-BE49-F238E27FC236}">
                <a16:creationId xmlns:a16="http://schemas.microsoft.com/office/drawing/2014/main" id="{7AE5794F-593B-D443-BDB8-3C3D32D92C06}"/>
              </a:ext>
            </a:extLst>
          </p:cNvPr>
          <p:cNvCxnSpPr>
            <a:stCxn id="17" idx="0"/>
            <a:endCxn id="6" idx="2"/>
          </p:cNvCxnSpPr>
          <p:nvPr/>
        </p:nvCxnSpPr>
        <p:spPr>
          <a:xfrm rot="5400000" flipH="1" flipV="1">
            <a:off x="2019145" y="2689112"/>
            <a:ext cx="496985" cy="1924050"/>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Elbow Connector 25">
            <a:extLst>
              <a:ext uri="{FF2B5EF4-FFF2-40B4-BE49-F238E27FC236}">
                <a16:creationId xmlns:a16="http://schemas.microsoft.com/office/drawing/2014/main" id="{6E45CCD9-9139-A64F-999F-A8AC5399B704}"/>
              </a:ext>
            </a:extLst>
          </p:cNvPr>
          <p:cNvCxnSpPr>
            <a:cxnSpLocks/>
            <a:stCxn id="21" idx="0"/>
            <a:endCxn id="5" idx="2"/>
          </p:cNvCxnSpPr>
          <p:nvPr/>
        </p:nvCxnSpPr>
        <p:spPr>
          <a:xfrm rot="5400000" flipH="1" flipV="1">
            <a:off x="2592496" y="3103441"/>
            <a:ext cx="295449" cy="988409"/>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 name="Elbow Connector 30">
            <a:extLst>
              <a:ext uri="{FF2B5EF4-FFF2-40B4-BE49-F238E27FC236}">
                <a16:creationId xmlns:a16="http://schemas.microsoft.com/office/drawing/2014/main" id="{5E424034-E49B-EA4A-A166-E420B53AD9AF}"/>
              </a:ext>
            </a:extLst>
          </p:cNvPr>
          <p:cNvCxnSpPr>
            <a:stCxn id="22" idx="0"/>
            <a:endCxn id="5" idx="2"/>
          </p:cNvCxnSpPr>
          <p:nvPr/>
        </p:nvCxnSpPr>
        <p:spPr>
          <a:xfrm rot="5400000" flipH="1" flipV="1">
            <a:off x="2983865" y="3536306"/>
            <a:ext cx="336946" cy="164175"/>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3" name="Elbow Connector 32">
            <a:extLst>
              <a:ext uri="{FF2B5EF4-FFF2-40B4-BE49-F238E27FC236}">
                <a16:creationId xmlns:a16="http://schemas.microsoft.com/office/drawing/2014/main" id="{2752D044-4D2C-6F43-8A81-B19211C28A02}"/>
              </a:ext>
            </a:extLst>
          </p:cNvPr>
          <p:cNvCxnSpPr>
            <a:stCxn id="20" idx="0"/>
            <a:endCxn id="5" idx="2"/>
          </p:cNvCxnSpPr>
          <p:nvPr/>
        </p:nvCxnSpPr>
        <p:spPr>
          <a:xfrm rot="16200000" flipV="1">
            <a:off x="3362819" y="3321526"/>
            <a:ext cx="437802" cy="694592"/>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pic>
        <p:nvPicPr>
          <p:cNvPr id="34" name="Picture 33">
            <a:extLst>
              <a:ext uri="{FF2B5EF4-FFF2-40B4-BE49-F238E27FC236}">
                <a16:creationId xmlns:a16="http://schemas.microsoft.com/office/drawing/2014/main" id="{3317F330-8FA0-8344-BD38-87D62D08B71B}"/>
              </a:ext>
            </a:extLst>
          </p:cNvPr>
          <p:cNvPicPr>
            <a:picLocks noChangeAspect="1"/>
          </p:cNvPicPr>
          <p:nvPr/>
        </p:nvPicPr>
        <p:blipFill>
          <a:blip r:embed="rId5"/>
          <a:stretch>
            <a:fillRect/>
          </a:stretch>
        </p:blipFill>
        <p:spPr>
          <a:xfrm>
            <a:off x="5420413" y="1140802"/>
            <a:ext cx="799772" cy="659606"/>
          </a:xfrm>
          <a:prstGeom prst="rect">
            <a:avLst/>
          </a:prstGeom>
        </p:spPr>
      </p:pic>
      <p:pic>
        <p:nvPicPr>
          <p:cNvPr id="35" name="Picture 34">
            <a:extLst>
              <a:ext uri="{FF2B5EF4-FFF2-40B4-BE49-F238E27FC236}">
                <a16:creationId xmlns:a16="http://schemas.microsoft.com/office/drawing/2014/main" id="{D522DA83-FD59-D04B-A3B8-D471416E1C59}"/>
              </a:ext>
            </a:extLst>
          </p:cNvPr>
          <p:cNvPicPr>
            <a:picLocks noChangeAspect="1"/>
          </p:cNvPicPr>
          <p:nvPr/>
        </p:nvPicPr>
        <p:blipFill>
          <a:blip r:embed="rId4"/>
          <a:stretch>
            <a:fillRect/>
          </a:stretch>
        </p:blipFill>
        <p:spPr>
          <a:xfrm>
            <a:off x="7160433" y="1038235"/>
            <a:ext cx="552764" cy="742601"/>
          </a:xfrm>
          <a:prstGeom prst="rect">
            <a:avLst/>
          </a:prstGeom>
        </p:spPr>
      </p:pic>
      <p:cxnSp>
        <p:nvCxnSpPr>
          <p:cNvPr id="38" name="Elbow Connector 37">
            <a:extLst>
              <a:ext uri="{FF2B5EF4-FFF2-40B4-BE49-F238E27FC236}">
                <a16:creationId xmlns:a16="http://schemas.microsoft.com/office/drawing/2014/main" id="{5597EA59-91AD-5D47-AC8D-E4D04D634611}"/>
              </a:ext>
            </a:extLst>
          </p:cNvPr>
          <p:cNvCxnSpPr>
            <a:stCxn id="7" idx="0"/>
            <a:endCxn id="34" idx="2"/>
          </p:cNvCxnSpPr>
          <p:nvPr/>
        </p:nvCxnSpPr>
        <p:spPr>
          <a:xfrm rot="16200000" flipV="1">
            <a:off x="6050518" y="1570189"/>
            <a:ext cx="201713" cy="662151"/>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0" name="Elbow Connector 39">
            <a:extLst>
              <a:ext uri="{FF2B5EF4-FFF2-40B4-BE49-F238E27FC236}">
                <a16:creationId xmlns:a16="http://schemas.microsoft.com/office/drawing/2014/main" id="{2024A037-84E9-9F41-86AA-D185C7773D24}"/>
              </a:ext>
            </a:extLst>
          </p:cNvPr>
          <p:cNvCxnSpPr>
            <a:cxnSpLocks/>
            <a:stCxn id="7" idx="0"/>
            <a:endCxn id="27" idx="2"/>
          </p:cNvCxnSpPr>
          <p:nvPr/>
        </p:nvCxnSpPr>
        <p:spPr>
          <a:xfrm rot="5400000" flipH="1" flipV="1">
            <a:off x="6415613" y="1769805"/>
            <a:ext cx="299153" cy="165481"/>
          </a:xfrm>
          <a:prstGeom prst="bentConnector3">
            <a:avLst>
              <a:gd name="adj1" fmla="val 33456"/>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2" name="Elbow Connector 41">
            <a:extLst>
              <a:ext uri="{FF2B5EF4-FFF2-40B4-BE49-F238E27FC236}">
                <a16:creationId xmlns:a16="http://schemas.microsoft.com/office/drawing/2014/main" id="{B454CC9D-6EE3-FB46-9A6C-DEFB24D9553F}"/>
              </a:ext>
            </a:extLst>
          </p:cNvPr>
          <p:cNvCxnSpPr>
            <a:cxnSpLocks/>
            <a:stCxn id="7" idx="0"/>
            <a:endCxn id="35" idx="2"/>
          </p:cNvCxnSpPr>
          <p:nvPr/>
        </p:nvCxnSpPr>
        <p:spPr>
          <a:xfrm rot="5400000" flipH="1" flipV="1">
            <a:off x="6848990" y="1414297"/>
            <a:ext cx="221285" cy="954365"/>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pic>
        <p:nvPicPr>
          <p:cNvPr id="27" name="Picture 26">
            <a:extLst>
              <a:ext uri="{FF2B5EF4-FFF2-40B4-BE49-F238E27FC236}">
                <a16:creationId xmlns:a16="http://schemas.microsoft.com/office/drawing/2014/main" id="{7B2F337F-E33A-7840-AAF1-989340168E21}"/>
              </a:ext>
            </a:extLst>
          </p:cNvPr>
          <p:cNvPicPr>
            <a:picLocks noChangeAspect="1"/>
          </p:cNvPicPr>
          <p:nvPr/>
        </p:nvPicPr>
        <p:blipFill>
          <a:blip r:embed="rId3"/>
          <a:stretch>
            <a:fillRect/>
          </a:stretch>
        </p:blipFill>
        <p:spPr>
          <a:xfrm>
            <a:off x="6189049" y="1145755"/>
            <a:ext cx="917762" cy="557213"/>
          </a:xfrm>
          <a:prstGeom prst="rect">
            <a:avLst/>
          </a:prstGeom>
        </p:spPr>
      </p:pic>
      <p:sp>
        <p:nvSpPr>
          <p:cNvPr id="15" name="Rectangle 14">
            <a:extLst>
              <a:ext uri="{FF2B5EF4-FFF2-40B4-BE49-F238E27FC236}">
                <a16:creationId xmlns:a16="http://schemas.microsoft.com/office/drawing/2014/main" id="{E5C5564F-7798-2947-9D1E-39937078BBCA}"/>
              </a:ext>
            </a:extLst>
          </p:cNvPr>
          <p:cNvSpPr/>
          <p:nvPr/>
        </p:nvSpPr>
        <p:spPr>
          <a:xfrm>
            <a:off x="246186" y="948536"/>
            <a:ext cx="4389535" cy="584775"/>
          </a:xfrm>
          <a:prstGeom prst="rect">
            <a:avLst/>
          </a:prstGeom>
        </p:spPr>
        <p:txBody>
          <a:bodyPr wrap="none">
            <a:spAutoFit/>
          </a:bodyPr>
          <a:lstStyle/>
          <a:p>
            <a:pPr marL="214313" indent="-214313" defTabSz="685800" fontAlgn="auto">
              <a:spcBef>
                <a:spcPts val="0"/>
              </a:spcBef>
              <a:spcAft>
                <a:spcPts val="0"/>
              </a:spcAft>
              <a:buFont typeface="Arial" panose="020B0604020202020204" pitchFamily="34" charset="0"/>
              <a:buChar char="•"/>
            </a:pPr>
            <a:r>
              <a:rPr lang="en-US" sz="1600" dirty="0" err="1">
                <a:solidFill>
                  <a:prstClr val="black"/>
                </a:solidFill>
                <a:latin typeface="Calibri" panose="020F0502020204030204"/>
              </a:rPr>
              <a:t>Mô</a:t>
            </a:r>
            <a:r>
              <a:rPr lang="en-US" sz="1600" dirty="0">
                <a:solidFill>
                  <a:prstClr val="black"/>
                </a:solidFill>
                <a:latin typeface="Calibri" panose="020F0502020204030204"/>
              </a:rPr>
              <a:t> </a:t>
            </a:r>
            <a:r>
              <a:rPr lang="en-US" sz="1600" dirty="0" err="1">
                <a:solidFill>
                  <a:prstClr val="black"/>
                </a:solidFill>
                <a:latin typeface="Calibri" panose="020F0502020204030204"/>
              </a:rPr>
              <a:t>hình</a:t>
            </a:r>
            <a:r>
              <a:rPr lang="en-US" sz="1600" dirty="0">
                <a:solidFill>
                  <a:prstClr val="black"/>
                </a:solidFill>
                <a:latin typeface="Calibri" panose="020F0502020204030204"/>
              </a:rPr>
              <a:t> </a:t>
            </a:r>
            <a:r>
              <a:rPr lang="en-US" sz="1600" dirty="0" err="1">
                <a:solidFill>
                  <a:prstClr val="black"/>
                </a:solidFill>
                <a:latin typeface="Calibri" panose="020F0502020204030204"/>
              </a:rPr>
              <a:t>kích</a:t>
            </a:r>
            <a:r>
              <a:rPr lang="en-US" sz="1600" dirty="0">
                <a:solidFill>
                  <a:prstClr val="black"/>
                </a:solidFill>
                <a:latin typeface="Calibri" panose="020F0502020204030204"/>
              </a:rPr>
              <a:t> </a:t>
            </a:r>
            <a:r>
              <a:rPr lang="en-US" sz="1600" dirty="0" err="1">
                <a:solidFill>
                  <a:prstClr val="black"/>
                </a:solidFill>
                <a:latin typeface="Calibri" panose="020F0502020204030204"/>
              </a:rPr>
              <a:t>thước</a:t>
            </a:r>
            <a:r>
              <a:rPr lang="en-US" sz="1600" dirty="0">
                <a:solidFill>
                  <a:prstClr val="black"/>
                </a:solidFill>
                <a:latin typeface="Calibri" panose="020F0502020204030204"/>
              </a:rPr>
              <a:t> </a:t>
            </a:r>
            <a:r>
              <a:rPr lang="en-US" sz="1600" dirty="0" err="1">
                <a:solidFill>
                  <a:prstClr val="black"/>
                </a:solidFill>
                <a:latin typeface="Calibri" panose="020F0502020204030204"/>
              </a:rPr>
              <a:t>rất</a:t>
            </a:r>
            <a:r>
              <a:rPr lang="en-US" sz="1600" dirty="0">
                <a:solidFill>
                  <a:prstClr val="black"/>
                </a:solidFill>
                <a:latin typeface="Calibri" panose="020F0502020204030204"/>
              </a:rPr>
              <a:t> </a:t>
            </a:r>
            <a:r>
              <a:rPr lang="en-US" sz="1600" dirty="0" err="1">
                <a:solidFill>
                  <a:prstClr val="black"/>
                </a:solidFill>
                <a:latin typeface="Calibri" panose="020F0502020204030204"/>
              </a:rPr>
              <a:t>lớn</a:t>
            </a:r>
            <a:endParaRPr lang="en-US" sz="1600" dirty="0">
              <a:solidFill>
                <a:prstClr val="black"/>
              </a:solidFill>
              <a:latin typeface="Calibri" panose="020F0502020204030204"/>
            </a:endParaRPr>
          </a:p>
          <a:p>
            <a:pPr marL="214313" indent="-214313" defTabSz="685800" fontAlgn="auto">
              <a:spcBef>
                <a:spcPts val="0"/>
              </a:spcBef>
              <a:spcAft>
                <a:spcPts val="0"/>
              </a:spcAft>
              <a:buFont typeface="Arial" panose="020B0604020202020204" pitchFamily="34" charset="0"/>
              <a:buChar char="•"/>
            </a:pPr>
            <a:r>
              <a:rPr lang="en-US" sz="1600" dirty="0" err="1">
                <a:solidFill>
                  <a:prstClr val="black"/>
                </a:solidFill>
                <a:latin typeface="Calibri" panose="020F0502020204030204"/>
              </a:rPr>
              <a:t>Huấn</a:t>
            </a:r>
            <a:r>
              <a:rPr lang="en-US" sz="1600" dirty="0">
                <a:solidFill>
                  <a:prstClr val="black"/>
                </a:solidFill>
                <a:latin typeface="Calibri" panose="020F0502020204030204"/>
              </a:rPr>
              <a:t> </a:t>
            </a:r>
            <a:r>
              <a:rPr lang="en-US" sz="1600" dirty="0" err="1">
                <a:solidFill>
                  <a:prstClr val="black"/>
                </a:solidFill>
                <a:latin typeface="Calibri" panose="020F0502020204030204"/>
              </a:rPr>
              <a:t>luyện</a:t>
            </a:r>
            <a:r>
              <a:rPr lang="en-US" sz="1600" dirty="0">
                <a:solidFill>
                  <a:prstClr val="black"/>
                </a:solidFill>
                <a:latin typeface="Calibri" panose="020F0502020204030204"/>
              </a:rPr>
              <a:t> </a:t>
            </a:r>
            <a:r>
              <a:rPr lang="en-US" sz="1600" dirty="0" err="1">
                <a:solidFill>
                  <a:prstClr val="black"/>
                </a:solidFill>
                <a:latin typeface="Calibri" panose="020F0502020204030204"/>
              </a:rPr>
              <a:t>trên</a:t>
            </a:r>
            <a:r>
              <a:rPr lang="en-US" sz="1600" dirty="0">
                <a:solidFill>
                  <a:prstClr val="black"/>
                </a:solidFill>
                <a:latin typeface="Calibri" panose="020F0502020204030204"/>
              </a:rPr>
              <a:t> </a:t>
            </a:r>
            <a:r>
              <a:rPr lang="en-US" sz="1600" dirty="0" err="1">
                <a:solidFill>
                  <a:prstClr val="black"/>
                </a:solidFill>
                <a:latin typeface="Calibri" panose="020F0502020204030204"/>
              </a:rPr>
              <a:t>dữ</a:t>
            </a:r>
            <a:r>
              <a:rPr lang="en-US" sz="1600" dirty="0">
                <a:solidFill>
                  <a:prstClr val="black"/>
                </a:solidFill>
                <a:latin typeface="Calibri" panose="020F0502020204030204"/>
              </a:rPr>
              <a:t> </a:t>
            </a:r>
            <a:r>
              <a:rPr lang="en-US" sz="1600" dirty="0" err="1">
                <a:solidFill>
                  <a:prstClr val="black"/>
                </a:solidFill>
                <a:latin typeface="Calibri" panose="020F0502020204030204"/>
              </a:rPr>
              <a:t>liệu</a:t>
            </a:r>
            <a:r>
              <a:rPr lang="en-US" sz="1600" dirty="0">
                <a:solidFill>
                  <a:prstClr val="black"/>
                </a:solidFill>
                <a:latin typeface="Calibri" panose="020F0502020204030204"/>
              </a:rPr>
              <a:t> </a:t>
            </a:r>
            <a:r>
              <a:rPr lang="en-US" sz="1600" dirty="0" err="1">
                <a:solidFill>
                  <a:prstClr val="black"/>
                </a:solidFill>
                <a:latin typeface="Calibri" panose="020F0502020204030204"/>
              </a:rPr>
              <a:t>rất</a:t>
            </a:r>
            <a:r>
              <a:rPr lang="en-US" sz="1600" dirty="0">
                <a:solidFill>
                  <a:prstClr val="black"/>
                </a:solidFill>
                <a:latin typeface="Calibri" panose="020F0502020204030204"/>
              </a:rPr>
              <a:t> </a:t>
            </a:r>
            <a:r>
              <a:rPr lang="en-US" sz="1600" dirty="0" err="1">
                <a:solidFill>
                  <a:prstClr val="black"/>
                </a:solidFill>
                <a:latin typeface="Calibri" panose="020F0502020204030204"/>
              </a:rPr>
              <a:t>lớn</a:t>
            </a:r>
            <a:r>
              <a:rPr lang="en-US" sz="1600" dirty="0">
                <a:solidFill>
                  <a:prstClr val="black"/>
                </a:solidFill>
                <a:latin typeface="Calibri" panose="020F0502020204030204"/>
              </a:rPr>
              <a:t>, </a:t>
            </a:r>
            <a:r>
              <a:rPr lang="en-US" sz="1600" dirty="0" err="1">
                <a:solidFill>
                  <a:prstClr val="black"/>
                </a:solidFill>
                <a:latin typeface="Calibri" panose="020F0502020204030204"/>
              </a:rPr>
              <a:t>đa</a:t>
            </a:r>
            <a:r>
              <a:rPr lang="en-US" sz="1600" dirty="0">
                <a:solidFill>
                  <a:prstClr val="black"/>
                </a:solidFill>
                <a:latin typeface="Calibri" panose="020F0502020204030204"/>
              </a:rPr>
              <a:t> </a:t>
            </a:r>
            <a:r>
              <a:rPr lang="en-US" sz="1600" dirty="0" err="1">
                <a:solidFill>
                  <a:prstClr val="black"/>
                </a:solidFill>
                <a:latin typeface="Calibri" panose="020F0502020204030204"/>
              </a:rPr>
              <a:t>phương</a:t>
            </a:r>
            <a:r>
              <a:rPr lang="en-US" sz="1600" dirty="0">
                <a:solidFill>
                  <a:prstClr val="black"/>
                </a:solidFill>
                <a:latin typeface="Calibri" panose="020F0502020204030204"/>
              </a:rPr>
              <a:t> </a:t>
            </a:r>
            <a:r>
              <a:rPr lang="en-US" sz="1600" dirty="0" err="1">
                <a:solidFill>
                  <a:prstClr val="black"/>
                </a:solidFill>
                <a:latin typeface="Calibri" panose="020F0502020204030204"/>
              </a:rPr>
              <a:t>diện</a:t>
            </a:r>
            <a:endParaRPr lang="en-US" sz="1600" dirty="0">
              <a:solidFill>
                <a:prstClr val="black"/>
              </a:solidFill>
              <a:latin typeface="Calibri" panose="020F0502020204030204"/>
            </a:endParaRPr>
          </a:p>
        </p:txBody>
      </p:sp>
      <p:sp>
        <p:nvSpPr>
          <p:cNvPr id="8" name="Slide Number Placeholder 7">
            <a:extLst>
              <a:ext uri="{FF2B5EF4-FFF2-40B4-BE49-F238E27FC236}">
                <a16:creationId xmlns:a16="http://schemas.microsoft.com/office/drawing/2014/main" id="{E0027D69-E630-914F-B43C-2F49F06DB60C}"/>
              </a:ext>
            </a:extLst>
          </p:cNvPr>
          <p:cNvSpPr>
            <a:spLocks noGrp="1"/>
          </p:cNvSpPr>
          <p:nvPr>
            <p:ph type="sldNum" idx="12"/>
          </p:nvPr>
        </p:nvSpPr>
        <p:spPr/>
        <p:txBody>
          <a:bodyPr/>
          <a:lstStyle/>
          <a:p>
            <a:pPr defTabSz="685800" fontAlgn="auto"/>
            <a:fld id="{00000000-1234-1234-1234-123412341234}" type="slidenum">
              <a:rPr lang="en-US"/>
              <a:pPr defTabSz="685800" fontAlgn="auto"/>
              <a:t>34</a:t>
            </a:fld>
            <a:endParaRPr lang="en-US"/>
          </a:p>
        </p:txBody>
      </p:sp>
    </p:spTree>
    <p:extLst>
      <p:ext uri="{BB962C8B-B14F-4D97-AF65-F5344CB8AC3E}">
        <p14:creationId xmlns:p14="http://schemas.microsoft.com/office/powerpoint/2010/main" val="270422471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3027CF-7D26-FB5D-4236-F1B040D03DA5}"/>
              </a:ext>
            </a:extLst>
          </p:cNvPr>
          <p:cNvSpPr>
            <a:spLocks noGrp="1"/>
          </p:cNvSpPr>
          <p:nvPr>
            <p:ph type="title"/>
          </p:nvPr>
        </p:nvSpPr>
        <p:spPr/>
        <p:txBody>
          <a:bodyPr/>
          <a:lstStyle/>
          <a:p>
            <a:endParaRPr lang="en-US"/>
          </a:p>
        </p:txBody>
      </p:sp>
      <p:sp>
        <p:nvSpPr>
          <p:cNvPr id="7" name="Content Placeholder 6">
            <a:extLst>
              <a:ext uri="{FF2B5EF4-FFF2-40B4-BE49-F238E27FC236}">
                <a16:creationId xmlns:a16="http://schemas.microsoft.com/office/drawing/2014/main" id="{9AB4308F-743F-74B5-1A1B-4B84F386F62E}"/>
              </a:ext>
            </a:extLst>
          </p:cNvPr>
          <p:cNvSpPr>
            <a:spLocks noGrp="1"/>
          </p:cNvSpPr>
          <p:nvPr>
            <p:ph idx="1"/>
          </p:nvPr>
        </p:nvSpPr>
        <p:spPr/>
        <p:txBody>
          <a:bodyPr/>
          <a:lstStyle/>
          <a:p>
            <a:endParaRPr lang="en-US"/>
          </a:p>
        </p:txBody>
      </p:sp>
      <p:pic>
        <p:nvPicPr>
          <p:cNvPr id="9" name="Picture 8">
            <a:extLst>
              <a:ext uri="{FF2B5EF4-FFF2-40B4-BE49-F238E27FC236}">
                <a16:creationId xmlns:a16="http://schemas.microsoft.com/office/drawing/2014/main" id="{A346D91A-574C-FAF8-F755-96897D25A2CE}"/>
              </a:ext>
            </a:extLst>
          </p:cNvPr>
          <p:cNvPicPr>
            <a:picLocks noChangeAspect="1"/>
          </p:cNvPicPr>
          <p:nvPr/>
        </p:nvPicPr>
        <p:blipFill>
          <a:blip r:embed="rId2"/>
          <a:stretch>
            <a:fillRect/>
          </a:stretch>
        </p:blipFill>
        <p:spPr>
          <a:xfrm>
            <a:off x="0" y="0"/>
            <a:ext cx="9144000" cy="5143500"/>
          </a:xfrm>
          <a:prstGeom prst="rect">
            <a:avLst/>
          </a:prstGeom>
        </p:spPr>
      </p:pic>
    </p:spTree>
    <p:extLst>
      <p:ext uri="{BB962C8B-B14F-4D97-AF65-F5344CB8AC3E}">
        <p14:creationId xmlns:p14="http://schemas.microsoft.com/office/powerpoint/2010/main" val="99894615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9202BB-F569-5143-955A-89DDD03E5DAC}"/>
              </a:ext>
            </a:extLst>
          </p:cNvPr>
          <p:cNvSpPr>
            <a:spLocks noGrp="1"/>
          </p:cNvSpPr>
          <p:nvPr>
            <p:ph type="title"/>
          </p:nvPr>
        </p:nvSpPr>
        <p:spPr/>
        <p:txBody>
          <a:bodyPr/>
          <a:lstStyle/>
          <a:p>
            <a:r>
              <a:rPr lang="en-US" dirty="0"/>
              <a:t>AI </a:t>
            </a:r>
            <a:r>
              <a:rPr lang="en-US" dirty="0" err="1"/>
              <a:t>tạo</a:t>
            </a:r>
            <a:r>
              <a:rPr lang="en-US" dirty="0"/>
              <a:t> </a:t>
            </a:r>
            <a:r>
              <a:rPr lang="en-US" dirty="0" err="1"/>
              <a:t>sinh</a:t>
            </a:r>
            <a:r>
              <a:rPr lang="en-US" dirty="0"/>
              <a:t> (Dense prediction)</a:t>
            </a:r>
          </a:p>
        </p:txBody>
      </p:sp>
      <p:sp>
        <p:nvSpPr>
          <p:cNvPr id="3" name="Content Placeholder 2">
            <a:extLst>
              <a:ext uri="{FF2B5EF4-FFF2-40B4-BE49-F238E27FC236}">
                <a16:creationId xmlns:a16="http://schemas.microsoft.com/office/drawing/2014/main" id="{3948E93E-700E-6442-BE52-E39665504AA4}"/>
              </a:ext>
            </a:extLst>
          </p:cNvPr>
          <p:cNvSpPr>
            <a:spLocks noGrp="1"/>
          </p:cNvSpPr>
          <p:nvPr>
            <p:ph idx="1"/>
          </p:nvPr>
        </p:nvSpPr>
        <p:spPr/>
        <p:txBody>
          <a:bodyPr/>
          <a:lstStyle/>
          <a:p>
            <a:pPr marL="342900" indent="-342900">
              <a:buFont typeface="Arial" panose="020B0604020202020204" pitchFamily="34" charset="0"/>
              <a:buChar char="•"/>
            </a:pPr>
            <a:r>
              <a:rPr lang="en-US" i="1" dirty="0"/>
              <a:t>Image-to-image translation</a:t>
            </a:r>
            <a:endParaRPr lang="en-US" dirty="0"/>
          </a:p>
        </p:txBody>
      </p:sp>
      <p:pic>
        <p:nvPicPr>
          <p:cNvPr id="4" name="Picture 3" descr="Screen Shot 2018-04-25 at 2.05.25 PM.png">
            <a:extLst>
              <a:ext uri="{FF2B5EF4-FFF2-40B4-BE49-F238E27FC236}">
                <a16:creationId xmlns:a16="http://schemas.microsoft.com/office/drawing/2014/main" id="{097FF6AA-5724-0A48-AE79-11A7C6B76CC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3431" y="1314450"/>
            <a:ext cx="8757137" cy="3257550"/>
          </a:xfrm>
          <a:prstGeom prst="rect">
            <a:avLst/>
          </a:prstGeom>
        </p:spPr>
      </p:pic>
    </p:spTree>
    <p:extLst>
      <p:ext uri="{BB962C8B-B14F-4D97-AF65-F5344CB8AC3E}">
        <p14:creationId xmlns:p14="http://schemas.microsoft.com/office/powerpoint/2010/main" val="410499860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95231E-47FA-E4E7-208E-2CEB81064700}"/>
              </a:ext>
            </a:extLst>
          </p:cNvPr>
          <p:cNvSpPr>
            <a:spLocks noGrp="1"/>
          </p:cNvSpPr>
          <p:nvPr>
            <p:ph type="title"/>
          </p:nvPr>
        </p:nvSpPr>
        <p:spPr/>
        <p:txBody>
          <a:bodyPr/>
          <a:lstStyle/>
          <a:p>
            <a:r>
              <a:rPr lang="en-US" b="1" dirty="0" err="1"/>
              <a:t>Tồn</a:t>
            </a:r>
            <a:r>
              <a:rPr lang="en-US" b="1" dirty="0"/>
              <a:t> </a:t>
            </a:r>
            <a:r>
              <a:rPr lang="en-US" b="1" dirty="0" err="1"/>
              <a:t>tại</a:t>
            </a:r>
            <a:endParaRPr lang="en-US" dirty="0"/>
          </a:p>
        </p:txBody>
      </p:sp>
      <p:sp>
        <p:nvSpPr>
          <p:cNvPr id="3" name="Content Placeholder 2">
            <a:extLst>
              <a:ext uri="{FF2B5EF4-FFF2-40B4-BE49-F238E27FC236}">
                <a16:creationId xmlns:a16="http://schemas.microsoft.com/office/drawing/2014/main" id="{65403F45-9458-21E8-9F18-ED9810780BBE}"/>
              </a:ext>
            </a:extLst>
          </p:cNvPr>
          <p:cNvSpPr>
            <a:spLocks noGrp="1"/>
          </p:cNvSpPr>
          <p:nvPr>
            <p:ph idx="1"/>
          </p:nvPr>
        </p:nvSpPr>
        <p:spPr/>
        <p:txBody>
          <a:bodyPr/>
          <a:lstStyle/>
          <a:p>
            <a:pPr marL="0" indent="0">
              <a:buNone/>
            </a:pPr>
            <a:r>
              <a:rPr lang="en-US" sz="2800" b="1" dirty="0"/>
              <a:t>Moravec's paradox:</a:t>
            </a:r>
            <a:endParaRPr lang="en-US" sz="2800" dirty="0"/>
          </a:p>
          <a:p>
            <a:pPr marL="300031" lvl="1" indent="0">
              <a:buNone/>
            </a:pPr>
            <a:r>
              <a:rPr lang="en-US" sz="2400" dirty="0"/>
              <a:t>Moravec wrote in 1988: "it is comparatively easy to make computers exhibit adult level performance on intelligence tests or playing checkers, and difficult or impossible to give them the skills of a one-year-old when it comes to perception and mobility".</a:t>
            </a:r>
          </a:p>
        </p:txBody>
      </p:sp>
    </p:spTree>
    <p:extLst>
      <p:ext uri="{BB962C8B-B14F-4D97-AF65-F5344CB8AC3E}">
        <p14:creationId xmlns:p14="http://schemas.microsoft.com/office/powerpoint/2010/main" val="395367955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AED7D0A1-5BCD-5259-2DA0-728A2835E8D4}"/>
              </a:ext>
            </a:extLst>
          </p:cNvPr>
          <p:cNvSpPr>
            <a:spLocks noGrp="1"/>
          </p:cNvSpPr>
          <p:nvPr>
            <p:ph type="title"/>
          </p:nvPr>
        </p:nvSpPr>
        <p:spPr/>
        <p:txBody>
          <a:bodyPr/>
          <a:lstStyle/>
          <a:p>
            <a:r>
              <a:rPr lang="en-US" dirty="0"/>
              <a:t>AI </a:t>
            </a:r>
            <a:r>
              <a:rPr lang="en-US" dirty="0" err="1"/>
              <a:t>và</a:t>
            </a:r>
            <a:r>
              <a:rPr lang="en-US" dirty="0"/>
              <a:t> </a:t>
            </a:r>
            <a:r>
              <a:rPr lang="en-US" dirty="0" err="1"/>
              <a:t>vấn</a:t>
            </a:r>
            <a:r>
              <a:rPr lang="en-US" dirty="0"/>
              <a:t> </a:t>
            </a:r>
            <a:r>
              <a:rPr lang="en-US" dirty="0" err="1"/>
              <a:t>đề</a:t>
            </a:r>
            <a:r>
              <a:rPr lang="en-US" dirty="0"/>
              <a:t> </a:t>
            </a:r>
            <a:r>
              <a:rPr lang="en-US" dirty="0" err="1"/>
              <a:t>đạo</a:t>
            </a:r>
            <a:r>
              <a:rPr lang="en-US" dirty="0"/>
              <a:t> </a:t>
            </a:r>
            <a:r>
              <a:rPr lang="en-US" dirty="0" err="1"/>
              <a:t>đức</a:t>
            </a:r>
            <a:endParaRPr lang="vi-VN" dirty="0"/>
          </a:p>
        </p:txBody>
      </p:sp>
      <p:sp>
        <p:nvSpPr>
          <p:cNvPr id="3" name="Chỗ dành sẵn cho Nội dung 2">
            <a:extLst>
              <a:ext uri="{FF2B5EF4-FFF2-40B4-BE49-F238E27FC236}">
                <a16:creationId xmlns:a16="http://schemas.microsoft.com/office/drawing/2014/main" id="{B2FA4F4E-940D-A91D-FAE8-B6329144F922}"/>
              </a:ext>
            </a:extLst>
          </p:cNvPr>
          <p:cNvSpPr>
            <a:spLocks noGrp="1"/>
          </p:cNvSpPr>
          <p:nvPr>
            <p:ph idx="1"/>
          </p:nvPr>
        </p:nvSpPr>
        <p:spPr/>
        <p:txBody>
          <a:bodyPr/>
          <a:lstStyle/>
          <a:p>
            <a:r>
              <a:rPr lang="en-US" dirty="0"/>
              <a:t>An </a:t>
            </a:r>
            <a:r>
              <a:rPr lang="en-US" dirty="0" err="1"/>
              <a:t>toàn</a:t>
            </a:r>
            <a:r>
              <a:rPr lang="en-US" dirty="0"/>
              <a:t> </a:t>
            </a:r>
            <a:r>
              <a:rPr lang="en-US" dirty="0" err="1"/>
              <a:t>và</a:t>
            </a:r>
            <a:r>
              <a:rPr lang="en-US" dirty="0"/>
              <a:t> </a:t>
            </a:r>
            <a:r>
              <a:rPr lang="en-US" dirty="0" err="1"/>
              <a:t>trách</a:t>
            </a:r>
            <a:r>
              <a:rPr lang="en-US" dirty="0"/>
              <a:t> </a:t>
            </a:r>
            <a:r>
              <a:rPr lang="en-US" dirty="0" err="1"/>
              <a:t>nhiệm</a:t>
            </a:r>
            <a:endParaRPr lang="en-US" dirty="0"/>
          </a:p>
          <a:p>
            <a:r>
              <a:rPr lang="en-US" dirty="0"/>
              <a:t>Minh </a:t>
            </a:r>
            <a:r>
              <a:rPr lang="en-US" dirty="0" err="1"/>
              <a:t>bạch</a:t>
            </a:r>
            <a:r>
              <a:rPr lang="en-US" dirty="0"/>
              <a:t> </a:t>
            </a:r>
            <a:r>
              <a:rPr lang="en-US" dirty="0" err="1"/>
              <a:t>và</a:t>
            </a:r>
            <a:r>
              <a:rPr lang="en-US" dirty="0"/>
              <a:t> </a:t>
            </a:r>
            <a:r>
              <a:rPr lang="en-US" dirty="0" err="1"/>
              <a:t>khả</a:t>
            </a:r>
            <a:r>
              <a:rPr lang="en-US" dirty="0"/>
              <a:t> </a:t>
            </a:r>
            <a:r>
              <a:rPr lang="en-US" dirty="0" err="1"/>
              <a:t>năng</a:t>
            </a:r>
            <a:r>
              <a:rPr lang="en-US" dirty="0"/>
              <a:t> </a:t>
            </a:r>
            <a:r>
              <a:rPr lang="en-US" dirty="0" err="1"/>
              <a:t>giải</a:t>
            </a:r>
            <a:r>
              <a:rPr lang="en-US" dirty="0"/>
              <a:t> </a:t>
            </a:r>
            <a:r>
              <a:rPr lang="en-US" dirty="0" err="1"/>
              <a:t>thích</a:t>
            </a:r>
            <a:endParaRPr lang="en-US" dirty="0"/>
          </a:p>
          <a:p>
            <a:r>
              <a:rPr lang="en-US" dirty="0"/>
              <a:t>Công </a:t>
            </a:r>
            <a:r>
              <a:rPr lang="en-US" dirty="0" err="1"/>
              <a:t>bằng</a:t>
            </a:r>
            <a:r>
              <a:rPr lang="en-US" dirty="0"/>
              <a:t>, </a:t>
            </a:r>
            <a:r>
              <a:rPr lang="en-US" dirty="0" err="1"/>
              <a:t>không</a:t>
            </a:r>
            <a:r>
              <a:rPr lang="en-US" dirty="0"/>
              <a:t> </a:t>
            </a:r>
            <a:r>
              <a:rPr lang="en-US" dirty="0" err="1"/>
              <a:t>thiên</a:t>
            </a:r>
            <a:r>
              <a:rPr lang="en-US" dirty="0"/>
              <a:t> </a:t>
            </a:r>
            <a:r>
              <a:rPr lang="en-US" dirty="0" err="1"/>
              <a:t>vị</a:t>
            </a:r>
            <a:endParaRPr lang="en-US" dirty="0"/>
          </a:p>
          <a:p>
            <a:r>
              <a:rPr lang="en-US" dirty="0"/>
              <a:t>Quyền </a:t>
            </a:r>
            <a:r>
              <a:rPr lang="en-US" dirty="0" err="1"/>
              <a:t>riêng</a:t>
            </a:r>
            <a:r>
              <a:rPr lang="en-US" dirty="0"/>
              <a:t> </a:t>
            </a:r>
            <a:r>
              <a:rPr lang="en-US" dirty="0" err="1"/>
              <a:t>tư</a:t>
            </a:r>
            <a:r>
              <a:rPr lang="en-US" dirty="0"/>
              <a:t> </a:t>
            </a:r>
            <a:r>
              <a:rPr lang="en-US" dirty="0" err="1"/>
              <a:t>và</a:t>
            </a:r>
            <a:r>
              <a:rPr lang="en-US" dirty="0"/>
              <a:t> </a:t>
            </a:r>
            <a:r>
              <a:rPr lang="en-US" dirty="0" err="1"/>
              <a:t>bảo</a:t>
            </a:r>
            <a:r>
              <a:rPr lang="en-US" dirty="0"/>
              <a:t> </a:t>
            </a:r>
            <a:r>
              <a:rPr lang="en-US" dirty="0" err="1"/>
              <a:t>mật</a:t>
            </a:r>
            <a:endParaRPr lang="en-US" dirty="0"/>
          </a:p>
          <a:p>
            <a:r>
              <a:rPr lang="en-US" dirty="0" err="1"/>
              <a:t>Việc</a:t>
            </a:r>
            <a:r>
              <a:rPr lang="en-US" dirty="0"/>
              <a:t> </a:t>
            </a:r>
            <a:r>
              <a:rPr lang="en-US" dirty="0" err="1"/>
              <a:t>làm</a:t>
            </a:r>
            <a:r>
              <a:rPr lang="en-US" dirty="0"/>
              <a:t>, </a:t>
            </a:r>
            <a:r>
              <a:rPr lang="en-US" dirty="0" err="1"/>
              <a:t>tác</a:t>
            </a:r>
            <a:r>
              <a:rPr lang="en-US" dirty="0"/>
              <a:t> </a:t>
            </a:r>
            <a:r>
              <a:rPr lang="en-US" dirty="0" err="1"/>
              <a:t>động</a:t>
            </a:r>
            <a:r>
              <a:rPr lang="en-US" dirty="0"/>
              <a:t> </a:t>
            </a:r>
            <a:r>
              <a:rPr lang="en-US" dirty="0" err="1"/>
              <a:t>xã</a:t>
            </a:r>
            <a:r>
              <a:rPr lang="en-US" dirty="0"/>
              <a:t> </a:t>
            </a:r>
            <a:r>
              <a:rPr lang="en-US" dirty="0" err="1"/>
              <a:t>hội</a:t>
            </a:r>
            <a:endParaRPr lang="vi-VN" dirty="0"/>
          </a:p>
        </p:txBody>
      </p:sp>
    </p:spTree>
    <p:extLst>
      <p:ext uri="{BB962C8B-B14F-4D97-AF65-F5344CB8AC3E}">
        <p14:creationId xmlns:p14="http://schemas.microsoft.com/office/powerpoint/2010/main" val="284678051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E20B46D8-E677-66D4-0F46-F8AACF1B632B}"/>
              </a:ext>
            </a:extLst>
          </p:cNvPr>
          <p:cNvSpPr>
            <a:spLocks noGrp="1"/>
          </p:cNvSpPr>
          <p:nvPr>
            <p:ph type="title"/>
          </p:nvPr>
        </p:nvSpPr>
        <p:spPr/>
        <p:txBody>
          <a:bodyPr/>
          <a:lstStyle/>
          <a:p>
            <a:endParaRPr lang="vi-VN"/>
          </a:p>
        </p:txBody>
      </p:sp>
      <p:sp>
        <p:nvSpPr>
          <p:cNvPr id="3" name="Chỗ dành sẵn cho Nội dung 2">
            <a:extLst>
              <a:ext uri="{FF2B5EF4-FFF2-40B4-BE49-F238E27FC236}">
                <a16:creationId xmlns:a16="http://schemas.microsoft.com/office/drawing/2014/main" id="{09688B09-402A-0563-8B73-38A9986B8DB7}"/>
              </a:ext>
            </a:extLst>
          </p:cNvPr>
          <p:cNvSpPr>
            <a:spLocks noGrp="1"/>
          </p:cNvSpPr>
          <p:nvPr>
            <p:ph idx="1"/>
          </p:nvPr>
        </p:nvSpPr>
        <p:spPr/>
        <p:txBody>
          <a:bodyPr/>
          <a:lstStyle/>
          <a:p>
            <a:endParaRPr lang="vi-VN"/>
          </a:p>
        </p:txBody>
      </p:sp>
      <p:pic>
        <p:nvPicPr>
          <p:cNvPr id="5" name="Hình ảnh 4">
            <a:extLst>
              <a:ext uri="{FF2B5EF4-FFF2-40B4-BE49-F238E27FC236}">
                <a16:creationId xmlns:a16="http://schemas.microsoft.com/office/drawing/2014/main" id="{6F28A16E-943C-E009-51AC-47A7819869AD}"/>
              </a:ext>
            </a:extLst>
          </p:cNvPr>
          <p:cNvPicPr>
            <a:picLocks noChangeAspect="1"/>
          </p:cNvPicPr>
          <p:nvPr/>
        </p:nvPicPr>
        <p:blipFill>
          <a:blip r:embed="rId2"/>
          <a:stretch>
            <a:fillRect/>
          </a:stretch>
        </p:blipFill>
        <p:spPr>
          <a:xfrm>
            <a:off x="0" y="-1260"/>
            <a:ext cx="9144000" cy="5144759"/>
          </a:xfrm>
          <a:prstGeom prst="rect">
            <a:avLst/>
          </a:prstGeom>
        </p:spPr>
      </p:pic>
    </p:spTree>
    <p:extLst>
      <p:ext uri="{BB962C8B-B14F-4D97-AF65-F5344CB8AC3E}">
        <p14:creationId xmlns:p14="http://schemas.microsoft.com/office/powerpoint/2010/main" val="172681466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13C3D75A-3DD3-5EFE-ADB3-314BF03AB65E}"/>
              </a:ext>
            </a:extLst>
          </p:cNvPr>
          <p:cNvSpPr>
            <a:spLocks noGrp="1"/>
          </p:cNvSpPr>
          <p:nvPr>
            <p:ph type="title"/>
          </p:nvPr>
        </p:nvSpPr>
        <p:spPr/>
        <p:txBody>
          <a:bodyPr/>
          <a:lstStyle/>
          <a:p>
            <a:r>
              <a:rPr lang="en-US" dirty="0"/>
              <a:t>AI </a:t>
            </a:r>
            <a:r>
              <a:rPr lang="en-US" dirty="0" err="1"/>
              <a:t>và</a:t>
            </a:r>
            <a:r>
              <a:rPr lang="en-US" dirty="0"/>
              <a:t> </a:t>
            </a:r>
            <a:r>
              <a:rPr lang="en-US" dirty="0" err="1"/>
              <a:t>giải</a:t>
            </a:r>
            <a:r>
              <a:rPr lang="en-US" dirty="0"/>
              <a:t> </a:t>
            </a:r>
            <a:r>
              <a:rPr lang="en-US" dirty="0" err="1"/>
              <a:t>thưởng</a:t>
            </a:r>
            <a:r>
              <a:rPr lang="en-US" dirty="0"/>
              <a:t> Nobel</a:t>
            </a:r>
            <a:endParaRPr lang="vi-VN" dirty="0"/>
          </a:p>
        </p:txBody>
      </p:sp>
      <p:sp>
        <p:nvSpPr>
          <p:cNvPr id="3" name="Chỗ dành sẵn cho Nội dung 2">
            <a:extLst>
              <a:ext uri="{FF2B5EF4-FFF2-40B4-BE49-F238E27FC236}">
                <a16:creationId xmlns:a16="http://schemas.microsoft.com/office/drawing/2014/main" id="{73DC0431-D088-EA2D-2DD9-958F1E174ECB}"/>
              </a:ext>
            </a:extLst>
          </p:cNvPr>
          <p:cNvSpPr>
            <a:spLocks noGrp="1"/>
          </p:cNvSpPr>
          <p:nvPr>
            <p:ph idx="1"/>
          </p:nvPr>
        </p:nvSpPr>
        <p:spPr/>
        <p:txBody>
          <a:bodyPr/>
          <a:lstStyle/>
          <a:p>
            <a:r>
              <a:rPr lang="en-US" dirty="0" err="1"/>
              <a:t>Giải</a:t>
            </a:r>
            <a:r>
              <a:rPr lang="en-US" dirty="0"/>
              <a:t> Nobel </a:t>
            </a:r>
            <a:r>
              <a:rPr lang="en-US" dirty="0" err="1"/>
              <a:t>Vật</a:t>
            </a:r>
            <a:r>
              <a:rPr lang="en-US" dirty="0"/>
              <a:t> </a:t>
            </a:r>
            <a:r>
              <a:rPr lang="en-US" dirty="0" err="1"/>
              <a:t>lý</a:t>
            </a:r>
            <a:r>
              <a:rPr lang="en-US" dirty="0"/>
              <a:t> 2024</a:t>
            </a:r>
          </a:p>
          <a:p>
            <a:pPr lvl="1"/>
            <a:r>
              <a:rPr lang="en-US" dirty="0"/>
              <a:t>John Hopfield </a:t>
            </a:r>
            <a:r>
              <a:rPr lang="en-US" dirty="0" err="1"/>
              <a:t>và</a:t>
            </a:r>
            <a:r>
              <a:rPr lang="en-US" dirty="0"/>
              <a:t> Geofrey Hinton: </a:t>
            </a:r>
            <a:r>
              <a:rPr lang="en-US" dirty="0" err="1"/>
              <a:t>mạng</a:t>
            </a:r>
            <a:r>
              <a:rPr lang="en-US" dirty="0"/>
              <a:t> Hopfield </a:t>
            </a:r>
            <a:r>
              <a:rPr lang="en-US" dirty="0" err="1"/>
              <a:t>và</a:t>
            </a:r>
            <a:r>
              <a:rPr lang="en-US" dirty="0"/>
              <a:t> Boltzmann machine</a:t>
            </a:r>
          </a:p>
          <a:p>
            <a:r>
              <a:rPr lang="en-US" dirty="0" err="1"/>
              <a:t>Giải</a:t>
            </a:r>
            <a:r>
              <a:rPr lang="en-US" dirty="0"/>
              <a:t> Nobel </a:t>
            </a:r>
            <a:r>
              <a:rPr lang="en-US" dirty="0" err="1"/>
              <a:t>Hóa</a:t>
            </a:r>
            <a:r>
              <a:rPr lang="en-US" dirty="0"/>
              <a:t> </a:t>
            </a:r>
            <a:r>
              <a:rPr lang="en-US" dirty="0" err="1"/>
              <a:t>học</a:t>
            </a:r>
            <a:r>
              <a:rPr lang="en-US" dirty="0"/>
              <a:t> 2024</a:t>
            </a:r>
          </a:p>
          <a:p>
            <a:pPr lvl="1"/>
            <a:r>
              <a:rPr lang="en-US" dirty="0"/>
              <a:t>Demis </a:t>
            </a:r>
            <a:r>
              <a:rPr lang="en-US" dirty="0" err="1"/>
              <a:t>Hasabis</a:t>
            </a:r>
            <a:r>
              <a:rPr lang="en-US" dirty="0"/>
              <a:t>, John Jumper: </a:t>
            </a:r>
            <a:r>
              <a:rPr lang="en-US" dirty="0" err="1"/>
              <a:t>công</a:t>
            </a:r>
            <a:r>
              <a:rPr lang="en-US" dirty="0"/>
              <a:t> </a:t>
            </a:r>
            <a:r>
              <a:rPr lang="en-US" dirty="0" err="1"/>
              <a:t>cụ</a:t>
            </a:r>
            <a:r>
              <a:rPr lang="en-US" dirty="0"/>
              <a:t> AlphaFold </a:t>
            </a:r>
            <a:r>
              <a:rPr lang="en-US" dirty="0" err="1"/>
              <a:t>dự</a:t>
            </a:r>
            <a:r>
              <a:rPr lang="en-US" dirty="0"/>
              <a:t> </a:t>
            </a:r>
            <a:r>
              <a:rPr lang="en-US" dirty="0" err="1"/>
              <a:t>đoán</a:t>
            </a:r>
            <a:r>
              <a:rPr lang="en-US" dirty="0"/>
              <a:t> </a:t>
            </a:r>
            <a:r>
              <a:rPr lang="en-US" dirty="0" err="1"/>
              <a:t>cấu</a:t>
            </a:r>
            <a:r>
              <a:rPr lang="en-US" dirty="0"/>
              <a:t> </a:t>
            </a:r>
            <a:r>
              <a:rPr lang="en-US" dirty="0" err="1"/>
              <a:t>trúc</a:t>
            </a:r>
            <a:r>
              <a:rPr lang="en-US" dirty="0"/>
              <a:t> 3D </a:t>
            </a:r>
            <a:r>
              <a:rPr lang="en-US" dirty="0" err="1"/>
              <a:t>của</a:t>
            </a:r>
            <a:r>
              <a:rPr lang="en-US" dirty="0"/>
              <a:t> protein</a:t>
            </a:r>
          </a:p>
          <a:p>
            <a:pPr lvl="1"/>
            <a:r>
              <a:rPr lang="en-US" dirty="0"/>
              <a:t>David Baker: </a:t>
            </a:r>
            <a:r>
              <a:rPr lang="en-US" dirty="0" err="1"/>
              <a:t>thiết</a:t>
            </a:r>
            <a:r>
              <a:rPr lang="en-US" dirty="0"/>
              <a:t> </a:t>
            </a:r>
            <a:r>
              <a:rPr lang="en-US" dirty="0" err="1"/>
              <a:t>kế</a:t>
            </a:r>
            <a:r>
              <a:rPr lang="en-US" dirty="0"/>
              <a:t> protein</a:t>
            </a:r>
            <a:endParaRPr lang="vi-VN" dirty="0"/>
          </a:p>
        </p:txBody>
      </p:sp>
    </p:spTree>
    <p:extLst>
      <p:ext uri="{BB962C8B-B14F-4D97-AF65-F5344CB8AC3E}">
        <p14:creationId xmlns:p14="http://schemas.microsoft.com/office/powerpoint/2010/main" val="224165789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5059" name="Picture 3"/>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flipH="1">
            <a:off x="4269074" y="1200150"/>
            <a:ext cx="4644450" cy="3486149"/>
          </a:xfrm>
          <a:prstGeom prst="rect">
            <a:avLst/>
          </a:prstGeom>
          <a:noFill/>
        </p:spPr>
      </p:pic>
      <p:sp>
        <p:nvSpPr>
          <p:cNvPr id="25602" name="Rectangle 2"/>
          <p:cNvSpPr>
            <a:spLocks noGrp="1" noChangeArrowheads="1"/>
          </p:cNvSpPr>
          <p:nvPr>
            <p:ph type="title"/>
          </p:nvPr>
        </p:nvSpPr>
        <p:spPr/>
        <p:txBody>
          <a:bodyPr/>
          <a:lstStyle/>
          <a:p>
            <a:pPr eaLnBrk="1" hangingPunct="1"/>
            <a:r>
              <a:rPr lang="en-US" dirty="0">
                <a:solidFill>
                  <a:schemeClr val="tx1"/>
                </a:solidFill>
              </a:rPr>
              <a:t>Các </a:t>
            </a:r>
            <a:r>
              <a:rPr lang="en-US" dirty="0" err="1">
                <a:solidFill>
                  <a:schemeClr val="tx1"/>
                </a:solidFill>
              </a:rPr>
              <a:t>chủ</a:t>
            </a:r>
            <a:r>
              <a:rPr lang="en-US" dirty="0">
                <a:solidFill>
                  <a:schemeClr val="tx1"/>
                </a:solidFill>
              </a:rPr>
              <a:t> </a:t>
            </a:r>
            <a:r>
              <a:rPr lang="en-US" dirty="0" err="1">
                <a:solidFill>
                  <a:schemeClr val="tx1"/>
                </a:solidFill>
              </a:rPr>
              <a:t>đề</a:t>
            </a:r>
            <a:r>
              <a:rPr lang="en-US" dirty="0">
                <a:solidFill>
                  <a:schemeClr val="tx1"/>
                </a:solidFill>
              </a:rPr>
              <a:t> </a:t>
            </a:r>
            <a:r>
              <a:rPr lang="en-US" dirty="0" err="1">
                <a:solidFill>
                  <a:schemeClr val="tx1"/>
                </a:solidFill>
              </a:rPr>
              <a:t>của</a:t>
            </a:r>
            <a:r>
              <a:rPr lang="en-US" dirty="0">
                <a:solidFill>
                  <a:schemeClr val="tx1"/>
                </a:solidFill>
              </a:rPr>
              <a:t> </a:t>
            </a:r>
            <a:r>
              <a:rPr lang="en-US" dirty="0" err="1">
                <a:solidFill>
                  <a:schemeClr val="tx1"/>
                </a:solidFill>
              </a:rPr>
              <a:t>học</a:t>
            </a:r>
            <a:r>
              <a:rPr lang="en-US" dirty="0">
                <a:solidFill>
                  <a:schemeClr val="tx1"/>
                </a:solidFill>
              </a:rPr>
              <a:t> </a:t>
            </a:r>
            <a:r>
              <a:rPr lang="en-US" dirty="0" err="1">
                <a:solidFill>
                  <a:schemeClr val="tx1"/>
                </a:solidFill>
              </a:rPr>
              <a:t>phần</a:t>
            </a:r>
            <a:endParaRPr lang="en-US" dirty="0">
              <a:solidFill>
                <a:schemeClr val="tx1"/>
              </a:solidFill>
            </a:endParaRPr>
          </a:p>
        </p:txBody>
      </p:sp>
      <p:sp>
        <p:nvSpPr>
          <p:cNvPr id="25603" name="Rectangle 3"/>
          <p:cNvSpPr>
            <a:spLocks noGrp="1" noChangeArrowheads="1"/>
          </p:cNvSpPr>
          <p:nvPr>
            <p:ph type="body" idx="1"/>
          </p:nvPr>
        </p:nvSpPr>
        <p:spPr>
          <a:xfrm>
            <a:off x="533400" y="1123950"/>
            <a:ext cx="6172200" cy="3657600"/>
          </a:xfrm>
        </p:spPr>
        <p:txBody>
          <a:bodyPr/>
          <a:lstStyle/>
          <a:p>
            <a:pPr eaLnBrk="1" hangingPunct="1">
              <a:lnSpc>
                <a:spcPct val="90000"/>
              </a:lnSpc>
            </a:pPr>
            <a:r>
              <a:rPr lang="en-US" sz="1800" dirty="0" err="1"/>
              <a:t>Phần</a:t>
            </a:r>
            <a:r>
              <a:rPr lang="en-US" sz="1800" dirty="0"/>
              <a:t> I: </a:t>
            </a:r>
            <a:r>
              <a:rPr lang="en-US" sz="1800" dirty="0" err="1"/>
              <a:t>Giải</a:t>
            </a:r>
            <a:r>
              <a:rPr lang="en-US" sz="1800" dirty="0"/>
              <a:t> </a:t>
            </a:r>
            <a:r>
              <a:rPr lang="en-US" sz="1800" dirty="0" err="1"/>
              <a:t>quyết</a:t>
            </a:r>
            <a:r>
              <a:rPr lang="en-US" sz="1800" dirty="0"/>
              <a:t> </a:t>
            </a:r>
            <a:r>
              <a:rPr lang="en-US" sz="1800" dirty="0" err="1"/>
              <a:t>vấn</a:t>
            </a:r>
            <a:r>
              <a:rPr lang="en-US" sz="1800" dirty="0"/>
              <a:t> </a:t>
            </a:r>
            <a:r>
              <a:rPr lang="en-US" sz="1800" dirty="0" err="1"/>
              <a:t>đề</a:t>
            </a:r>
            <a:r>
              <a:rPr lang="en-US" sz="1800" dirty="0"/>
              <a:t> </a:t>
            </a:r>
            <a:r>
              <a:rPr lang="en-US" sz="1800" dirty="0" err="1"/>
              <a:t>bằng</a:t>
            </a:r>
            <a:r>
              <a:rPr lang="en-US" sz="1800" dirty="0"/>
              <a:t> </a:t>
            </a:r>
            <a:r>
              <a:rPr lang="en-US" sz="1800" dirty="0" err="1"/>
              <a:t>tìm</a:t>
            </a:r>
            <a:r>
              <a:rPr lang="en-US" sz="1800" dirty="0"/>
              <a:t> </a:t>
            </a:r>
            <a:r>
              <a:rPr lang="en-US" sz="1800" dirty="0" err="1"/>
              <a:t>kiếm</a:t>
            </a:r>
            <a:endParaRPr lang="en-US" sz="1800" dirty="0"/>
          </a:p>
          <a:p>
            <a:pPr lvl="1" eaLnBrk="1" hangingPunct="1">
              <a:lnSpc>
                <a:spcPct val="90000"/>
              </a:lnSpc>
            </a:pPr>
            <a:r>
              <a:rPr lang="en-US" sz="1500" dirty="0" err="1"/>
              <a:t>Tìm</a:t>
            </a:r>
            <a:r>
              <a:rPr lang="en-US" sz="1500" dirty="0"/>
              <a:t> </a:t>
            </a:r>
            <a:r>
              <a:rPr lang="en-US" sz="1500" dirty="0" err="1"/>
              <a:t>kiếm</a:t>
            </a:r>
            <a:r>
              <a:rPr lang="en-US" sz="1500" dirty="0"/>
              <a:t> “</a:t>
            </a:r>
            <a:r>
              <a:rPr lang="en-US" sz="1500" dirty="0" err="1"/>
              <a:t>tối</a:t>
            </a:r>
            <a:r>
              <a:rPr lang="en-US" sz="1500" dirty="0"/>
              <a:t> </a:t>
            </a:r>
            <a:r>
              <a:rPr lang="en-US" sz="1500" dirty="0" err="1"/>
              <a:t>ưu</a:t>
            </a:r>
            <a:r>
              <a:rPr lang="en-US" sz="1500" dirty="0"/>
              <a:t>”</a:t>
            </a:r>
          </a:p>
          <a:p>
            <a:pPr lvl="1" eaLnBrk="1" hangingPunct="1">
              <a:lnSpc>
                <a:spcPct val="90000"/>
              </a:lnSpc>
            </a:pPr>
            <a:r>
              <a:rPr lang="en-US" sz="1500" dirty="0" err="1"/>
              <a:t>Tìm</a:t>
            </a:r>
            <a:r>
              <a:rPr lang="en-US" sz="1500" dirty="0"/>
              <a:t> </a:t>
            </a:r>
            <a:r>
              <a:rPr lang="en-US" sz="1500" dirty="0" err="1"/>
              <a:t>kiếm</a:t>
            </a:r>
            <a:r>
              <a:rPr lang="en-US" sz="1500" dirty="0"/>
              <a:t> </a:t>
            </a:r>
            <a:r>
              <a:rPr lang="en-US" sz="1500" dirty="0" err="1"/>
              <a:t>có</a:t>
            </a:r>
            <a:r>
              <a:rPr lang="en-US" sz="1500" dirty="0"/>
              <a:t> </a:t>
            </a:r>
            <a:r>
              <a:rPr lang="en-US" sz="1500" dirty="0" err="1"/>
              <a:t>đối</a:t>
            </a:r>
            <a:r>
              <a:rPr lang="en-US" sz="1500" dirty="0"/>
              <a:t> </a:t>
            </a:r>
            <a:r>
              <a:rPr lang="en-US" sz="1500" dirty="0" err="1"/>
              <a:t>thủ</a:t>
            </a:r>
            <a:endParaRPr lang="en-US" sz="1500" dirty="0"/>
          </a:p>
          <a:p>
            <a:pPr lvl="1" eaLnBrk="1" hangingPunct="1">
              <a:lnSpc>
                <a:spcPct val="90000"/>
              </a:lnSpc>
            </a:pPr>
            <a:r>
              <a:rPr lang="en-US" sz="1500" dirty="0" err="1"/>
              <a:t>Tìm</a:t>
            </a:r>
            <a:r>
              <a:rPr lang="en-US" sz="1500" dirty="0"/>
              <a:t> </a:t>
            </a:r>
            <a:r>
              <a:rPr lang="en-US" sz="1500" dirty="0" err="1"/>
              <a:t>kiếm</a:t>
            </a:r>
            <a:r>
              <a:rPr lang="en-US" sz="1500" dirty="0"/>
              <a:t> </a:t>
            </a:r>
            <a:r>
              <a:rPr lang="en-US" sz="1500" dirty="0" err="1"/>
              <a:t>cục</a:t>
            </a:r>
            <a:r>
              <a:rPr lang="en-US" sz="1500" dirty="0"/>
              <a:t> </a:t>
            </a:r>
            <a:r>
              <a:rPr lang="en-US" sz="1500" dirty="0" err="1"/>
              <a:t>bộ</a:t>
            </a:r>
            <a:endParaRPr lang="en-US" sz="1500" dirty="0"/>
          </a:p>
          <a:p>
            <a:pPr lvl="1" eaLnBrk="1" hangingPunct="1">
              <a:lnSpc>
                <a:spcPct val="90000"/>
              </a:lnSpc>
            </a:pPr>
            <a:r>
              <a:rPr lang="en-US" sz="1500" dirty="0" err="1"/>
              <a:t>Thỏa</a:t>
            </a:r>
            <a:r>
              <a:rPr lang="en-US" sz="1500" dirty="0"/>
              <a:t> </a:t>
            </a:r>
            <a:r>
              <a:rPr lang="en-US" sz="1500" dirty="0" err="1"/>
              <a:t>mãn</a:t>
            </a:r>
            <a:r>
              <a:rPr lang="en-US" sz="1500" dirty="0"/>
              <a:t> </a:t>
            </a:r>
            <a:r>
              <a:rPr lang="en-US" sz="1500" dirty="0" err="1"/>
              <a:t>ràng</a:t>
            </a:r>
            <a:r>
              <a:rPr lang="en-US" sz="1500" dirty="0"/>
              <a:t> </a:t>
            </a:r>
            <a:r>
              <a:rPr lang="en-US" sz="1500" dirty="0" err="1"/>
              <a:t>buộc</a:t>
            </a:r>
            <a:endParaRPr lang="en-US" sz="1800" dirty="0"/>
          </a:p>
          <a:p>
            <a:pPr eaLnBrk="1" hangingPunct="1">
              <a:lnSpc>
                <a:spcPct val="90000"/>
              </a:lnSpc>
            </a:pPr>
            <a:r>
              <a:rPr lang="en-US" sz="1800" dirty="0" err="1"/>
              <a:t>Phần</a:t>
            </a:r>
            <a:r>
              <a:rPr lang="en-US" sz="1800" dirty="0"/>
              <a:t> II: </a:t>
            </a:r>
            <a:r>
              <a:rPr lang="en-US" sz="1800" dirty="0" err="1"/>
              <a:t>Biểu</a:t>
            </a:r>
            <a:r>
              <a:rPr lang="en-US" sz="1800" dirty="0"/>
              <a:t> </a:t>
            </a:r>
            <a:r>
              <a:rPr lang="en-US" sz="1800" dirty="0" err="1"/>
              <a:t>diễn</a:t>
            </a:r>
            <a:r>
              <a:rPr lang="en-US" sz="1800" dirty="0"/>
              <a:t> tri </a:t>
            </a:r>
            <a:r>
              <a:rPr lang="en-US" sz="1800" dirty="0" err="1"/>
              <a:t>thức</a:t>
            </a:r>
            <a:r>
              <a:rPr lang="en-US" sz="1800" dirty="0"/>
              <a:t> </a:t>
            </a:r>
            <a:r>
              <a:rPr lang="en-US" sz="1800" dirty="0" err="1"/>
              <a:t>và</a:t>
            </a:r>
            <a:r>
              <a:rPr lang="en-US" sz="1800" dirty="0"/>
              <a:t> </a:t>
            </a:r>
            <a:r>
              <a:rPr lang="en-US" sz="1800" dirty="0" err="1"/>
              <a:t>suy</a:t>
            </a:r>
            <a:r>
              <a:rPr lang="en-US" sz="1800" dirty="0"/>
              <a:t> </a:t>
            </a:r>
            <a:r>
              <a:rPr lang="en-US" sz="1800" dirty="0" err="1"/>
              <a:t>luận</a:t>
            </a:r>
            <a:endParaRPr lang="en-US" sz="1800" dirty="0"/>
          </a:p>
          <a:p>
            <a:pPr lvl="1" eaLnBrk="1" hangingPunct="1">
              <a:lnSpc>
                <a:spcPct val="90000"/>
              </a:lnSpc>
            </a:pPr>
            <a:r>
              <a:rPr lang="en-US" sz="1500" dirty="0"/>
              <a:t>Logic </a:t>
            </a:r>
            <a:r>
              <a:rPr lang="en-US" sz="1500" dirty="0" err="1"/>
              <a:t>mệnh</a:t>
            </a:r>
            <a:r>
              <a:rPr lang="en-US" sz="1500" dirty="0"/>
              <a:t> </a:t>
            </a:r>
            <a:r>
              <a:rPr lang="en-US" sz="1500" dirty="0" err="1"/>
              <a:t>đề</a:t>
            </a:r>
            <a:r>
              <a:rPr lang="en-US" sz="1500" dirty="0"/>
              <a:t>/</a:t>
            </a:r>
            <a:r>
              <a:rPr lang="en-US" sz="1500" dirty="0" err="1"/>
              <a:t>vị</a:t>
            </a:r>
            <a:r>
              <a:rPr lang="en-US" sz="1500" dirty="0"/>
              <a:t> </a:t>
            </a:r>
            <a:r>
              <a:rPr lang="en-US" sz="1500" dirty="0" err="1"/>
              <a:t>từ</a:t>
            </a:r>
            <a:r>
              <a:rPr lang="en-US" sz="1500" dirty="0"/>
              <a:t>, </a:t>
            </a:r>
            <a:r>
              <a:rPr lang="en-US" sz="1500" dirty="0" err="1"/>
              <a:t>suy</a:t>
            </a:r>
            <a:r>
              <a:rPr lang="en-US" sz="1500" dirty="0"/>
              <a:t> </a:t>
            </a:r>
            <a:r>
              <a:rPr lang="en-US" sz="1500" dirty="0" err="1"/>
              <a:t>luận</a:t>
            </a:r>
            <a:r>
              <a:rPr lang="en-US" sz="1500" dirty="0"/>
              <a:t> logic</a:t>
            </a:r>
          </a:p>
          <a:p>
            <a:pPr lvl="1" eaLnBrk="1" hangingPunct="1">
              <a:lnSpc>
                <a:spcPct val="90000"/>
              </a:lnSpc>
            </a:pPr>
            <a:r>
              <a:rPr lang="en-US" sz="1500" dirty="0" err="1"/>
              <a:t>Biểu</a:t>
            </a:r>
            <a:r>
              <a:rPr lang="en-US" sz="1500" dirty="0"/>
              <a:t> </a:t>
            </a:r>
            <a:r>
              <a:rPr lang="en-US" sz="1500" dirty="0" err="1"/>
              <a:t>diễn</a:t>
            </a:r>
            <a:r>
              <a:rPr lang="en-US" sz="1500" dirty="0"/>
              <a:t> tri </a:t>
            </a:r>
            <a:r>
              <a:rPr lang="en-US" sz="1500" dirty="0" err="1"/>
              <a:t>thức</a:t>
            </a:r>
            <a:endParaRPr lang="en-US" sz="1500" dirty="0"/>
          </a:p>
          <a:p>
            <a:pPr lvl="1" eaLnBrk="1" hangingPunct="1">
              <a:lnSpc>
                <a:spcPct val="90000"/>
              </a:lnSpc>
            </a:pPr>
            <a:r>
              <a:rPr lang="en-US" sz="1500" dirty="0"/>
              <a:t>Suy </a:t>
            </a:r>
            <a:r>
              <a:rPr lang="en-US" sz="1500" dirty="0" err="1"/>
              <a:t>luận</a:t>
            </a:r>
            <a:r>
              <a:rPr lang="en-US" sz="1500" dirty="0"/>
              <a:t> </a:t>
            </a:r>
            <a:r>
              <a:rPr lang="en-US" sz="1500" dirty="0" err="1"/>
              <a:t>không</a:t>
            </a:r>
            <a:r>
              <a:rPr lang="en-US" sz="1500" dirty="0"/>
              <a:t> </a:t>
            </a:r>
            <a:r>
              <a:rPr lang="en-US" sz="1500" dirty="0" err="1"/>
              <a:t>chắc</a:t>
            </a:r>
            <a:r>
              <a:rPr lang="en-US" sz="1500" dirty="0"/>
              <a:t> </a:t>
            </a:r>
            <a:r>
              <a:rPr lang="en-US" sz="1500" dirty="0" err="1"/>
              <a:t>chắn</a:t>
            </a:r>
            <a:endParaRPr lang="en-US" sz="1500" dirty="0"/>
          </a:p>
          <a:p>
            <a:pPr eaLnBrk="1" hangingPunct="1">
              <a:lnSpc>
                <a:spcPct val="90000"/>
              </a:lnSpc>
            </a:pPr>
            <a:r>
              <a:rPr lang="en-US" sz="1800" dirty="0" err="1"/>
              <a:t>Khái</a:t>
            </a:r>
            <a:r>
              <a:rPr lang="en-US" sz="1800" dirty="0"/>
              <a:t> </a:t>
            </a:r>
            <a:r>
              <a:rPr lang="en-US" sz="1800" dirty="0" err="1"/>
              <a:t>niệm</a:t>
            </a:r>
            <a:r>
              <a:rPr lang="en-US" sz="1800" dirty="0"/>
              <a:t> </a:t>
            </a:r>
            <a:r>
              <a:rPr lang="en-US" sz="1800" dirty="0" err="1"/>
              <a:t>về</a:t>
            </a:r>
            <a:r>
              <a:rPr lang="en-US" sz="1800" dirty="0"/>
              <a:t> Học </a:t>
            </a:r>
            <a:r>
              <a:rPr lang="en-US" sz="1800" dirty="0" err="1"/>
              <a:t>máy</a:t>
            </a:r>
            <a:endParaRPr lang="en-US" sz="1800" dirty="0"/>
          </a:p>
          <a:p>
            <a:pPr lvl="1" eaLnBrk="1" hangingPunct="1">
              <a:lnSpc>
                <a:spcPct val="90000"/>
              </a:lnSpc>
            </a:pPr>
            <a:r>
              <a:rPr lang="en-US" sz="1500" dirty="0" err="1"/>
              <a:t>Lập</a:t>
            </a:r>
            <a:r>
              <a:rPr lang="en-US" sz="1500" dirty="0"/>
              <a:t> </a:t>
            </a:r>
            <a:r>
              <a:rPr lang="en-US" sz="1500" dirty="0" err="1"/>
              <a:t>kế</a:t>
            </a:r>
            <a:r>
              <a:rPr lang="en-US" sz="1500" dirty="0"/>
              <a:t> </a:t>
            </a:r>
            <a:r>
              <a:rPr lang="en-US" sz="1500" dirty="0" err="1"/>
              <a:t>hoạch</a:t>
            </a:r>
            <a:r>
              <a:rPr lang="en-US" sz="1500" dirty="0"/>
              <a:t>/</a:t>
            </a:r>
            <a:r>
              <a:rPr lang="en-US" sz="1500" dirty="0" err="1"/>
              <a:t>ra</a:t>
            </a:r>
            <a:r>
              <a:rPr lang="en-US" sz="1500" dirty="0"/>
              <a:t> </a:t>
            </a:r>
            <a:r>
              <a:rPr lang="en-US" sz="1500" dirty="0" err="1"/>
              <a:t>quyết</a:t>
            </a:r>
            <a:r>
              <a:rPr lang="en-US" sz="1500" dirty="0"/>
              <a:t> </a:t>
            </a:r>
            <a:r>
              <a:rPr lang="en-US" sz="1500" dirty="0" err="1"/>
              <a:t>định</a:t>
            </a:r>
            <a:endParaRPr lang="en-US" sz="1500" dirty="0"/>
          </a:p>
          <a:p>
            <a:pPr lvl="1" eaLnBrk="1" hangingPunct="1">
              <a:lnSpc>
                <a:spcPct val="90000"/>
              </a:lnSpc>
            </a:pPr>
            <a:r>
              <a:rPr lang="en-US" sz="1500" dirty="0" err="1"/>
              <a:t>Phân</a:t>
            </a:r>
            <a:r>
              <a:rPr lang="en-US" sz="1500" dirty="0"/>
              <a:t> </a:t>
            </a:r>
            <a:r>
              <a:rPr lang="en-US" sz="1500" dirty="0" err="1"/>
              <a:t>lớp</a:t>
            </a:r>
            <a:endParaRPr lang="en-US" sz="1500" dirty="0"/>
          </a:p>
          <a:p>
            <a:pPr lvl="1" eaLnBrk="1" hangingPunct="1">
              <a:lnSpc>
                <a:spcPct val="90000"/>
              </a:lnSpc>
            </a:pPr>
            <a:r>
              <a:rPr lang="en-US" sz="1500" dirty="0" err="1"/>
              <a:t>Mạng</a:t>
            </a:r>
            <a:r>
              <a:rPr lang="en-US" sz="1500" dirty="0"/>
              <a:t> </a:t>
            </a:r>
            <a:r>
              <a:rPr lang="en-US" sz="1500" dirty="0" err="1"/>
              <a:t>nơron</a:t>
            </a:r>
            <a:r>
              <a:rPr lang="en-US" sz="1500" dirty="0"/>
              <a:t> </a:t>
            </a:r>
            <a:r>
              <a:rPr lang="en-US" sz="1500" dirty="0" err="1"/>
              <a:t>nhân</a:t>
            </a:r>
            <a:r>
              <a:rPr lang="en-US" sz="1500" dirty="0"/>
              <a:t> </a:t>
            </a:r>
            <a:r>
              <a:rPr lang="en-US" sz="1500" dirty="0" err="1"/>
              <a:t>tạo</a:t>
            </a:r>
            <a:endParaRPr lang="en-US" sz="1500" dirty="0"/>
          </a:p>
        </p:txBody>
      </p:sp>
    </p:spTree>
    <p:extLst>
      <p:ext uri="{BB962C8B-B14F-4D97-AF65-F5344CB8AC3E}">
        <p14:creationId xmlns:p14="http://schemas.microsoft.com/office/powerpoint/2010/main" val="235343790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FB630233-F86A-3D57-4CA9-76E005FFEBC7}"/>
              </a:ext>
            </a:extLst>
          </p:cNvPr>
          <p:cNvSpPr>
            <a:spLocks noGrp="1"/>
          </p:cNvSpPr>
          <p:nvPr>
            <p:ph type="title"/>
          </p:nvPr>
        </p:nvSpPr>
        <p:spPr/>
        <p:txBody>
          <a:bodyPr/>
          <a:lstStyle/>
          <a:p>
            <a:r>
              <a:rPr lang="en-US" dirty="0"/>
              <a:t>AI </a:t>
            </a:r>
            <a:r>
              <a:rPr lang="en-US" dirty="0" err="1"/>
              <a:t>hỗ</a:t>
            </a:r>
            <a:r>
              <a:rPr lang="en-US" dirty="0"/>
              <a:t> </a:t>
            </a:r>
            <a:r>
              <a:rPr lang="en-US" dirty="0" err="1"/>
              <a:t>trợ</a:t>
            </a:r>
            <a:r>
              <a:rPr lang="en-US" dirty="0"/>
              <a:t> </a:t>
            </a:r>
            <a:r>
              <a:rPr lang="en-US" dirty="0" err="1"/>
              <a:t>học</a:t>
            </a:r>
            <a:r>
              <a:rPr lang="en-US" dirty="0"/>
              <a:t> </a:t>
            </a:r>
            <a:r>
              <a:rPr lang="en-US" dirty="0" err="1"/>
              <a:t>tâp</a:t>
            </a:r>
            <a:r>
              <a:rPr lang="en-US" dirty="0"/>
              <a:t>/</a:t>
            </a:r>
            <a:r>
              <a:rPr lang="en-US" dirty="0" err="1"/>
              <a:t>nghiên</a:t>
            </a:r>
            <a:r>
              <a:rPr lang="en-US" dirty="0"/>
              <a:t> </a:t>
            </a:r>
            <a:r>
              <a:rPr lang="en-US" dirty="0" err="1"/>
              <a:t>cứu</a:t>
            </a:r>
            <a:endParaRPr lang="vi-VN" dirty="0"/>
          </a:p>
        </p:txBody>
      </p:sp>
      <p:sp>
        <p:nvSpPr>
          <p:cNvPr id="3" name="Chỗ dành sẵn cho Nội dung 2">
            <a:extLst>
              <a:ext uri="{FF2B5EF4-FFF2-40B4-BE49-F238E27FC236}">
                <a16:creationId xmlns:a16="http://schemas.microsoft.com/office/drawing/2014/main" id="{BBBF2407-D70D-D9E8-99FD-EED6C26623CA}"/>
              </a:ext>
            </a:extLst>
          </p:cNvPr>
          <p:cNvSpPr>
            <a:spLocks noGrp="1"/>
          </p:cNvSpPr>
          <p:nvPr>
            <p:ph idx="1"/>
          </p:nvPr>
        </p:nvSpPr>
        <p:spPr/>
        <p:txBody>
          <a:bodyPr/>
          <a:lstStyle/>
          <a:p>
            <a:r>
              <a:rPr lang="en-US" dirty="0"/>
              <a:t>Lưu </a:t>
            </a:r>
            <a:r>
              <a:rPr lang="en-US" dirty="0" err="1"/>
              <a:t>trữ</a:t>
            </a:r>
            <a:r>
              <a:rPr lang="en-US" dirty="0"/>
              <a:t> </a:t>
            </a:r>
            <a:r>
              <a:rPr lang="en-US" dirty="0" err="1"/>
              <a:t>và</a:t>
            </a:r>
            <a:r>
              <a:rPr lang="en-US" dirty="0"/>
              <a:t> </a:t>
            </a:r>
            <a:r>
              <a:rPr lang="en-US" dirty="0" err="1"/>
              <a:t>được</a:t>
            </a:r>
            <a:r>
              <a:rPr lang="en-US" dirty="0"/>
              <a:t> </a:t>
            </a:r>
            <a:r>
              <a:rPr lang="en-US" dirty="0" err="1"/>
              <a:t>huấn</a:t>
            </a:r>
            <a:r>
              <a:rPr lang="en-US" dirty="0"/>
              <a:t> </a:t>
            </a:r>
            <a:r>
              <a:rPr lang="en-US" dirty="0" err="1"/>
              <a:t>luyện</a:t>
            </a:r>
            <a:r>
              <a:rPr lang="en-US" dirty="0"/>
              <a:t> </a:t>
            </a:r>
            <a:r>
              <a:rPr lang="en-US" dirty="0" err="1"/>
              <a:t>với</a:t>
            </a:r>
            <a:r>
              <a:rPr lang="en-US" dirty="0"/>
              <a:t> </a:t>
            </a:r>
            <a:r>
              <a:rPr lang="en-US" dirty="0" err="1"/>
              <a:t>kho</a:t>
            </a:r>
            <a:r>
              <a:rPr lang="en-US" dirty="0"/>
              <a:t> tri </a:t>
            </a:r>
            <a:r>
              <a:rPr lang="en-US" dirty="0" err="1"/>
              <a:t>thức</a:t>
            </a:r>
            <a:r>
              <a:rPr lang="en-US" dirty="0"/>
              <a:t> </a:t>
            </a:r>
            <a:r>
              <a:rPr lang="en-US" dirty="0" err="1"/>
              <a:t>cực</a:t>
            </a:r>
            <a:r>
              <a:rPr lang="en-US" dirty="0"/>
              <a:t> </a:t>
            </a:r>
            <a:r>
              <a:rPr lang="en-US" dirty="0" err="1"/>
              <a:t>lớn</a:t>
            </a:r>
            <a:endParaRPr lang="en-US" dirty="0"/>
          </a:p>
          <a:p>
            <a:r>
              <a:rPr lang="en-US" dirty="0" err="1"/>
              <a:t>Ngày</a:t>
            </a:r>
            <a:r>
              <a:rPr lang="en-US" dirty="0"/>
              <a:t> </a:t>
            </a:r>
            <a:r>
              <a:rPr lang="en-US" dirty="0" err="1"/>
              <a:t>càng</a:t>
            </a:r>
            <a:r>
              <a:rPr lang="en-US" dirty="0"/>
              <a:t> “</a:t>
            </a:r>
            <a:r>
              <a:rPr lang="en-US" dirty="0" err="1"/>
              <a:t>thông</a:t>
            </a:r>
            <a:r>
              <a:rPr lang="en-US" dirty="0"/>
              <a:t> </a:t>
            </a:r>
            <a:r>
              <a:rPr lang="en-US" dirty="0" err="1"/>
              <a:t>minh</a:t>
            </a:r>
            <a:r>
              <a:rPr lang="en-US" dirty="0"/>
              <a:t>”</a:t>
            </a:r>
          </a:p>
          <a:p>
            <a:r>
              <a:rPr lang="en-US" dirty="0" err="1"/>
              <a:t>Năng</a:t>
            </a:r>
            <a:r>
              <a:rPr lang="en-US" dirty="0"/>
              <a:t> </a:t>
            </a:r>
            <a:r>
              <a:rPr lang="en-US" dirty="0" err="1"/>
              <a:t>lực</a:t>
            </a:r>
            <a:r>
              <a:rPr lang="en-US" dirty="0"/>
              <a:t> </a:t>
            </a:r>
            <a:r>
              <a:rPr lang="en-US" dirty="0" err="1"/>
              <a:t>giao</a:t>
            </a:r>
            <a:r>
              <a:rPr lang="en-US" dirty="0"/>
              <a:t> </a:t>
            </a:r>
            <a:r>
              <a:rPr lang="en-US" dirty="0" err="1"/>
              <a:t>tiếp</a:t>
            </a:r>
            <a:r>
              <a:rPr lang="en-US" dirty="0"/>
              <a:t> </a:t>
            </a:r>
            <a:r>
              <a:rPr lang="en-US" dirty="0" err="1"/>
              <a:t>ngày</a:t>
            </a:r>
            <a:r>
              <a:rPr lang="en-US" dirty="0"/>
              <a:t> </a:t>
            </a:r>
            <a:r>
              <a:rPr lang="en-US" dirty="0" err="1"/>
              <a:t>càng</a:t>
            </a:r>
            <a:r>
              <a:rPr lang="en-US" dirty="0"/>
              <a:t> </a:t>
            </a:r>
            <a:r>
              <a:rPr lang="en-US" dirty="0" err="1"/>
              <a:t>cao</a:t>
            </a:r>
            <a:endParaRPr lang="en-US" dirty="0"/>
          </a:p>
          <a:p>
            <a:pPr lvl="1"/>
            <a:r>
              <a:rPr lang="en-US" dirty="0" err="1"/>
              <a:t>Sử</a:t>
            </a:r>
            <a:r>
              <a:rPr lang="en-US" dirty="0"/>
              <a:t> </a:t>
            </a:r>
            <a:r>
              <a:rPr lang="en-US" dirty="0" err="1"/>
              <a:t>dụng</a:t>
            </a:r>
            <a:r>
              <a:rPr lang="en-US" dirty="0"/>
              <a:t> </a:t>
            </a:r>
            <a:r>
              <a:rPr lang="en-US" dirty="0" err="1"/>
              <a:t>ngôn</a:t>
            </a:r>
            <a:r>
              <a:rPr lang="en-US" dirty="0"/>
              <a:t> </a:t>
            </a:r>
            <a:r>
              <a:rPr lang="en-US" dirty="0" err="1"/>
              <a:t>ngữ</a:t>
            </a:r>
            <a:r>
              <a:rPr lang="en-US" dirty="0"/>
              <a:t> </a:t>
            </a:r>
            <a:r>
              <a:rPr lang="en-US" dirty="0" err="1"/>
              <a:t>tự</a:t>
            </a:r>
            <a:r>
              <a:rPr lang="en-US" dirty="0"/>
              <a:t> </a:t>
            </a:r>
            <a:r>
              <a:rPr lang="en-US" dirty="0" err="1"/>
              <a:t>nhiên</a:t>
            </a:r>
            <a:endParaRPr lang="en-US" dirty="0"/>
          </a:p>
          <a:p>
            <a:pPr lvl="1"/>
            <a:r>
              <a:rPr lang="en-US" dirty="0" err="1"/>
              <a:t>Hiểu</a:t>
            </a:r>
            <a:r>
              <a:rPr lang="en-US" dirty="0"/>
              <a:t> </a:t>
            </a:r>
            <a:r>
              <a:rPr lang="en-US" dirty="0" err="1"/>
              <a:t>ngữ</a:t>
            </a:r>
            <a:r>
              <a:rPr lang="en-US" dirty="0"/>
              <a:t> </a:t>
            </a:r>
            <a:r>
              <a:rPr lang="en-US" dirty="0" err="1"/>
              <a:t>cảnh</a:t>
            </a:r>
            <a:r>
              <a:rPr lang="en-US" dirty="0"/>
              <a:t>, </a:t>
            </a:r>
            <a:r>
              <a:rPr lang="en-US" dirty="0" err="1"/>
              <a:t>cá</a:t>
            </a:r>
            <a:r>
              <a:rPr lang="en-US" dirty="0"/>
              <a:t> </a:t>
            </a:r>
            <a:r>
              <a:rPr lang="en-US" dirty="0" err="1"/>
              <a:t>thể</a:t>
            </a:r>
            <a:r>
              <a:rPr lang="en-US" dirty="0"/>
              <a:t> </a:t>
            </a:r>
            <a:r>
              <a:rPr lang="en-US" dirty="0" err="1"/>
              <a:t>hóa</a:t>
            </a:r>
            <a:endParaRPr lang="en-US" dirty="0"/>
          </a:p>
          <a:p>
            <a:pPr lvl="1"/>
            <a:r>
              <a:rPr lang="en-US" dirty="0" err="1"/>
              <a:t>Đóng</a:t>
            </a:r>
            <a:r>
              <a:rPr lang="en-US" dirty="0"/>
              <a:t> </a:t>
            </a:r>
            <a:r>
              <a:rPr lang="en-US" dirty="0" err="1"/>
              <a:t>vai</a:t>
            </a:r>
            <a:r>
              <a:rPr lang="en-US" dirty="0"/>
              <a:t>, </a:t>
            </a:r>
            <a:r>
              <a:rPr lang="en-US" dirty="0" err="1"/>
              <a:t>lập</a:t>
            </a:r>
            <a:r>
              <a:rPr lang="en-US" dirty="0"/>
              <a:t> </a:t>
            </a:r>
            <a:r>
              <a:rPr lang="en-US" dirty="0" err="1"/>
              <a:t>kế</a:t>
            </a:r>
            <a:r>
              <a:rPr lang="en-US" dirty="0"/>
              <a:t> </a:t>
            </a:r>
            <a:r>
              <a:rPr lang="en-US" dirty="0" err="1"/>
              <a:t>hoạch</a:t>
            </a:r>
            <a:r>
              <a:rPr lang="en-US" dirty="0"/>
              <a:t>, </a:t>
            </a:r>
            <a:r>
              <a:rPr lang="en-US" dirty="0" err="1"/>
              <a:t>khả</a:t>
            </a:r>
            <a:r>
              <a:rPr lang="en-US" dirty="0"/>
              <a:t> </a:t>
            </a:r>
            <a:r>
              <a:rPr lang="en-US" dirty="0" err="1"/>
              <a:t>năng</a:t>
            </a:r>
            <a:r>
              <a:rPr lang="en-US" dirty="0"/>
              <a:t> </a:t>
            </a:r>
            <a:r>
              <a:rPr lang="en-US" dirty="0" err="1"/>
              <a:t>cộng</a:t>
            </a:r>
            <a:r>
              <a:rPr lang="en-US" dirty="0"/>
              <a:t> </a:t>
            </a:r>
            <a:r>
              <a:rPr lang="en-US" dirty="0" err="1"/>
              <a:t>tác</a:t>
            </a:r>
            <a:r>
              <a:rPr lang="en-US" dirty="0"/>
              <a:t>,…</a:t>
            </a:r>
          </a:p>
          <a:p>
            <a:pPr lvl="1"/>
            <a:r>
              <a:rPr lang="en-US" dirty="0"/>
              <a:t>Suy </a:t>
            </a:r>
            <a:r>
              <a:rPr lang="en-US" dirty="0" err="1"/>
              <a:t>luận</a:t>
            </a:r>
            <a:r>
              <a:rPr lang="en-US" dirty="0"/>
              <a:t>, </a:t>
            </a:r>
            <a:r>
              <a:rPr lang="en-US" dirty="0" err="1"/>
              <a:t>học</a:t>
            </a:r>
            <a:r>
              <a:rPr lang="en-US" dirty="0"/>
              <a:t> </a:t>
            </a:r>
            <a:r>
              <a:rPr lang="en-US" dirty="0" err="1"/>
              <a:t>tăng</a:t>
            </a:r>
            <a:r>
              <a:rPr lang="en-US" dirty="0"/>
              <a:t> </a:t>
            </a:r>
            <a:r>
              <a:rPr lang="en-US" dirty="0" err="1"/>
              <a:t>cường</a:t>
            </a:r>
            <a:r>
              <a:rPr lang="en-US" dirty="0"/>
              <a:t>, </a:t>
            </a:r>
            <a:r>
              <a:rPr lang="en-US" dirty="0" err="1"/>
              <a:t>tác</a:t>
            </a:r>
            <a:r>
              <a:rPr lang="en-US" dirty="0"/>
              <a:t> </a:t>
            </a:r>
            <a:r>
              <a:rPr lang="en-US" dirty="0" err="1"/>
              <a:t>nhân</a:t>
            </a:r>
            <a:r>
              <a:rPr lang="en-US" dirty="0"/>
              <a:t> AI,…</a:t>
            </a:r>
            <a:endParaRPr lang="vi-VN" dirty="0"/>
          </a:p>
        </p:txBody>
      </p:sp>
    </p:spTree>
    <p:extLst>
      <p:ext uri="{BB962C8B-B14F-4D97-AF65-F5344CB8AC3E}">
        <p14:creationId xmlns:p14="http://schemas.microsoft.com/office/powerpoint/2010/main" val="148281966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2184738C-EFA7-8E22-5C16-96ED80501020}"/>
              </a:ext>
            </a:extLst>
          </p:cNvPr>
          <p:cNvSpPr>
            <a:spLocks noGrp="1"/>
          </p:cNvSpPr>
          <p:nvPr>
            <p:ph type="title"/>
          </p:nvPr>
        </p:nvSpPr>
        <p:spPr/>
        <p:txBody>
          <a:bodyPr/>
          <a:lstStyle/>
          <a:p>
            <a:r>
              <a:rPr lang="en-US" dirty="0" err="1"/>
              <a:t>Tự</a:t>
            </a:r>
            <a:r>
              <a:rPr lang="en-US" dirty="0"/>
              <a:t> </a:t>
            </a:r>
            <a:r>
              <a:rPr lang="en-US" dirty="0" err="1"/>
              <a:t>học</a:t>
            </a:r>
            <a:r>
              <a:rPr lang="en-US" dirty="0"/>
              <a:t> </a:t>
            </a:r>
            <a:r>
              <a:rPr lang="en-US" dirty="0" err="1"/>
              <a:t>với</a:t>
            </a:r>
            <a:r>
              <a:rPr lang="en-US" dirty="0"/>
              <a:t> AI</a:t>
            </a:r>
            <a:endParaRPr lang="vi-VN" dirty="0"/>
          </a:p>
        </p:txBody>
      </p:sp>
      <p:sp>
        <p:nvSpPr>
          <p:cNvPr id="3" name="Chỗ dành sẵn cho Nội dung 2">
            <a:extLst>
              <a:ext uri="{FF2B5EF4-FFF2-40B4-BE49-F238E27FC236}">
                <a16:creationId xmlns:a16="http://schemas.microsoft.com/office/drawing/2014/main" id="{3E8BF38D-BDE3-F6A3-4D34-10467B1F8C08}"/>
              </a:ext>
            </a:extLst>
          </p:cNvPr>
          <p:cNvSpPr>
            <a:spLocks noGrp="1"/>
          </p:cNvSpPr>
          <p:nvPr>
            <p:ph idx="1"/>
          </p:nvPr>
        </p:nvSpPr>
        <p:spPr/>
        <p:txBody>
          <a:bodyPr/>
          <a:lstStyle/>
          <a:p>
            <a:r>
              <a:rPr lang="en-US" dirty="0"/>
              <a:t>Các </a:t>
            </a:r>
            <a:r>
              <a:rPr lang="en-US" dirty="0" err="1"/>
              <a:t>ứng</a:t>
            </a:r>
            <a:r>
              <a:rPr lang="en-US" dirty="0"/>
              <a:t> </a:t>
            </a:r>
            <a:r>
              <a:rPr lang="en-US" dirty="0" err="1"/>
              <a:t>dụng</a:t>
            </a:r>
            <a:r>
              <a:rPr lang="en-US" dirty="0"/>
              <a:t>: ChatGPT, Google Gemini, Claude, DeepSeek, Grok, Perplexity,…</a:t>
            </a:r>
          </a:p>
          <a:p>
            <a:r>
              <a:rPr lang="en-US" dirty="0" err="1"/>
              <a:t>Tự</a:t>
            </a:r>
            <a:r>
              <a:rPr lang="en-US" dirty="0"/>
              <a:t> </a:t>
            </a:r>
            <a:r>
              <a:rPr lang="en-US" dirty="0" err="1"/>
              <a:t>học</a:t>
            </a:r>
            <a:r>
              <a:rPr lang="en-US" dirty="0"/>
              <a:t> </a:t>
            </a:r>
            <a:r>
              <a:rPr lang="en-US" dirty="0" err="1"/>
              <a:t>bằng</a:t>
            </a:r>
            <a:r>
              <a:rPr lang="en-US" dirty="0"/>
              <a:t> </a:t>
            </a:r>
            <a:r>
              <a:rPr lang="en-US" dirty="0" err="1"/>
              <a:t>cách</a:t>
            </a:r>
            <a:r>
              <a:rPr lang="en-US" dirty="0"/>
              <a:t> </a:t>
            </a:r>
            <a:r>
              <a:rPr lang="en-US" dirty="0" err="1"/>
              <a:t>nào</a:t>
            </a:r>
            <a:r>
              <a:rPr lang="en-US" dirty="0"/>
              <a:t>?</a:t>
            </a:r>
          </a:p>
          <a:p>
            <a:pPr lvl="1"/>
            <a:r>
              <a:rPr lang="en-US" dirty="0" err="1"/>
              <a:t>Hãy</a:t>
            </a:r>
            <a:r>
              <a:rPr lang="en-US" dirty="0"/>
              <a:t> </a:t>
            </a:r>
            <a:r>
              <a:rPr lang="en-US" dirty="0" err="1"/>
              <a:t>tự</a:t>
            </a:r>
            <a:r>
              <a:rPr lang="en-US" dirty="0"/>
              <a:t> </a:t>
            </a:r>
            <a:r>
              <a:rPr lang="en-US" dirty="0" err="1"/>
              <a:t>thiết</a:t>
            </a:r>
            <a:r>
              <a:rPr lang="en-US" dirty="0"/>
              <a:t> </a:t>
            </a:r>
            <a:r>
              <a:rPr lang="en-US" dirty="0" err="1"/>
              <a:t>kế</a:t>
            </a:r>
            <a:r>
              <a:rPr lang="en-US" dirty="0"/>
              <a:t> </a:t>
            </a:r>
            <a:r>
              <a:rPr lang="en-US" dirty="0" err="1"/>
              <a:t>phương</a:t>
            </a:r>
            <a:r>
              <a:rPr lang="en-US" dirty="0"/>
              <a:t> </a:t>
            </a:r>
            <a:r>
              <a:rPr lang="en-US" dirty="0" err="1"/>
              <a:t>pháp</a:t>
            </a:r>
            <a:r>
              <a:rPr lang="en-US" dirty="0"/>
              <a:t> </a:t>
            </a:r>
            <a:r>
              <a:rPr lang="en-US" dirty="0" err="1"/>
              <a:t>tự</a:t>
            </a:r>
            <a:r>
              <a:rPr lang="en-US" dirty="0"/>
              <a:t> </a:t>
            </a:r>
            <a:r>
              <a:rPr lang="en-US" dirty="0" err="1"/>
              <a:t>học</a:t>
            </a:r>
            <a:r>
              <a:rPr lang="en-US" dirty="0"/>
              <a:t> </a:t>
            </a:r>
            <a:r>
              <a:rPr lang="en-US" dirty="0" err="1"/>
              <a:t>cho</a:t>
            </a:r>
            <a:r>
              <a:rPr lang="en-US" dirty="0"/>
              <a:t> </a:t>
            </a:r>
            <a:r>
              <a:rPr lang="en-US" dirty="0" err="1"/>
              <a:t>cá</a:t>
            </a:r>
            <a:r>
              <a:rPr lang="en-US" dirty="0"/>
              <a:t> </a:t>
            </a:r>
            <a:r>
              <a:rPr lang="en-US" dirty="0" err="1"/>
              <a:t>nhân</a:t>
            </a:r>
            <a:r>
              <a:rPr lang="en-US" dirty="0"/>
              <a:t> </a:t>
            </a:r>
            <a:r>
              <a:rPr lang="en-US" dirty="0" err="1"/>
              <a:t>và</a:t>
            </a:r>
            <a:r>
              <a:rPr lang="en-US" dirty="0"/>
              <a:t> </a:t>
            </a:r>
            <a:r>
              <a:rPr lang="en-US" dirty="0" err="1"/>
              <a:t>áp</a:t>
            </a:r>
            <a:r>
              <a:rPr lang="en-US" dirty="0"/>
              <a:t> </a:t>
            </a:r>
            <a:r>
              <a:rPr lang="en-US" dirty="0" err="1"/>
              <a:t>dụng</a:t>
            </a:r>
            <a:r>
              <a:rPr lang="en-US" dirty="0"/>
              <a:t> </a:t>
            </a:r>
            <a:r>
              <a:rPr lang="en-US" dirty="0" err="1"/>
              <a:t>cho</a:t>
            </a:r>
            <a:r>
              <a:rPr lang="en-US" dirty="0"/>
              <a:t> </a:t>
            </a:r>
            <a:r>
              <a:rPr lang="en-US" dirty="0" err="1"/>
              <a:t>chính</a:t>
            </a:r>
            <a:r>
              <a:rPr lang="en-US" dirty="0"/>
              <a:t> </a:t>
            </a:r>
            <a:r>
              <a:rPr lang="en-US" dirty="0" err="1"/>
              <a:t>học</a:t>
            </a:r>
            <a:r>
              <a:rPr lang="en-US" dirty="0"/>
              <a:t> </a:t>
            </a:r>
            <a:r>
              <a:rPr lang="en-US" dirty="0" err="1"/>
              <a:t>phần</a:t>
            </a:r>
            <a:r>
              <a:rPr lang="en-US" dirty="0"/>
              <a:t> </a:t>
            </a:r>
            <a:r>
              <a:rPr lang="en-US" dirty="0" err="1"/>
              <a:t>Cơ</a:t>
            </a:r>
            <a:r>
              <a:rPr lang="en-US" dirty="0"/>
              <a:t> </a:t>
            </a:r>
            <a:r>
              <a:rPr lang="en-US" dirty="0" err="1"/>
              <a:t>sở</a:t>
            </a:r>
            <a:r>
              <a:rPr lang="en-US" dirty="0"/>
              <a:t> AI.</a:t>
            </a:r>
          </a:p>
          <a:p>
            <a:r>
              <a:rPr lang="en-US" dirty="0" err="1"/>
              <a:t>Cần</a:t>
            </a:r>
            <a:r>
              <a:rPr lang="en-US" dirty="0"/>
              <a:t> </a:t>
            </a:r>
            <a:r>
              <a:rPr lang="en-US" dirty="0" err="1"/>
              <a:t>lưu</a:t>
            </a:r>
            <a:r>
              <a:rPr lang="en-US" dirty="0"/>
              <a:t> ý </a:t>
            </a:r>
            <a:r>
              <a:rPr lang="en-US" dirty="0" err="1"/>
              <a:t>gì</a:t>
            </a:r>
            <a:r>
              <a:rPr lang="en-US" dirty="0"/>
              <a:t>?</a:t>
            </a:r>
          </a:p>
          <a:p>
            <a:pPr lvl="1"/>
            <a:r>
              <a:rPr lang="en-US" dirty="0" err="1"/>
              <a:t>Tìm</a:t>
            </a:r>
            <a:r>
              <a:rPr lang="en-US" dirty="0"/>
              <a:t> </a:t>
            </a:r>
            <a:r>
              <a:rPr lang="en-US" dirty="0" err="1"/>
              <a:t>hiểu</a:t>
            </a:r>
            <a:r>
              <a:rPr lang="en-US" dirty="0"/>
              <a:t>, </a:t>
            </a:r>
            <a:r>
              <a:rPr lang="en-US" dirty="0" err="1"/>
              <a:t>kiểm</a:t>
            </a:r>
            <a:r>
              <a:rPr lang="en-US" dirty="0"/>
              <a:t> </a:t>
            </a:r>
            <a:r>
              <a:rPr lang="en-US" dirty="0" err="1"/>
              <a:t>nghiệm</a:t>
            </a:r>
            <a:r>
              <a:rPr lang="en-US" dirty="0"/>
              <a:t>, </a:t>
            </a:r>
            <a:r>
              <a:rPr lang="en-US" dirty="0" err="1"/>
              <a:t>áp</a:t>
            </a:r>
            <a:r>
              <a:rPr lang="en-US" dirty="0"/>
              <a:t> </a:t>
            </a:r>
            <a:r>
              <a:rPr lang="en-US" dirty="0" err="1"/>
              <a:t>dụng</a:t>
            </a:r>
            <a:r>
              <a:rPr lang="en-US" dirty="0"/>
              <a:t> </a:t>
            </a:r>
            <a:r>
              <a:rPr lang="en-US" dirty="0" err="1"/>
              <a:t>vào</a:t>
            </a:r>
            <a:r>
              <a:rPr lang="en-US" dirty="0"/>
              <a:t> </a:t>
            </a:r>
            <a:r>
              <a:rPr lang="en-US" dirty="0" err="1"/>
              <a:t>việc</a:t>
            </a:r>
            <a:r>
              <a:rPr lang="en-US" dirty="0"/>
              <a:t> </a:t>
            </a:r>
            <a:r>
              <a:rPr lang="en-US" dirty="0" err="1"/>
              <a:t>tự</a:t>
            </a:r>
            <a:r>
              <a:rPr lang="en-US" dirty="0"/>
              <a:t> </a:t>
            </a:r>
            <a:r>
              <a:rPr lang="en-US" dirty="0" err="1"/>
              <a:t>học</a:t>
            </a:r>
            <a:r>
              <a:rPr lang="en-US" dirty="0"/>
              <a:t>.</a:t>
            </a:r>
            <a:endParaRPr lang="vi-VN" dirty="0"/>
          </a:p>
        </p:txBody>
      </p:sp>
    </p:spTree>
    <p:extLst>
      <p:ext uri="{BB962C8B-B14F-4D97-AF65-F5344CB8AC3E}">
        <p14:creationId xmlns:p14="http://schemas.microsoft.com/office/powerpoint/2010/main" val="190710706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78D43F-6785-0FF3-DDC4-54D3104E0E5F}"/>
              </a:ext>
            </a:extLst>
          </p:cNvPr>
          <p:cNvSpPr>
            <a:spLocks noGrp="1"/>
          </p:cNvSpPr>
          <p:nvPr>
            <p:ph type="title"/>
          </p:nvPr>
        </p:nvSpPr>
        <p:spPr/>
        <p:txBody>
          <a:bodyPr/>
          <a:lstStyle/>
          <a:p>
            <a:r>
              <a:rPr lang="en-US" dirty="0" err="1"/>
              <a:t>Bài</a:t>
            </a:r>
            <a:r>
              <a:rPr lang="en-US" dirty="0"/>
              <a:t> </a:t>
            </a:r>
            <a:r>
              <a:rPr lang="en-US" dirty="0" err="1"/>
              <a:t>tập</a:t>
            </a:r>
            <a:endParaRPr lang="en-US" dirty="0"/>
          </a:p>
        </p:txBody>
      </p:sp>
      <p:sp>
        <p:nvSpPr>
          <p:cNvPr id="3" name="Content Placeholder 2">
            <a:extLst>
              <a:ext uri="{FF2B5EF4-FFF2-40B4-BE49-F238E27FC236}">
                <a16:creationId xmlns:a16="http://schemas.microsoft.com/office/drawing/2014/main" id="{AFF1102B-3E89-3730-FC62-11D214A61424}"/>
              </a:ext>
            </a:extLst>
          </p:cNvPr>
          <p:cNvSpPr>
            <a:spLocks noGrp="1"/>
          </p:cNvSpPr>
          <p:nvPr>
            <p:ph idx="1"/>
          </p:nvPr>
        </p:nvSpPr>
        <p:spPr/>
        <p:txBody>
          <a:bodyPr/>
          <a:lstStyle/>
          <a:p>
            <a:r>
              <a:rPr lang="en-US" dirty="0" err="1"/>
              <a:t>Tìm</a:t>
            </a:r>
            <a:r>
              <a:rPr lang="en-US" dirty="0"/>
              <a:t> </a:t>
            </a:r>
            <a:r>
              <a:rPr lang="en-US" dirty="0" err="1"/>
              <a:t>hiểu</a:t>
            </a:r>
            <a:r>
              <a:rPr lang="en-US" dirty="0"/>
              <a:t> </a:t>
            </a:r>
            <a:r>
              <a:rPr lang="en-US" dirty="0" err="1"/>
              <a:t>về</a:t>
            </a:r>
            <a:r>
              <a:rPr lang="en-US" dirty="0"/>
              <a:t> </a:t>
            </a:r>
            <a:r>
              <a:rPr lang="en-US" dirty="0" err="1"/>
              <a:t>lịch</a:t>
            </a:r>
            <a:r>
              <a:rPr lang="en-US" dirty="0"/>
              <a:t> </a:t>
            </a:r>
            <a:r>
              <a:rPr lang="en-US" dirty="0" err="1"/>
              <a:t>sử</a:t>
            </a:r>
            <a:r>
              <a:rPr lang="en-US" dirty="0"/>
              <a:t> AI: </a:t>
            </a:r>
            <a:r>
              <a:rPr lang="en-US" dirty="0" err="1"/>
              <a:t>các</a:t>
            </a:r>
            <a:r>
              <a:rPr lang="en-US" dirty="0"/>
              <a:t> </a:t>
            </a:r>
            <a:r>
              <a:rPr lang="en-US" dirty="0" err="1"/>
              <a:t>ứng</a:t>
            </a:r>
            <a:r>
              <a:rPr lang="en-US" dirty="0"/>
              <a:t> </a:t>
            </a:r>
            <a:r>
              <a:rPr lang="en-US" dirty="0" err="1"/>
              <a:t>dụng</a:t>
            </a:r>
            <a:r>
              <a:rPr lang="en-US" dirty="0"/>
              <a:t> </a:t>
            </a:r>
            <a:r>
              <a:rPr lang="en-US" dirty="0" err="1"/>
              <a:t>tiêu</a:t>
            </a:r>
            <a:r>
              <a:rPr lang="en-US" dirty="0"/>
              <a:t> </a:t>
            </a:r>
            <a:r>
              <a:rPr lang="en-US" dirty="0" err="1"/>
              <a:t>biểu</a:t>
            </a:r>
            <a:r>
              <a:rPr lang="en-US" dirty="0"/>
              <a:t> </a:t>
            </a:r>
            <a:r>
              <a:rPr lang="en-US" dirty="0" err="1"/>
              <a:t>từng</a:t>
            </a:r>
            <a:r>
              <a:rPr lang="en-US" dirty="0"/>
              <a:t> </a:t>
            </a:r>
            <a:r>
              <a:rPr lang="en-US" dirty="0" err="1"/>
              <a:t>giai</a:t>
            </a:r>
            <a:r>
              <a:rPr lang="en-US" dirty="0"/>
              <a:t> </a:t>
            </a:r>
            <a:r>
              <a:rPr lang="en-US" dirty="0" err="1"/>
              <a:t>đoạn</a:t>
            </a:r>
            <a:endParaRPr lang="en-US" dirty="0"/>
          </a:p>
          <a:p>
            <a:r>
              <a:rPr lang="en-US" dirty="0" err="1"/>
              <a:t>Đọc</a:t>
            </a:r>
            <a:r>
              <a:rPr lang="en-US" dirty="0"/>
              <a:t> </a:t>
            </a:r>
            <a:r>
              <a:rPr lang="en-US" dirty="0" err="1"/>
              <a:t>bài</a:t>
            </a:r>
            <a:r>
              <a:rPr lang="en-US" dirty="0"/>
              <a:t> </a:t>
            </a:r>
            <a:r>
              <a:rPr lang="en-US" dirty="0" err="1"/>
              <a:t>báo</a:t>
            </a:r>
            <a:r>
              <a:rPr lang="en-US" dirty="0"/>
              <a:t> “Computing Machinery and Intelligence” </a:t>
            </a:r>
            <a:r>
              <a:rPr lang="en-US" dirty="0" err="1"/>
              <a:t>của</a:t>
            </a:r>
            <a:r>
              <a:rPr lang="en-US" dirty="0"/>
              <a:t> Turing </a:t>
            </a:r>
            <a:r>
              <a:rPr lang="en-US" dirty="0" err="1"/>
              <a:t>và</a:t>
            </a:r>
            <a:r>
              <a:rPr lang="en-US" dirty="0"/>
              <a:t> </a:t>
            </a:r>
            <a:r>
              <a:rPr lang="en-US" dirty="0" err="1"/>
              <a:t>đề</a:t>
            </a:r>
            <a:r>
              <a:rPr lang="en-US" dirty="0"/>
              <a:t> </a:t>
            </a:r>
            <a:r>
              <a:rPr lang="en-US" dirty="0" err="1"/>
              <a:t>xuất</a:t>
            </a:r>
            <a:r>
              <a:rPr lang="en-US" dirty="0"/>
              <a:t> Trường </a:t>
            </a:r>
            <a:r>
              <a:rPr lang="en-US" dirty="0" err="1"/>
              <a:t>hè</a:t>
            </a:r>
            <a:r>
              <a:rPr lang="en-US" dirty="0"/>
              <a:t> Dartmouth 1955 </a:t>
            </a:r>
            <a:r>
              <a:rPr lang="en-US" dirty="0" err="1"/>
              <a:t>về</a:t>
            </a:r>
            <a:r>
              <a:rPr lang="en-US" dirty="0"/>
              <a:t> AI.</a:t>
            </a:r>
          </a:p>
          <a:p>
            <a:r>
              <a:rPr lang="en-US" dirty="0" err="1"/>
              <a:t>Tìm</a:t>
            </a:r>
            <a:r>
              <a:rPr lang="en-US" dirty="0"/>
              <a:t> </a:t>
            </a:r>
            <a:r>
              <a:rPr lang="en-US" dirty="0" err="1"/>
              <a:t>hiểu</a:t>
            </a:r>
            <a:r>
              <a:rPr lang="en-US" dirty="0"/>
              <a:t> </a:t>
            </a:r>
            <a:r>
              <a:rPr lang="en-US" dirty="0" err="1"/>
              <a:t>về</a:t>
            </a:r>
            <a:r>
              <a:rPr lang="en-US" dirty="0"/>
              <a:t> </a:t>
            </a:r>
            <a:r>
              <a:rPr lang="en-US" dirty="0" err="1"/>
              <a:t>Giải</a:t>
            </a:r>
            <a:r>
              <a:rPr lang="en-US" dirty="0"/>
              <a:t> </a:t>
            </a:r>
            <a:r>
              <a:rPr lang="en-US" dirty="0" err="1"/>
              <a:t>thưởng</a:t>
            </a:r>
            <a:r>
              <a:rPr lang="en-US" dirty="0"/>
              <a:t> Nobel </a:t>
            </a:r>
            <a:r>
              <a:rPr lang="en-US" dirty="0" err="1"/>
              <a:t>Vật</a:t>
            </a:r>
            <a:r>
              <a:rPr lang="en-US" dirty="0"/>
              <a:t> </a:t>
            </a:r>
            <a:r>
              <a:rPr lang="en-US" dirty="0" err="1"/>
              <a:t>lý</a:t>
            </a:r>
            <a:r>
              <a:rPr lang="en-US" dirty="0"/>
              <a:t> 2024</a:t>
            </a:r>
          </a:p>
          <a:p>
            <a:r>
              <a:rPr lang="en-US" dirty="0"/>
              <a:t>Xem 5 bộ </a:t>
            </a:r>
            <a:r>
              <a:rPr lang="en-US" dirty="0" err="1"/>
              <a:t>phim</a:t>
            </a:r>
            <a:r>
              <a:rPr lang="en-US" dirty="0"/>
              <a:t> khoa </a:t>
            </a:r>
            <a:r>
              <a:rPr lang="en-US" dirty="0" err="1"/>
              <a:t>học</a:t>
            </a:r>
            <a:r>
              <a:rPr lang="en-US" dirty="0"/>
              <a:t> </a:t>
            </a:r>
            <a:r>
              <a:rPr lang="en-US" dirty="0" err="1"/>
              <a:t>viễn</a:t>
            </a:r>
            <a:r>
              <a:rPr lang="en-US" dirty="0"/>
              <a:t> </a:t>
            </a:r>
            <a:r>
              <a:rPr lang="en-US" dirty="0" err="1"/>
              <a:t>tưởng</a:t>
            </a:r>
            <a:r>
              <a:rPr lang="en-US" dirty="0"/>
              <a:t> </a:t>
            </a:r>
            <a:r>
              <a:rPr lang="en-US" dirty="0" err="1"/>
              <a:t>về</a:t>
            </a:r>
            <a:r>
              <a:rPr lang="en-US" dirty="0"/>
              <a:t> AI </a:t>
            </a:r>
            <a:r>
              <a:rPr lang="en-US" dirty="0" err="1"/>
              <a:t>và</a:t>
            </a:r>
            <a:r>
              <a:rPr lang="en-US" dirty="0"/>
              <a:t> </a:t>
            </a:r>
            <a:r>
              <a:rPr lang="en-US" dirty="0" err="1"/>
              <a:t>đọc</a:t>
            </a:r>
            <a:r>
              <a:rPr lang="en-US" dirty="0"/>
              <a:t> 1 </a:t>
            </a:r>
            <a:r>
              <a:rPr lang="en-US" dirty="0" err="1"/>
              <a:t>truyện</a:t>
            </a:r>
            <a:r>
              <a:rPr lang="en-US" dirty="0"/>
              <a:t> </a:t>
            </a:r>
            <a:r>
              <a:rPr lang="en-US" dirty="0" err="1"/>
              <a:t>của</a:t>
            </a:r>
            <a:r>
              <a:rPr lang="en-US" dirty="0"/>
              <a:t> Asimov</a:t>
            </a:r>
          </a:p>
          <a:p>
            <a:pPr lvl="1"/>
            <a:r>
              <a:rPr lang="en-US" dirty="0"/>
              <a:t>Bộ </a:t>
            </a:r>
            <a:r>
              <a:rPr lang="en-US" dirty="0" err="1"/>
              <a:t>truyện</a:t>
            </a:r>
            <a:r>
              <a:rPr lang="en-US" dirty="0"/>
              <a:t> </a:t>
            </a:r>
            <a:r>
              <a:rPr lang="en-US" dirty="0">
                <a:solidFill>
                  <a:srgbClr val="7030A0"/>
                </a:solidFill>
              </a:rPr>
              <a:t>Robot</a:t>
            </a:r>
            <a:r>
              <a:rPr lang="en-US" dirty="0"/>
              <a:t> </a:t>
            </a:r>
            <a:r>
              <a:rPr lang="en-US" dirty="0" err="1"/>
              <a:t>hoặc</a:t>
            </a:r>
            <a:r>
              <a:rPr lang="en-US" dirty="0"/>
              <a:t> bộ </a:t>
            </a:r>
            <a:r>
              <a:rPr lang="en-US" dirty="0">
                <a:solidFill>
                  <a:srgbClr val="7030A0"/>
                </a:solidFill>
              </a:rPr>
              <a:t>Foundation</a:t>
            </a:r>
          </a:p>
          <a:p>
            <a:pPr lvl="1"/>
            <a:r>
              <a:rPr lang="en-US" dirty="0"/>
              <a:t>Liên </a:t>
            </a:r>
            <a:r>
              <a:rPr lang="en-US" dirty="0" err="1"/>
              <a:t>hệ</a:t>
            </a:r>
            <a:r>
              <a:rPr lang="en-US" dirty="0"/>
              <a:t> </a:t>
            </a:r>
            <a:r>
              <a:rPr lang="en-US" dirty="0" err="1"/>
              <a:t>với</a:t>
            </a:r>
            <a:r>
              <a:rPr lang="en-US" dirty="0"/>
              <a:t> </a:t>
            </a:r>
            <a:r>
              <a:rPr lang="en-US" b="1" dirty="0"/>
              <a:t>Three Laws of Robotics</a:t>
            </a:r>
            <a:r>
              <a:rPr lang="en-US" dirty="0"/>
              <a:t> (</a:t>
            </a:r>
            <a:r>
              <a:rPr lang="en-US" dirty="0" err="1"/>
              <a:t>trao</a:t>
            </a:r>
            <a:r>
              <a:rPr lang="en-US" dirty="0"/>
              <a:t> </a:t>
            </a:r>
            <a:r>
              <a:rPr lang="en-US" dirty="0" err="1"/>
              <a:t>đổi</a:t>
            </a:r>
            <a:r>
              <a:rPr lang="en-US" dirty="0"/>
              <a:t> </a:t>
            </a:r>
            <a:r>
              <a:rPr lang="en-US" dirty="0" err="1"/>
              <a:t>vào</a:t>
            </a:r>
            <a:r>
              <a:rPr lang="en-US" dirty="0"/>
              <a:t> </a:t>
            </a:r>
            <a:r>
              <a:rPr lang="en-US" dirty="0" err="1"/>
              <a:t>tuần</a:t>
            </a:r>
            <a:r>
              <a:rPr lang="en-US" dirty="0"/>
              <a:t> </a:t>
            </a:r>
            <a:r>
              <a:rPr lang="en-US" dirty="0" err="1"/>
              <a:t>thứ</a:t>
            </a:r>
            <a:r>
              <a:rPr lang="en-US" dirty="0"/>
              <a:t> 2)</a:t>
            </a:r>
          </a:p>
          <a:p>
            <a:r>
              <a:rPr lang="en-US" dirty="0"/>
              <a:t>Theo </a:t>
            </a:r>
            <a:r>
              <a:rPr lang="en-US" dirty="0" err="1"/>
              <a:t>dõi</a:t>
            </a:r>
            <a:r>
              <a:rPr lang="en-US" dirty="0"/>
              <a:t> </a:t>
            </a:r>
            <a:r>
              <a:rPr lang="en-US" dirty="0" err="1"/>
              <a:t>một</a:t>
            </a:r>
            <a:r>
              <a:rPr lang="en-US" dirty="0"/>
              <a:t> </a:t>
            </a:r>
            <a:r>
              <a:rPr lang="en-US" dirty="0" err="1"/>
              <a:t>diễn</a:t>
            </a:r>
            <a:r>
              <a:rPr lang="en-US" dirty="0"/>
              <a:t> </a:t>
            </a:r>
            <a:r>
              <a:rPr lang="en-US" dirty="0" err="1"/>
              <a:t>đàn</a:t>
            </a:r>
            <a:r>
              <a:rPr lang="en-US" dirty="0"/>
              <a:t> </a:t>
            </a:r>
            <a:r>
              <a:rPr lang="en-US" dirty="0" err="1"/>
              <a:t>về</a:t>
            </a:r>
            <a:r>
              <a:rPr lang="en-US" dirty="0"/>
              <a:t> AI</a:t>
            </a:r>
          </a:p>
          <a:p>
            <a:endParaRPr lang="en-US" dirty="0"/>
          </a:p>
        </p:txBody>
      </p:sp>
    </p:spTree>
    <p:extLst>
      <p:ext uri="{BB962C8B-B14F-4D97-AF65-F5344CB8AC3E}">
        <p14:creationId xmlns:p14="http://schemas.microsoft.com/office/powerpoint/2010/main" val="47118698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C24402-4820-3B34-4439-EC64E0B94854}"/>
              </a:ext>
            </a:extLst>
          </p:cNvPr>
          <p:cNvSpPr>
            <a:spLocks noGrp="1"/>
          </p:cNvSpPr>
          <p:nvPr>
            <p:ph type="title"/>
          </p:nvPr>
        </p:nvSpPr>
        <p:spPr/>
        <p:txBody>
          <a:bodyPr/>
          <a:lstStyle/>
          <a:p>
            <a:r>
              <a:rPr lang="en-US" dirty="0"/>
              <a:t>AI </a:t>
            </a:r>
            <a:r>
              <a:rPr lang="en-US" dirty="0" err="1"/>
              <a:t>trong</a:t>
            </a:r>
            <a:r>
              <a:rPr lang="en-US" dirty="0"/>
              <a:t> </a:t>
            </a:r>
            <a:r>
              <a:rPr lang="en-US" dirty="0" err="1"/>
              <a:t>truyện</a:t>
            </a:r>
            <a:r>
              <a:rPr lang="en-US" dirty="0"/>
              <a:t>, </a:t>
            </a:r>
            <a:r>
              <a:rPr lang="en-US" dirty="0" err="1"/>
              <a:t>phim</a:t>
            </a:r>
            <a:r>
              <a:rPr lang="en-US" dirty="0"/>
              <a:t> </a:t>
            </a:r>
            <a:r>
              <a:rPr lang="en-US" dirty="0" err="1"/>
              <a:t>viễn</a:t>
            </a:r>
            <a:r>
              <a:rPr lang="en-US" dirty="0"/>
              <a:t> </a:t>
            </a:r>
            <a:r>
              <a:rPr lang="en-US" dirty="0" err="1"/>
              <a:t>tưởng</a:t>
            </a:r>
            <a:endParaRPr lang="en-US" dirty="0"/>
          </a:p>
        </p:txBody>
      </p:sp>
      <p:pic>
        <p:nvPicPr>
          <p:cNvPr id="7" name="Picture 6" descr="A group of books with robots&#10;&#10;Description automatically generated">
            <a:extLst>
              <a:ext uri="{FF2B5EF4-FFF2-40B4-BE49-F238E27FC236}">
                <a16:creationId xmlns:a16="http://schemas.microsoft.com/office/drawing/2014/main" id="{9DD08075-0174-453E-C741-0267CBCEB38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41980" y="1504950"/>
            <a:ext cx="6325820" cy="3298133"/>
          </a:xfrm>
          <a:prstGeom prst="rect">
            <a:avLst/>
          </a:prstGeom>
        </p:spPr>
      </p:pic>
      <p:pic>
        <p:nvPicPr>
          <p:cNvPr id="5" name="Picture 4" descr="A poster of a space ship&#10;&#10;Description automatically generated">
            <a:extLst>
              <a:ext uri="{FF2B5EF4-FFF2-40B4-BE49-F238E27FC236}">
                <a16:creationId xmlns:a16="http://schemas.microsoft.com/office/drawing/2014/main" id="{DAADD868-BC79-A172-E8D5-0AED064C2F5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4799" y="819150"/>
            <a:ext cx="2702755" cy="4038600"/>
          </a:xfrm>
          <a:prstGeom prst="rect">
            <a:avLst/>
          </a:prstGeom>
        </p:spPr>
      </p:pic>
    </p:spTree>
    <p:extLst>
      <p:ext uri="{BB962C8B-B14F-4D97-AF65-F5344CB8AC3E}">
        <p14:creationId xmlns:p14="http://schemas.microsoft.com/office/powerpoint/2010/main" val="313138685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35C550-E89F-9E75-FECF-4DB98432FC4C}"/>
              </a:ext>
            </a:extLst>
          </p:cNvPr>
          <p:cNvSpPr>
            <a:spLocks noGrp="1"/>
          </p:cNvSpPr>
          <p:nvPr>
            <p:ph type="title"/>
          </p:nvPr>
        </p:nvSpPr>
        <p:spPr/>
        <p:txBody>
          <a:bodyPr/>
          <a:lstStyle/>
          <a:p>
            <a:r>
              <a:rPr lang="en-US" dirty="0" err="1"/>
              <a:t>Bài</a:t>
            </a:r>
            <a:r>
              <a:rPr lang="en-US" dirty="0"/>
              <a:t> </a:t>
            </a:r>
            <a:r>
              <a:rPr lang="en-US" dirty="0" err="1"/>
              <a:t>tập</a:t>
            </a:r>
            <a:r>
              <a:rPr lang="en-US" dirty="0"/>
              <a:t> </a:t>
            </a:r>
            <a:r>
              <a:rPr lang="en-US" dirty="0" err="1"/>
              <a:t>nhóm</a:t>
            </a:r>
            <a:endParaRPr lang="en-US" dirty="0"/>
          </a:p>
        </p:txBody>
      </p:sp>
      <p:sp>
        <p:nvSpPr>
          <p:cNvPr id="3" name="Content Placeholder 2">
            <a:extLst>
              <a:ext uri="{FF2B5EF4-FFF2-40B4-BE49-F238E27FC236}">
                <a16:creationId xmlns:a16="http://schemas.microsoft.com/office/drawing/2014/main" id="{81F8E496-38B9-ADBD-DF57-B453DCAEE837}"/>
              </a:ext>
            </a:extLst>
          </p:cNvPr>
          <p:cNvSpPr>
            <a:spLocks noGrp="1"/>
          </p:cNvSpPr>
          <p:nvPr>
            <p:ph idx="1"/>
          </p:nvPr>
        </p:nvSpPr>
        <p:spPr/>
        <p:txBody>
          <a:bodyPr/>
          <a:lstStyle/>
          <a:p>
            <a:r>
              <a:rPr lang="en-US" dirty="0" err="1"/>
              <a:t>Nhóm</a:t>
            </a:r>
            <a:r>
              <a:rPr lang="en-US" dirty="0"/>
              <a:t> 3 </a:t>
            </a:r>
            <a:r>
              <a:rPr lang="en-US" dirty="0" err="1"/>
              <a:t>thành</a:t>
            </a:r>
            <a:r>
              <a:rPr lang="en-US" dirty="0"/>
              <a:t> </a:t>
            </a:r>
            <a:r>
              <a:rPr lang="en-US" dirty="0" err="1"/>
              <a:t>viên</a:t>
            </a:r>
            <a:endParaRPr lang="en-US" dirty="0"/>
          </a:p>
          <a:p>
            <a:r>
              <a:rPr lang="en-US" dirty="0" err="1"/>
              <a:t>Chủ</a:t>
            </a:r>
            <a:r>
              <a:rPr lang="en-US" dirty="0"/>
              <a:t> </a:t>
            </a:r>
            <a:r>
              <a:rPr lang="en-US" dirty="0" err="1"/>
              <a:t>đề</a:t>
            </a:r>
            <a:r>
              <a:rPr lang="en-US" dirty="0"/>
              <a:t> (</a:t>
            </a:r>
            <a:r>
              <a:rPr lang="en-US" dirty="0" err="1"/>
              <a:t>lựa</a:t>
            </a:r>
            <a:r>
              <a:rPr lang="en-US" dirty="0"/>
              <a:t> </a:t>
            </a:r>
            <a:r>
              <a:rPr lang="en-US" dirty="0" err="1"/>
              <a:t>chọn</a:t>
            </a:r>
            <a:r>
              <a:rPr lang="en-US" dirty="0"/>
              <a:t>)</a:t>
            </a:r>
          </a:p>
          <a:p>
            <a:pPr marL="800091" lvl="1" indent="-457200">
              <a:buFont typeface="+mj-lt"/>
              <a:buAutoNum type="arabicPeriod"/>
            </a:pPr>
            <a:r>
              <a:rPr lang="en-US" dirty="0"/>
              <a:t>Cài </a:t>
            </a:r>
            <a:r>
              <a:rPr lang="en-US" dirty="0" err="1"/>
              <a:t>đặt</a:t>
            </a:r>
            <a:r>
              <a:rPr lang="en-US" dirty="0"/>
              <a:t> 1 </a:t>
            </a:r>
            <a:r>
              <a:rPr lang="en-US" dirty="0" err="1"/>
              <a:t>trò</a:t>
            </a:r>
            <a:r>
              <a:rPr lang="en-US" dirty="0"/>
              <a:t> </a:t>
            </a:r>
            <a:r>
              <a:rPr lang="en-US" dirty="0" err="1"/>
              <a:t>chơi</a:t>
            </a:r>
            <a:r>
              <a:rPr lang="en-US" dirty="0"/>
              <a:t> (Chess)</a:t>
            </a:r>
          </a:p>
          <a:p>
            <a:pPr marL="800091" lvl="1" indent="-457200">
              <a:buFont typeface="+mj-lt"/>
              <a:buAutoNum type="arabicPeriod"/>
            </a:pPr>
            <a:r>
              <a:rPr lang="en-US" dirty="0" err="1"/>
              <a:t>Cài</a:t>
            </a:r>
            <a:r>
              <a:rPr lang="en-US" dirty="0"/>
              <a:t> </a:t>
            </a:r>
            <a:r>
              <a:rPr lang="en-US" dirty="0" err="1"/>
              <a:t>đặt</a:t>
            </a:r>
            <a:r>
              <a:rPr lang="en-US" dirty="0"/>
              <a:t> 1 </a:t>
            </a:r>
            <a:r>
              <a:rPr lang="en-US" dirty="0" err="1"/>
              <a:t>hệ</a:t>
            </a:r>
            <a:r>
              <a:rPr lang="en-US" dirty="0"/>
              <a:t> </a:t>
            </a:r>
            <a:r>
              <a:rPr lang="en-US" dirty="0" err="1"/>
              <a:t>chuyên</a:t>
            </a:r>
            <a:r>
              <a:rPr lang="en-US" dirty="0"/>
              <a:t> </a:t>
            </a:r>
            <a:r>
              <a:rPr lang="en-US" dirty="0" err="1"/>
              <a:t>gia</a:t>
            </a:r>
            <a:r>
              <a:rPr lang="en-US" dirty="0"/>
              <a:t> (</a:t>
            </a:r>
            <a:r>
              <a:rPr lang="en-US" dirty="0" err="1"/>
              <a:t>dùng</a:t>
            </a:r>
            <a:r>
              <a:rPr lang="en-US" dirty="0"/>
              <a:t> logic)</a:t>
            </a:r>
          </a:p>
          <a:p>
            <a:pPr marL="800091" lvl="1" indent="-457200">
              <a:buFont typeface="+mj-lt"/>
              <a:buAutoNum type="arabicPeriod"/>
            </a:pPr>
            <a:r>
              <a:rPr lang="en-US" dirty="0" err="1"/>
              <a:t>Viết</a:t>
            </a:r>
            <a:r>
              <a:rPr lang="en-US" dirty="0"/>
              <a:t> 1 </a:t>
            </a:r>
            <a:r>
              <a:rPr lang="en-US" dirty="0" err="1"/>
              <a:t>ứng</a:t>
            </a:r>
            <a:r>
              <a:rPr lang="en-US" dirty="0"/>
              <a:t> </a:t>
            </a:r>
            <a:r>
              <a:rPr lang="en-US" dirty="0" err="1"/>
              <a:t>dụng</a:t>
            </a:r>
            <a:r>
              <a:rPr lang="en-US" dirty="0"/>
              <a:t> </a:t>
            </a:r>
            <a:r>
              <a:rPr lang="en-US" dirty="0" err="1"/>
              <a:t>sử</a:t>
            </a:r>
            <a:r>
              <a:rPr lang="en-US" dirty="0"/>
              <a:t> </a:t>
            </a:r>
            <a:r>
              <a:rPr lang="en-US" dirty="0" err="1"/>
              <a:t>dụng</a:t>
            </a:r>
            <a:r>
              <a:rPr lang="en-US" dirty="0"/>
              <a:t> </a:t>
            </a:r>
            <a:r>
              <a:rPr lang="en-US" dirty="0" err="1"/>
              <a:t>học</a:t>
            </a:r>
            <a:r>
              <a:rPr lang="en-US" dirty="0"/>
              <a:t> </a:t>
            </a:r>
            <a:r>
              <a:rPr lang="en-US" dirty="0" err="1"/>
              <a:t>máy</a:t>
            </a:r>
            <a:endParaRPr lang="en-US" dirty="0"/>
          </a:p>
          <a:p>
            <a:pPr marL="385760" indent="-342900"/>
            <a:r>
              <a:rPr lang="en-US" dirty="0" err="1"/>
              <a:t>Đăng</a:t>
            </a:r>
            <a:r>
              <a:rPr lang="en-US" dirty="0"/>
              <a:t> </a:t>
            </a:r>
            <a:r>
              <a:rPr lang="en-US" dirty="0" err="1"/>
              <a:t>ký</a:t>
            </a:r>
            <a:r>
              <a:rPr lang="en-US" dirty="0"/>
              <a:t>: </a:t>
            </a:r>
            <a:r>
              <a:rPr lang="en-US" dirty="0" err="1"/>
              <a:t>tuần</a:t>
            </a:r>
            <a:r>
              <a:rPr lang="en-US" dirty="0"/>
              <a:t> 2</a:t>
            </a:r>
          </a:p>
        </p:txBody>
      </p:sp>
    </p:spTree>
    <p:extLst>
      <p:ext uri="{BB962C8B-B14F-4D97-AF65-F5344CB8AC3E}">
        <p14:creationId xmlns:p14="http://schemas.microsoft.com/office/powerpoint/2010/main" val="210640703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3F8E57-E34A-D5E1-8688-7510A0BB1933}"/>
              </a:ext>
            </a:extLst>
          </p:cNvPr>
          <p:cNvSpPr>
            <a:spLocks noGrp="1"/>
          </p:cNvSpPr>
          <p:nvPr>
            <p:ph type="title"/>
          </p:nvPr>
        </p:nvSpPr>
        <p:spPr/>
        <p:txBody>
          <a:bodyPr/>
          <a:lstStyle/>
          <a:p>
            <a:r>
              <a:rPr lang="en-US" dirty="0" err="1"/>
              <a:t>Phim</a:t>
            </a:r>
            <a:r>
              <a:rPr lang="en-US" dirty="0"/>
              <a:t> </a:t>
            </a:r>
            <a:r>
              <a:rPr lang="en-US" dirty="0" err="1"/>
              <a:t>nên</a:t>
            </a:r>
            <a:r>
              <a:rPr lang="en-US" dirty="0"/>
              <a:t> </a:t>
            </a:r>
            <a:r>
              <a:rPr lang="en-US" dirty="0" err="1"/>
              <a:t>xem</a:t>
            </a:r>
            <a:endParaRPr lang="en-US" dirty="0"/>
          </a:p>
        </p:txBody>
      </p:sp>
      <p:sp>
        <p:nvSpPr>
          <p:cNvPr id="3" name="Content Placeholder 2">
            <a:extLst>
              <a:ext uri="{FF2B5EF4-FFF2-40B4-BE49-F238E27FC236}">
                <a16:creationId xmlns:a16="http://schemas.microsoft.com/office/drawing/2014/main" id="{8F0E457E-EF0E-419B-F493-5F9EC46213D9}"/>
              </a:ext>
            </a:extLst>
          </p:cNvPr>
          <p:cNvSpPr>
            <a:spLocks noGrp="1"/>
          </p:cNvSpPr>
          <p:nvPr>
            <p:ph idx="1"/>
          </p:nvPr>
        </p:nvSpPr>
        <p:spPr>
          <a:xfrm>
            <a:off x="152400" y="969977"/>
            <a:ext cx="3962400" cy="3546873"/>
          </a:xfrm>
        </p:spPr>
        <p:txBody>
          <a:bodyPr/>
          <a:lstStyle/>
          <a:p>
            <a:r>
              <a:rPr lang="en-US" dirty="0" err="1"/>
              <a:t>Chân</a:t>
            </a:r>
            <a:r>
              <a:rPr lang="en-US" dirty="0"/>
              <a:t> dung </a:t>
            </a:r>
            <a:r>
              <a:rPr lang="en-US" dirty="0" err="1"/>
              <a:t>nhà</a:t>
            </a:r>
            <a:r>
              <a:rPr lang="en-US" dirty="0"/>
              <a:t> khoa </a:t>
            </a:r>
            <a:r>
              <a:rPr lang="en-US" dirty="0" err="1"/>
              <a:t>học</a:t>
            </a:r>
            <a:endParaRPr lang="en-US" dirty="0"/>
          </a:p>
          <a:p>
            <a:pPr lvl="1"/>
            <a:r>
              <a:rPr lang="en-US" sz="2400" dirty="0"/>
              <a:t>Oppenheimer (2023)</a:t>
            </a:r>
          </a:p>
          <a:p>
            <a:pPr lvl="1"/>
            <a:r>
              <a:rPr lang="en-US" sz="2400" dirty="0"/>
              <a:t>The Imitation Game (2014)</a:t>
            </a:r>
          </a:p>
          <a:p>
            <a:pPr lvl="1"/>
            <a:r>
              <a:rPr lang="en-US" sz="2400" dirty="0"/>
              <a:t>A Beautiful Mind (2001)</a:t>
            </a:r>
          </a:p>
          <a:p>
            <a:pPr marL="0" indent="0">
              <a:buNone/>
            </a:pPr>
            <a:endParaRPr lang="en-US" dirty="0"/>
          </a:p>
        </p:txBody>
      </p:sp>
      <p:sp>
        <p:nvSpPr>
          <p:cNvPr id="4" name="Content Placeholder 2">
            <a:extLst>
              <a:ext uri="{FF2B5EF4-FFF2-40B4-BE49-F238E27FC236}">
                <a16:creationId xmlns:a16="http://schemas.microsoft.com/office/drawing/2014/main" id="{D54635EC-C0F6-816F-2890-D92A7B53F0B4}"/>
              </a:ext>
            </a:extLst>
          </p:cNvPr>
          <p:cNvSpPr txBox="1">
            <a:spLocks/>
          </p:cNvSpPr>
          <p:nvPr/>
        </p:nvSpPr>
        <p:spPr bwMode="auto">
          <a:xfrm>
            <a:off x="4343400" y="971550"/>
            <a:ext cx="4495800" cy="3546873"/>
          </a:xfrm>
          <a:prstGeom prst="rect">
            <a:avLst/>
          </a:prstGeom>
          <a:noFill/>
          <a:ln w="9525">
            <a:noFill/>
            <a:miter lim="800000"/>
            <a:headEnd/>
            <a:tailEnd/>
          </a:ln>
        </p:spPr>
        <p:txBody>
          <a:bodyPr vert="horz" wrap="square" lIns="68579" tIns="34289" rIns="68579" bIns="34289" numCol="1" anchor="t" anchorCtr="0" compatLnSpc="1">
            <a:prstTxWarp prst="textNoShape">
              <a:avLst/>
            </a:prstTxWarp>
          </a:bodyPr>
          <a:lstStyle>
            <a:lvl1pPr marL="257168" indent="-257168" algn="l" rtl="0" eaLnBrk="0" fontAlgn="base" hangingPunct="0">
              <a:spcBef>
                <a:spcPct val="20000"/>
              </a:spcBef>
              <a:spcAft>
                <a:spcPct val="0"/>
              </a:spcAft>
              <a:buClr>
                <a:schemeClr val="accent2"/>
              </a:buClr>
              <a:buFont typeface="Wingdings" pitchFamily="2" charset="2"/>
              <a:buChar char="§"/>
              <a:defRPr sz="2400">
                <a:solidFill>
                  <a:schemeClr val="accent2"/>
                </a:solidFill>
                <a:latin typeface="Calibri" pitchFamily="34" charset="0"/>
                <a:ea typeface="+mn-ea"/>
                <a:cs typeface="+mn-cs"/>
              </a:defRPr>
            </a:lvl1pPr>
            <a:lvl2pPr marL="557199" indent="-214308" algn="l" rtl="0" eaLnBrk="0" fontAlgn="base" hangingPunct="0">
              <a:spcBef>
                <a:spcPct val="20000"/>
              </a:spcBef>
              <a:spcAft>
                <a:spcPct val="0"/>
              </a:spcAft>
              <a:buClr>
                <a:schemeClr val="tx1"/>
              </a:buClr>
              <a:buFont typeface="Wingdings" pitchFamily="2" charset="2"/>
              <a:buChar char="§"/>
              <a:defRPr sz="2100">
                <a:solidFill>
                  <a:schemeClr val="tx1"/>
                </a:solidFill>
                <a:latin typeface="Calibri" pitchFamily="34" charset="0"/>
              </a:defRPr>
            </a:lvl2pPr>
            <a:lvl3pPr marL="857228" indent="-171446" algn="l" rtl="0" eaLnBrk="0" fontAlgn="base" hangingPunct="0">
              <a:spcBef>
                <a:spcPct val="20000"/>
              </a:spcBef>
              <a:spcAft>
                <a:spcPct val="0"/>
              </a:spcAft>
              <a:buClr>
                <a:schemeClr val="accent2"/>
              </a:buClr>
              <a:buFont typeface="Wingdings" pitchFamily="2" charset="2"/>
              <a:buChar char="§"/>
              <a:defRPr sz="1800">
                <a:solidFill>
                  <a:schemeClr val="tx1"/>
                </a:solidFill>
                <a:latin typeface="Calibri" pitchFamily="34" charset="0"/>
              </a:defRPr>
            </a:lvl3pPr>
            <a:lvl4pPr marL="1200120" indent="-171446" algn="l" rtl="0" eaLnBrk="0" fontAlgn="base" hangingPunct="0">
              <a:spcBef>
                <a:spcPct val="20000"/>
              </a:spcBef>
              <a:spcAft>
                <a:spcPct val="0"/>
              </a:spcAft>
              <a:buClr>
                <a:schemeClr val="tx1"/>
              </a:buClr>
              <a:buFont typeface="Wingdings" pitchFamily="2" charset="2"/>
              <a:buChar char="§"/>
              <a:defRPr sz="1500">
                <a:solidFill>
                  <a:schemeClr val="tx1"/>
                </a:solidFill>
                <a:latin typeface="Calibri" pitchFamily="34" charset="0"/>
              </a:defRPr>
            </a:lvl4pPr>
            <a:lvl5pPr marL="1543012" indent="-171446" algn="l" rtl="0" eaLnBrk="0" fontAlgn="base" hangingPunct="0">
              <a:spcBef>
                <a:spcPct val="20000"/>
              </a:spcBef>
              <a:spcAft>
                <a:spcPct val="0"/>
              </a:spcAft>
              <a:buClr>
                <a:schemeClr val="accent2"/>
              </a:buClr>
              <a:buFont typeface="Wingdings" pitchFamily="2" charset="2"/>
              <a:buChar char="§"/>
              <a:defRPr sz="1500">
                <a:solidFill>
                  <a:schemeClr val="tx1"/>
                </a:solidFill>
                <a:latin typeface="Calibri" pitchFamily="34" charset="0"/>
              </a:defRPr>
            </a:lvl5pPr>
            <a:lvl6pPr marL="1885903" indent="-171446" algn="l" rtl="0" fontAlgn="base">
              <a:spcBef>
                <a:spcPct val="20000"/>
              </a:spcBef>
              <a:spcAft>
                <a:spcPct val="0"/>
              </a:spcAft>
              <a:buClr>
                <a:schemeClr val="accent2"/>
              </a:buClr>
              <a:buFont typeface="Wingdings" pitchFamily="2" charset="2"/>
              <a:buChar char="§"/>
              <a:defRPr sz="1500">
                <a:solidFill>
                  <a:schemeClr val="tx1"/>
                </a:solidFill>
                <a:latin typeface="+mn-lt"/>
              </a:defRPr>
            </a:lvl6pPr>
            <a:lvl7pPr marL="2228795" indent="-171446" algn="l" rtl="0" fontAlgn="base">
              <a:spcBef>
                <a:spcPct val="20000"/>
              </a:spcBef>
              <a:spcAft>
                <a:spcPct val="0"/>
              </a:spcAft>
              <a:buClr>
                <a:schemeClr val="accent2"/>
              </a:buClr>
              <a:buFont typeface="Wingdings" pitchFamily="2" charset="2"/>
              <a:buChar char="§"/>
              <a:defRPr sz="1500">
                <a:solidFill>
                  <a:schemeClr val="tx1"/>
                </a:solidFill>
                <a:latin typeface="+mn-lt"/>
              </a:defRPr>
            </a:lvl7pPr>
            <a:lvl8pPr marL="2571686" indent="-171446" algn="l" rtl="0" fontAlgn="base">
              <a:spcBef>
                <a:spcPct val="20000"/>
              </a:spcBef>
              <a:spcAft>
                <a:spcPct val="0"/>
              </a:spcAft>
              <a:buClr>
                <a:schemeClr val="accent2"/>
              </a:buClr>
              <a:buFont typeface="Wingdings" pitchFamily="2" charset="2"/>
              <a:buChar char="§"/>
              <a:defRPr sz="1500">
                <a:solidFill>
                  <a:schemeClr val="tx1"/>
                </a:solidFill>
                <a:latin typeface="+mn-lt"/>
              </a:defRPr>
            </a:lvl8pPr>
            <a:lvl9pPr marL="2914577" indent="-171446" algn="l" rtl="0" fontAlgn="base">
              <a:spcBef>
                <a:spcPct val="20000"/>
              </a:spcBef>
              <a:spcAft>
                <a:spcPct val="0"/>
              </a:spcAft>
              <a:buClr>
                <a:schemeClr val="accent2"/>
              </a:buClr>
              <a:buFont typeface="Wingdings" pitchFamily="2" charset="2"/>
              <a:buChar char="§"/>
              <a:defRPr sz="1500">
                <a:solidFill>
                  <a:schemeClr val="tx1"/>
                </a:solidFill>
                <a:latin typeface="+mn-lt"/>
              </a:defRPr>
            </a:lvl9pPr>
          </a:lstStyle>
          <a:p>
            <a:r>
              <a:rPr lang="en-US" kern="0" dirty="0"/>
              <a:t>AI, robot</a:t>
            </a:r>
          </a:p>
          <a:p>
            <a:pPr lvl="1"/>
            <a:r>
              <a:rPr lang="en-US" sz="2400" kern="0" dirty="0"/>
              <a:t>2001: A Space Odyssey (1968)</a:t>
            </a:r>
          </a:p>
          <a:p>
            <a:pPr lvl="1"/>
            <a:r>
              <a:rPr lang="en-US" sz="2400" kern="0" dirty="0"/>
              <a:t>The Terminator (1984)</a:t>
            </a:r>
          </a:p>
          <a:p>
            <a:pPr lvl="1"/>
            <a:r>
              <a:rPr lang="en-US" sz="2400" kern="0" dirty="0"/>
              <a:t>I, Robot (2004)</a:t>
            </a:r>
          </a:p>
          <a:p>
            <a:pPr lvl="1"/>
            <a:r>
              <a:rPr lang="en-US" sz="2400" kern="0" dirty="0"/>
              <a:t>WALL-E (2008)</a:t>
            </a:r>
          </a:p>
          <a:p>
            <a:pPr lvl="1"/>
            <a:r>
              <a:rPr lang="en-US" sz="2400" kern="0" dirty="0"/>
              <a:t>Ex Machina (2014)</a:t>
            </a:r>
          </a:p>
          <a:p>
            <a:pPr lvl="1"/>
            <a:r>
              <a:rPr lang="en-US" sz="2400" kern="0" dirty="0"/>
              <a:t>Better than Us (2018)</a:t>
            </a:r>
          </a:p>
          <a:p>
            <a:pPr lvl="1"/>
            <a:r>
              <a:rPr lang="en-US" sz="2400" kern="0" dirty="0"/>
              <a:t>Upgrade (2018)</a:t>
            </a:r>
          </a:p>
        </p:txBody>
      </p:sp>
    </p:spTree>
    <p:extLst>
      <p:ext uri="{BB962C8B-B14F-4D97-AF65-F5344CB8AC3E}">
        <p14:creationId xmlns:p14="http://schemas.microsoft.com/office/powerpoint/2010/main" val="336481744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6288C7-ECB4-31BB-DD50-505824F9368F}"/>
              </a:ext>
            </a:extLst>
          </p:cNvPr>
          <p:cNvSpPr>
            <a:spLocks noGrp="1"/>
          </p:cNvSpPr>
          <p:nvPr>
            <p:ph type="title"/>
          </p:nvPr>
        </p:nvSpPr>
        <p:spPr/>
        <p:txBody>
          <a:bodyPr/>
          <a:lstStyle/>
          <a:p>
            <a:r>
              <a:rPr lang="en-US" dirty="0" err="1"/>
              <a:t>Lưu</a:t>
            </a:r>
            <a:r>
              <a:rPr lang="en-US" dirty="0"/>
              <a:t> ý </a:t>
            </a:r>
          </a:p>
        </p:txBody>
      </p:sp>
      <p:sp>
        <p:nvSpPr>
          <p:cNvPr id="3" name="Content Placeholder 2">
            <a:extLst>
              <a:ext uri="{FF2B5EF4-FFF2-40B4-BE49-F238E27FC236}">
                <a16:creationId xmlns:a16="http://schemas.microsoft.com/office/drawing/2014/main" id="{7109804E-8EF6-7737-86DD-5F9570C22DD2}"/>
              </a:ext>
            </a:extLst>
          </p:cNvPr>
          <p:cNvSpPr>
            <a:spLocks noGrp="1"/>
          </p:cNvSpPr>
          <p:nvPr>
            <p:ph idx="1"/>
          </p:nvPr>
        </p:nvSpPr>
        <p:spPr/>
        <p:txBody>
          <a:bodyPr/>
          <a:lstStyle/>
          <a:p>
            <a:r>
              <a:rPr lang="en-US" dirty="0"/>
              <a:t>Sinh </a:t>
            </a:r>
            <a:r>
              <a:rPr lang="en-US" dirty="0" err="1"/>
              <a:t>viên</a:t>
            </a:r>
            <a:r>
              <a:rPr lang="en-US" dirty="0"/>
              <a:t> </a:t>
            </a:r>
            <a:r>
              <a:rPr lang="en-US" dirty="0" err="1"/>
              <a:t>tự</a:t>
            </a:r>
            <a:r>
              <a:rPr lang="en-US" dirty="0"/>
              <a:t> </a:t>
            </a:r>
            <a:r>
              <a:rPr lang="en-US" dirty="0" err="1"/>
              <a:t>làm</a:t>
            </a:r>
            <a:r>
              <a:rPr lang="en-US" dirty="0"/>
              <a:t> </a:t>
            </a:r>
            <a:r>
              <a:rPr lang="en-US" dirty="0" err="1"/>
              <a:t>bài</a:t>
            </a:r>
            <a:r>
              <a:rPr lang="en-US" dirty="0"/>
              <a:t> </a:t>
            </a:r>
            <a:r>
              <a:rPr lang="en-US" dirty="0" err="1"/>
              <a:t>tập</a:t>
            </a:r>
            <a:r>
              <a:rPr lang="en-US" dirty="0"/>
              <a:t>, </a:t>
            </a:r>
            <a:r>
              <a:rPr lang="en-US" dirty="0" err="1"/>
              <a:t>bài</a:t>
            </a:r>
            <a:r>
              <a:rPr lang="en-US" dirty="0"/>
              <a:t> </a:t>
            </a:r>
            <a:r>
              <a:rPr lang="en-US" dirty="0" err="1"/>
              <a:t>tập</a:t>
            </a:r>
            <a:r>
              <a:rPr lang="en-US" dirty="0"/>
              <a:t> </a:t>
            </a:r>
            <a:r>
              <a:rPr lang="en-US" dirty="0" err="1"/>
              <a:t>nhóm</a:t>
            </a:r>
            <a:r>
              <a:rPr lang="en-US" dirty="0"/>
              <a:t> </a:t>
            </a:r>
            <a:r>
              <a:rPr lang="en-US" dirty="0" err="1"/>
              <a:t>theo</a:t>
            </a:r>
            <a:r>
              <a:rPr lang="en-US" dirty="0"/>
              <a:t> </a:t>
            </a:r>
            <a:r>
              <a:rPr lang="en-US" dirty="0" err="1"/>
              <a:t>phân</a:t>
            </a:r>
            <a:r>
              <a:rPr lang="en-US" dirty="0"/>
              <a:t> </a:t>
            </a:r>
            <a:r>
              <a:rPr lang="en-US" dirty="0" err="1"/>
              <a:t>công</a:t>
            </a:r>
            <a:r>
              <a:rPr lang="en-US" dirty="0"/>
              <a:t>, </a:t>
            </a:r>
            <a:r>
              <a:rPr lang="en-US" dirty="0" err="1"/>
              <a:t>không</a:t>
            </a:r>
            <a:r>
              <a:rPr lang="en-US" dirty="0"/>
              <a:t> </a:t>
            </a:r>
            <a:r>
              <a:rPr lang="en-US" dirty="0" err="1"/>
              <a:t>sao</a:t>
            </a:r>
            <a:r>
              <a:rPr lang="en-US" dirty="0"/>
              <a:t> </a:t>
            </a:r>
            <a:r>
              <a:rPr lang="en-US" dirty="0" err="1"/>
              <a:t>chép</a:t>
            </a:r>
            <a:r>
              <a:rPr lang="en-US" dirty="0"/>
              <a:t>, </a:t>
            </a:r>
            <a:r>
              <a:rPr lang="en-US" dirty="0" err="1"/>
              <a:t>sử</a:t>
            </a:r>
            <a:r>
              <a:rPr lang="en-US" dirty="0"/>
              <a:t> </a:t>
            </a:r>
            <a:r>
              <a:rPr lang="en-US" dirty="0" err="1"/>
              <a:t>dụng</a:t>
            </a:r>
            <a:r>
              <a:rPr lang="en-US" dirty="0"/>
              <a:t> </a:t>
            </a:r>
            <a:r>
              <a:rPr lang="en-US" dirty="0" err="1"/>
              <a:t>kết</a:t>
            </a:r>
            <a:r>
              <a:rPr lang="en-US" dirty="0"/>
              <a:t> </a:t>
            </a:r>
            <a:r>
              <a:rPr lang="en-US" dirty="0" err="1"/>
              <a:t>quả</a:t>
            </a:r>
            <a:r>
              <a:rPr lang="en-US" dirty="0"/>
              <a:t> </a:t>
            </a:r>
            <a:r>
              <a:rPr lang="en-US" dirty="0" err="1"/>
              <a:t>của</a:t>
            </a:r>
            <a:r>
              <a:rPr lang="en-US" dirty="0"/>
              <a:t> </a:t>
            </a:r>
            <a:r>
              <a:rPr lang="en-US" dirty="0" err="1"/>
              <a:t>người</a:t>
            </a:r>
            <a:r>
              <a:rPr lang="en-US" dirty="0"/>
              <a:t> </a:t>
            </a:r>
            <a:r>
              <a:rPr lang="en-US" dirty="0" err="1"/>
              <a:t>khác</a:t>
            </a:r>
            <a:r>
              <a:rPr lang="en-US" dirty="0"/>
              <a:t>, </a:t>
            </a:r>
            <a:r>
              <a:rPr lang="en-US" dirty="0" err="1"/>
              <a:t>không</a:t>
            </a:r>
            <a:r>
              <a:rPr lang="en-US" dirty="0"/>
              <a:t> </a:t>
            </a:r>
            <a:r>
              <a:rPr lang="en-US" dirty="0" err="1"/>
              <a:t>dùng</a:t>
            </a:r>
            <a:r>
              <a:rPr lang="en-US" dirty="0"/>
              <a:t> </a:t>
            </a:r>
            <a:r>
              <a:rPr lang="en-US" dirty="0" err="1"/>
              <a:t>kết</a:t>
            </a:r>
            <a:r>
              <a:rPr lang="en-US" dirty="0"/>
              <a:t> </a:t>
            </a:r>
            <a:r>
              <a:rPr lang="en-US" dirty="0" err="1"/>
              <a:t>quả</a:t>
            </a:r>
            <a:r>
              <a:rPr lang="en-US" dirty="0"/>
              <a:t> do </a:t>
            </a:r>
            <a:r>
              <a:rPr lang="en-US" dirty="0" err="1"/>
              <a:t>các</a:t>
            </a:r>
            <a:r>
              <a:rPr lang="en-US" dirty="0"/>
              <a:t> </a:t>
            </a:r>
            <a:r>
              <a:rPr lang="en-US" dirty="0" err="1"/>
              <a:t>công</a:t>
            </a:r>
            <a:r>
              <a:rPr lang="en-US" dirty="0"/>
              <a:t> </a:t>
            </a:r>
            <a:r>
              <a:rPr lang="en-US" dirty="0" err="1"/>
              <a:t>cụ</a:t>
            </a:r>
            <a:r>
              <a:rPr lang="en-US" dirty="0"/>
              <a:t> AI </a:t>
            </a:r>
            <a:r>
              <a:rPr lang="en-US" dirty="0" err="1"/>
              <a:t>tạo</a:t>
            </a:r>
            <a:r>
              <a:rPr lang="en-US" dirty="0"/>
              <a:t> </a:t>
            </a:r>
            <a:r>
              <a:rPr lang="en-US" dirty="0" err="1"/>
              <a:t>sinh</a:t>
            </a:r>
            <a:endParaRPr lang="en-US" dirty="0"/>
          </a:p>
          <a:p>
            <a:r>
              <a:rPr lang="en-US" dirty="0" err="1"/>
              <a:t>Không</a:t>
            </a:r>
            <a:r>
              <a:rPr lang="en-US" dirty="0"/>
              <a:t> </a:t>
            </a:r>
            <a:r>
              <a:rPr lang="en-US" dirty="0" err="1"/>
              <a:t>dùng</a:t>
            </a:r>
            <a:r>
              <a:rPr lang="en-US" dirty="0"/>
              <a:t> </a:t>
            </a:r>
            <a:r>
              <a:rPr lang="en-US" dirty="0" err="1"/>
              <a:t>lại</a:t>
            </a:r>
            <a:r>
              <a:rPr lang="en-US" dirty="0"/>
              <a:t> </a:t>
            </a:r>
            <a:r>
              <a:rPr lang="en-US" dirty="0" err="1"/>
              <a:t>kết</a:t>
            </a:r>
            <a:r>
              <a:rPr lang="en-US" dirty="0"/>
              <a:t> </a:t>
            </a:r>
            <a:r>
              <a:rPr lang="en-US" dirty="0" err="1"/>
              <a:t>quả</a:t>
            </a:r>
            <a:r>
              <a:rPr lang="en-US" dirty="0"/>
              <a:t> </a:t>
            </a:r>
            <a:r>
              <a:rPr lang="en-US" dirty="0" err="1"/>
              <a:t>thực</a:t>
            </a:r>
            <a:r>
              <a:rPr lang="en-US" dirty="0"/>
              <a:t> </a:t>
            </a:r>
            <a:r>
              <a:rPr lang="en-US" dirty="0" err="1"/>
              <a:t>hiện</a:t>
            </a:r>
            <a:r>
              <a:rPr lang="en-US" dirty="0"/>
              <a:t> </a:t>
            </a:r>
            <a:r>
              <a:rPr lang="en-US" dirty="0" err="1"/>
              <a:t>tại</a:t>
            </a:r>
            <a:r>
              <a:rPr lang="en-US" dirty="0"/>
              <a:t> </a:t>
            </a:r>
            <a:r>
              <a:rPr lang="en-US" dirty="0" err="1"/>
              <a:t>các</a:t>
            </a:r>
            <a:r>
              <a:rPr lang="en-US" dirty="0"/>
              <a:t> </a:t>
            </a:r>
            <a:r>
              <a:rPr lang="en-US" dirty="0" err="1"/>
              <a:t>học</a:t>
            </a:r>
            <a:r>
              <a:rPr lang="en-US" dirty="0"/>
              <a:t> </a:t>
            </a:r>
            <a:r>
              <a:rPr lang="en-US" dirty="0" err="1"/>
              <a:t>phần</a:t>
            </a:r>
            <a:r>
              <a:rPr lang="en-US" dirty="0"/>
              <a:t> </a:t>
            </a:r>
            <a:r>
              <a:rPr lang="en-US" dirty="0" err="1"/>
              <a:t>khác</a:t>
            </a:r>
            <a:r>
              <a:rPr lang="en-US" dirty="0"/>
              <a:t>/ </a:t>
            </a:r>
            <a:r>
              <a:rPr lang="en-US" dirty="0" err="1"/>
              <a:t>không</a:t>
            </a:r>
            <a:r>
              <a:rPr lang="en-US" dirty="0"/>
              <a:t> </a:t>
            </a:r>
            <a:r>
              <a:rPr lang="en-US" dirty="0" err="1"/>
              <a:t>dùng</a:t>
            </a:r>
            <a:r>
              <a:rPr lang="en-US" dirty="0"/>
              <a:t> </a:t>
            </a:r>
            <a:r>
              <a:rPr lang="en-US" dirty="0" err="1"/>
              <a:t>kết</a:t>
            </a:r>
            <a:r>
              <a:rPr lang="en-US" dirty="0"/>
              <a:t> </a:t>
            </a:r>
            <a:r>
              <a:rPr lang="en-US" dirty="0" err="1"/>
              <a:t>quả</a:t>
            </a:r>
            <a:r>
              <a:rPr lang="en-US" dirty="0"/>
              <a:t> </a:t>
            </a:r>
            <a:r>
              <a:rPr lang="en-US" dirty="0" err="1"/>
              <a:t>của</a:t>
            </a:r>
            <a:r>
              <a:rPr lang="en-US" dirty="0"/>
              <a:t> </a:t>
            </a:r>
            <a:r>
              <a:rPr lang="en-US" dirty="0" err="1"/>
              <a:t>học</a:t>
            </a:r>
            <a:r>
              <a:rPr lang="en-US" dirty="0"/>
              <a:t> </a:t>
            </a:r>
            <a:r>
              <a:rPr lang="en-US" dirty="0" err="1"/>
              <a:t>phần</a:t>
            </a:r>
            <a:r>
              <a:rPr lang="en-US" dirty="0"/>
              <a:t> </a:t>
            </a:r>
            <a:r>
              <a:rPr lang="en-US" dirty="0" err="1"/>
              <a:t>này</a:t>
            </a:r>
            <a:r>
              <a:rPr lang="en-US" dirty="0"/>
              <a:t> </a:t>
            </a:r>
            <a:r>
              <a:rPr lang="en-US" dirty="0" err="1"/>
              <a:t>báo</a:t>
            </a:r>
            <a:r>
              <a:rPr lang="en-US" dirty="0"/>
              <a:t> </a:t>
            </a:r>
            <a:r>
              <a:rPr lang="en-US" dirty="0" err="1"/>
              <a:t>cáo</a:t>
            </a:r>
            <a:r>
              <a:rPr lang="en-US" dirty="0"/>
              <a:t> </a:t>
            </a:r>
            <a:r>
              <a:rPr lang="en-US" dirty="0" err="1"/>
              <a:t>tại</a:t>
            </a:r>
            <a:r>
              <a:rPr lang="en-US" dirty="0"/>
              <a:t> </a:t>
            </a:r>
            <a:r>
              <a:rPr lang="en-US" dirty="0" err="1"/>
              <a:t>học</a:t>
            </a:r>
            <a:r>
              <a:rPr lang="en-US" dirty="0"/>
              <a:t> </a:t>
            </a:r>
            <a:r>
              <a:rPr lang="en-US" dirty="0" err="1"/>
              <a:t>phần</a:t>
            </a:r>
            <a:r>
              <a:rPr lang="en-US" dirty="0"/>
              <a:t> </a:t>
            </a:r>
            <a:r>
              <a:rPr lang="en-US" dirty="0" err="1"/>
              <a:t>khác</a:t>
            </a:r>
            <a:endParaRPr lang="en-US" dirty="0"/>
          </a:p>
        </p:txBody>
      </p:sp>
    </p:spTree>
    <p:extLst>
      <p:ext uri="{BB962C8B-B14F-4D97-AF65-F5344CB8AC3E}">
        <p14:creationId xmlns:p14="http://schemas.microsoft.com/office/powerpoint/2010/main" val="21629357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DEFAULTFONTSIZE" val="10"/>
  <p:tag name="DEFAULTWIDTH" val="348"/>
  <p:tag name="DEFAULTHEIGHT" val="200"/>
</p:tagLst>
</file>

<file path=ppt/theme/theme1.xml><?xml version="1.0" encoding="utf-8"?>
<a:theme xmlns:a="http://schemas.openxmlformats.org/drawingml/2006/main" name="dan-berkeley-nlp-v1">
  <a:themeElements>
    <a:clrScheme name="dan-berkeley-nlp-v1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an-berkeley-nlp-v1">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none" rtlCol="0">
        <a:spAutoFit/>
      </a:bodyPr>
      <a:lstStyle>
        <a:defPPr>
          <a:defRPr dirty="0" err="1" smtClean="0">
            <a:latin typeface="Calibri"/>
            <a:cs typeface="Calibri"/>
          </a:defRPr>
        </a:defPPr>
      </a:lstStyle>
    </a:txDef>
  </a:objectDefaults>
  <a:extraClrSchemeLst>
    <a:extraClrScheme>
      <a:clrScheme name="dan-berkeley-nlp-v1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an-berkeley-nlp-v1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an-berkeley-nlp-v1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an-berkeley-nlp-v1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an-berkeley-nlp-v1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an-berkeley-nlp-v1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an-berkeley-nlp-v1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an-berkeley-nlp-v1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an-berkeley-nlp-v1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an-berkeley-nlp-v1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an-berkeley-nlp-v1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an-berkeley-nlp-v1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3_Blank Presentation">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0000FF"/>
      </a:hlink>
      <a:folHlink>
        <a:srgbClr val="0000FF"/>
      </a:folHlink>
    </a:clrScheme>
    <a:fontScheme name="Blank Presentatio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1" i="0" u="none" strike="noStrike" cap="none" normalizeH="0" baseline="0" smtClean="0">
            <a:ln>
              <a:noFill/>
            </a:ln>
            <a:solidFill>
              <a:schemeClr val="tx1"/>
            </a:solidFill>
            <a:effectLst/>
            <a:latin typeface="Arial" charset="0"/>
            <a:cs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1" i="0" u="none" strike="noStrike" cap="none" normalizeH="0" baseline="0" smtClean="0">
            <a:ln>
              <a:noFill/>
            </a:ln>
            <a:solidFill>
              <a:schemeClr val="tx1"/>
            </a:solidFill>
            <a:effectLst/>
            <a:latin typeface="Arial" charset="0"/>
            <a:cs typeface="Arial" charset="0"/>
          </a:defRPr>
        </a:defPPr>
      </a:lstStyle>
    </a:lnDef>
  </a:objectDefaults>
  <a:extraClrSchemeLst>
    <a:extraClrScheme>
      <a:clrScheme name="Blank Presentatio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Blank Presentatio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Blank Presentation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Blank Presentation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Blank Presentatio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Blank Presentatio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Blank Presentatio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2_Blank Presentation">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0000FF"/>
      </a:hlink>
      <a:folHlink>
        <a:srgbClr val="0000FF"/>
      </a:folHlink>
    </a:clrScheme>
    <a:fontScheme name="Blank Presentatio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1" i="0" u="none" strike="noStrike" cap="none" normalizeH="0" baseline="0" smtClean="0">
            <a:ln>
              <a:noFill/>
            </a:ln>
            <a:solidFill>
              <a:schemeClr val="tx1"/>
            </a:solidFill>
            <a:effectLst/>
            <a:latin typeface="Arial" charset="0"/>
            <a:cs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1" i="0" u="none" strike="noStrike" cap="none" normalizeH="0" baseline="0" smtClean="0">
            <a:ln>
              <a:noFill/>
            </a:ln>
            <a:solidFill>
              <a:schemeClr val="tx1"/>
            </a:solidFill>
            <a:effectLst/>
            <a:latin typeface="Arial" charset="0"/>
            <a:cs typeface="Arial" charset="0"/>
          </a:defRPr>
        </a:defPPr>
      </a:lstStyle>
    </a:lnDef>
  </a:objectDefaults>
  <a:extraClrSchemeLst>
    <a:extraClrScheme>
      <a:clrScheme name="Blank Presentatio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Blank Presentatio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Blank Presentation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Blank Presentation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Blank Presentatio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Blank Presentatio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Blank Presentatio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dan-berkeley-nlp-v1</Template>
  <TotalTime>24118</TotalTime>
  <Words>2975</Words>
  <Application>Microsoft Office PowerPoint</Application>
  <PresentationFormat>On-screen Show (16:9)</PresentationFormat>
  <Paragraphs>432</Paragraphs>
  <Slides>48</Slides>
  <Notes>21</Notes>
  <HiddenSlides>1</HiddenSlides>
  <MMClips>0</MMClips>
  <ScaleCrop>false</ScaleCrop>
  <HeadingPairs>
    <vt:vector size="6" baseType="variant">
      <vt:variant>
        <vt:lpstr>Fonts Used</vt:lpstr>
      </vt:variant>
      <vt:variant>
        <vt:i4>9</vt:i4>
      </vt:variant>
      <vt:variant>
        <vt:lpstr>Theme</vt:lpstr>
      </vt:variant>
      <vt:variant>
        <vt:i4>4</vt:i4>
      </vt:variant>
      <vt:variant>
        <vt:lpstr>Slide Titles</vt:lpstr>
      </vt:variant>
      <vt:variant>
        <vt:i4>48</vt:i4>
      </vt:variant>
    </vt:vector>
  </HeadingPairs>
  <TitlesOfParts>
    <vt:vector size="61" baseType="lpstr">
      <vt:lpstr>#9Slide03 Penumbra</vt:lpstr>
      <vt:lpstr>Arial</vt:lpstr>
      <vt:lpstr>Calibri</vt:lpstr>
      <vt:lpstr>Calibri Light</vt:lpstr>
      <vt:lpstr>Helvetica</vt:lpstr>
      <vt:lpstr>Lucida Grande</vt:lpstr>
      <vt:lpstr>Noto Sans Symbols</vt:lpstr>
      <vt:lpstr>Times New Roman</vt:lpstr>
      <vt:lpstr>Wingdings</vt:lpstr>
      <vt:lpstr>dan-berkeley-nlp-v1</vt:lpstr>
      <vt:lpstr>3_Blank Presentation</vt:lpstr>
      <vt:lpstr>Office Theme</vt:lpstr>
      <vt:lpstr>2_Blank Presentation</vt:lpstr>
      <vt:lpstr>AIT2004: Cơ sở Trí tuệ nhân tạo </vt:lpstr>
      <vt:lpstr>Thông tin chung</vt:lpstr>
      <vt:lpstr>Học liệu</vt:lpstr>
      <vt:lpstr>Nội dung</vt:lpstr>
      <vt:lpstr>AI trong phim viễn tưởng?</vt:lpstr>
      <vt:lpstr>Turing Test</vt:lpstr>
      <vt:lpstr>AI Definition by John McCarthy</vt:lpstr>
      <vt:lpstr>TTNT là gì?</vt:lpstr>
      <vt:lpstr>Quyết định hợp lý</vt:lpstr>
      <vt:lpstr>PowerPoint Presentation</vt:lpstr>
      <vt:lpstr>Khả năng của bộ não con người</vt:lpstr>
      <vt:lpstr>Lịch sử ngành TTNT</vt:lpstr>
      <vt:lpstr>Chơi cờ</vt:lpstr>
      <vt:lpstr>Lịch sử ngành TTNT</vt:lpstr>
      <vt:lpstr>Giai đoạn kỳ vọng (AI spring)</vt:lpstr>
      <vt:lpstr>Trí tuệ nhân tạo có thể làm gì ?</vt:lpstr>
      <vt:lpstr>Trò chơi</vt:lpstr>
      <vt:lpstr>Logic</vt:lpstr>
      <vt:lpstr>Ngôn ngữ tự nhiên</vt:lpstr>
      <vt:lpstr>Thị giác máy (Nhận thức hình ảnh)</vt:lpstr>
      <vt:lpstr>Object detection</vt:lpstr>
      <vt:lpstr>Ra quyết định</vt:lpstr>
      <vt:lpstr>Tác tử (agent) Pac-Man</vt:lpstr>
      <vt:lpstr>Thiết kế tác tử hợp lý</vt:lpstr>
      <vt:lpstr>Rô-bốt</vt:lpstr>
      <vt:lpstr>AI và Robot</vt:lpstr>
      <vt:lpstr>Cơ sở khoa học của TTNT: Triết học</vt:lpstr>
      <vt:lpstr>Cơ sở khoa học của TTNT: Toán học</vt:lpstr>
      <vt:lpstr>Cơ sở khoa học của TTNT: Kinh tế</vt:lpstr>
      <vt:lpstr>Cơ sở khoa học của TTNT: Khoa học thần kinh, tâm lý học</vt:lpstr>
      <vt:lpstr>Cơ sở khoa học của TTNT: kỹ thuật máy tính, điều khiển học</vt:lpstr>
      <vt:lpstr>Cơ sở khoa học của TTNT: ngôn ngữ học</vt:lpstr>
      <vt:lpstr>Generative AI (Trí tuệ nhân tạo tạo sinh)</vt:lpstr>
      <vt:lpstr>Mô hình tạo sinh dùng kiến trúc encode - decode</vt:lpstr>
      <vt:lpstr>PowerPoint Presentation</vt:lpstr>
      <vt:lpstr>AI tạo sinh (Dense prediction)</vt:lpstr>
      <vt:lpstr>Tồn tại</vt:lpstr>
      <vt:lpstr>AI và vấn đề đạo đức</vt:lpstr>
      <vt:lpstr>PowerPoint Presentation</vt:lpstr>
      <vt:lpstr>AI và giải thưởng Nobel</vt:lpstr>
      <vt:lpstr>Các chủ đề của học phần</vt:lpstr>
      <vt:lpstr>AI hỗ trợ học tâp/nghiên cứu</vt:lpstr>
      <vt:lpstr>Tự học với AI</vt:lpstr>
      <vt:lpstr>Bài tập</vt:lpstr>
      <vt:lpstr>AI trong truyện, phim viễn tưởng</vt:lpstr>
      <vt:lpstr>Bài tập nhóm</vt:lpstr>
      <vt:lpstr>Phim nên xem</vt:lpstr>
      <vt:lpstr>Lưu ý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 294-5: Statistical Natural Language Processing</dc:title>
  <dc:creator>Preferred Customer</dc:creator>
  <cp:lastModifiedBy>ADMIN</cp:lastModifiedBy>
  <cp:revision>1529</cp:revision>
  <cp:lastPrinted>2024-08-30T04:48:46Z</cp:lastPrinted>
  <dcterms:created xsi:type="dcterms:W3CDTF">2004-08-27T04:16:05Z</dcterms:created>
  <dcterms:modified xsi:type="dcterms:W3CDTF">2026-02-10T02:19:20Z</dcterms:modified>
</cp:coreProperties>
</file>